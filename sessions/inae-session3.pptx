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4.xml" ContentType="application/inkml+xml"/>
  <Override PartName="/ppt/notesSlides/notesSlide11.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12.xml" ContentType="application/vnd.openxmlformats-officedocument.presentationml.notesSlide+xml"/>
  <Override PartName="/ppt/ink/ink29.xml" ContentType="application/inkml+xml"/>
  <Override PartName="/ppt/ink/ink30.xml" ContentType="application/inkml+xml"/>
  <Override PartName="/ppt/ink/ink31.xml" ContentType="application/inkml+xml"/>
  <Override PartName="/ppt/notesSlides/notesSlide13.xml" ContentType="application/vnd.openxmlformats-officedocument.presentationml.notesSlide+xml"/>
  <Override PartName="/ppt/ink/ink32.xml" ContentType="application/inkml+xml"/>
  <Override PartName="/ppt/ink/ink33.xml" ContentType="application/inkml+xml"/>
  <Override PartName="/ppt/ink/ink34.xml" ContentType="application/inkml+xml"/>
  <Override PartName="/ppt/notesSlides/notesSlide14.xml" ContentType="application/vnd.openxmlformats-officedocument.presentationml.notesSlide+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notesSlides/notesSlide15.xml" ContentType="application/vnd.openxmlformats-officedocument.presentationml.notesSlide+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notesSlides/notesSlide16.xml" ContentType="application/vnd.openxmlformats-officedocument.presentationml.notesSlide+xml"/>
  <Override PartName="/ppt/ink/ink84.xml" ContentType="application/inkml+xml"/>
  <Override PartName="/ppt/notesSlides/notesSlide17.xml" ContentType="application/vnd.openxmlformats-officedocument.presentationml.notesSlide+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99.xml" ContentType="application/inkml+xml"/>
  <Override PartName="/ppt/ink/ink100.xml" ContentType="application/inkml+xml"/>
  <Override PartName="/ppt/ink/ink101.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97" r:id="rId4"/>
  </p:sldMasterIdLst>
  <p:notesMasterIdLst>
    <p:notesMasterId r:id="rId44"/>
  </p:notesMasterIdLst>
  <p:handoutMasterIdLst>
    <p:handoutMasterId r:id="rId45"/>
  </p:handoutMasterIdLst>
  <p:sldIdLst>
    <p:sldId id="2435" r:id="rId5"/>
    <p:sldId id="2710" r:id="rId6"/>
    <p:sldId id="2559" r:id="rId7"/>
    <p:sldId id="2712" r:id="rId8"/>
    <p:sldId id="2715" r:id="rId9"/>
    <p:sldId id="2689" r:id="rId10"/>
    <p:sldId id="2692" r:id="rId11"/>
    <p:sldId id="2694" r:id="rId12"/>
    <p:sldId id="2693" r:id="rId13"/>
    <p:sldId id="2717" r:id="rId14"/>
    <p:sldId id="2697" r:id="rId15"/>
    <p:sldId id="2699" r:id="rId16"/>
    <p:sldId id="2720" r:id="rId17"/>
    <p:sldId id="2701" r:id="rId18"/>
    <p:sldId id="2722" r:id="rId19"/>
    <p:sldId id="2702" r:id="rId20"/>
    <p:sldId id="2721" r:id="rId21"/>
    <p:sldId id="2731" r:id="rId22"/>
    <p:sldId id="1363" r:id="rId23"/>
    <p:sldId id="2723" r:id="rId24"/>
    <p:sldId id="1227" r:id="rId25"/>
    <p:sldId id="2724" r:id="rId26"/>
    <p:sldId id="1261" r:id="rId27"/>
    <p:sldId id="1263" r:id="rId28"/>
    <p:sldId id="1365" r:id="rId29"/>
    <p:sldId id="2708" r:id="rId30"/>
    <p:sldId id="2726" r:id="rId31"/>
    <p:sldId id="2733" r:id="rId32"/>
    <p:sldId id="1373" r:id="rId33"/>
    <p:sldId id="2734" r:id="rId34"/>
    <p:sldId id="1375" r:id="rId35"/>
    <p:sldId id="1378" r:id="rId36"/>
    <p:sldId id="2725" r:id="rId37"/>
    <p:sldId id="1229" r:id="rId38"/>
    <p:sldId id="2727" r:id="rId39"/>
    <p:sldId id="1230" r:id="rId40"/>
    <p:sldId id="1352" r:id="rId41"/>
    <p:sldId id="2730" r:id="rId42"/>
    <p:sldId id="2732" r:id="rId43"/>
  </p:sldIdLst>
  <p:sldSz cx="12192000" cy="6858000"/>
  <p:notesSz cx="6858000" cy="9144000"/>
  <p:custDataLst>
    <p:tags r:id="rId4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0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3DFD63-A055-1D4F-A52A-AABD4CAFF166}" v="186" dt="2026-06-05T03:31:29.126"/>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81"/>
    <p:restoredTop sz="94658"/>
  </p:normalViewPr>
  <p:slideViewPr>
    <p:cSldViewPr snapToGrid="0">
      <p:cViewPr varScale="1">
        <p:scale>
          <a:sx n="116" d="100"/>
          <a:sy n="116" d="100"/>
        </p:scale>
        <p:origin x="208" y="272"/>
      </p:cViewPr>
      <p:guideLst>
        <p:guide orient="horz" pos="300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6/9/26</a:t>
            </a:fld>
            <a:endParaRPr lang="en-US"/>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05.465"/>
    </inkml:context>
    <inkml:brush xml:id="br0">
      <inkml:brushProperty name="height" value="0.053" units="cm"/>
      <inkml:brushProperty name="color" value="#FF0000"/>
    </inkml:brush>
  </inkml:definitions>
  <inkml:trace contextRef="#ctx0" brushRef="#br0">21398 4734 8077,'0'-9'32,"0"-1"319,0 7 725,0-3-137,0-1-799,0 6 1,-1-6 0,-1 7-1,2 0 1,6 0 0,7 0-1,6 0 1,6 2 0,5 1-1,7 2 957,4-2-1065,-2-1 1,10 2-1,-6 1-6,-1-2 1,-1-1 0,-3-2 0,-4 0-197,-4 0 121,-8 0 1,3 0-274,-6 0 315,-6 0-85,-7 0 111,-6 0 1,-2 0-32,-2 0-88,2 0 466,-4 0-54,-1 0 473,6 0 156,-6 0-581,7 0 517,0 0-704,0 6-141,0-4 1,0 10-1,0-2 27,0 3 0,0-4 1,0 2-1,0 3 1,0 4 246,0-1-341,0-1 0,0 4 0,0 2 25,0 1 1,0 3-1,0-3 1,0 0-2,0 1-68,0 0 1,0-2 0,0-3-262,0-4 130,0 0 1,0-1 0,0 0-844,0 0 28,0-6 384,0-1-2175,0-7 2816,0 0 0,-12-51 0,-4-12 0</inkml:trace>
  <inkml:trace contextRef="#ctx0" brushRef="#br0" timeOffset="2">21427 4734 8090,'-7'-8'1122,"4"-4"363,-6 2-746,5 4 1,-2 1 531,6 10-1165,0 3 1,0 6-1,0 0 1,0 0-1,-1 2 391,-4 3-587,3-3 0,-6 11 1,5-5-58,-2 0 0,-1 5 1,3-4-1,-2 4-166,2 2 256,-5-1 0,7-1 1,-4-2-72,3-1 117,2 0 0,-1-2 0,-2-2 1,-2-1-41,2 0 51,7 0 1,0-9 0,7-2 171,4-2-96,0-1 1,11-5-1,-2 0 1,3 0 0,1-2 190,1-3-210,-1 4 0,-4-10 0,1 4 95,5-1-178,-1 5 1,1-3 0,-7 4 0,1-1 0,0-1 60,0 0-14,-7 3 1,3 1 0,-5 0 14,-1 0 197,0 0 1,0 0 67,1 0-67,-8 0 151,0 0-244,-7 0 7,0 0 3,-7 0-138,0 0 0,-3 0 0,1 0 0,-2 0 0,-2 0-417,-1 0 175,-1 0 1,1 0-1,0 0-1667,0 0 1219,-7 0 0,5 0 0,-2 0 0,0 1 0,1 3-2255,-2 0 2932,0 1 0,-21 1 0,-5 2 0</inkml:trace>
  <inkml:trace contextRef="#ctx0" brushRef="#br0" timeOffset="3">21270 5203 8051,'0'-8'179,"-1"-3"1,-3 5 0,0-2 787,1-3 0,-5 5 119,-2 1-867,4 3 1,-7 2 74,4 0 0,1 7-132,-2 2 0,1 4 0,-5 1 1,1 2 158,4 3-288,-10-3 1,14 4-1,-9-4 1,1 1-1,0 2-88,-1-1-161,0-3 0,0 0 1,-1-3-71,1-2-723,0 2 0,5-8-1911,-1 5 2477,7-6 0,-2 3 0,10-6 443,4 0 0,10 0 0,17-12 0,7-7 0,7-1 0,0 0 0</inkml:trace>
  <inkml:trace contextRef="#ctx0" brushRef="#br0" timeOffset="4">21711 5289 8051,'14'0'46,"0"-7"0,1 4 0,-1-5 648,0 2-67,0 1 1,-6 3 829,-3-2-109,-4 2-935,-1-4 1,-1 7 0,-4 3 79,-4 0-393,2 7 0,-5-7 0,2 5-326,-2 2 148,4-5 1,-3 7 0,4-5 0,1 1 0,-2 1-481,0 1 103,5 2 1,-3-4-1,4-1-492,-3-2 452,4 5 0,-6-3-267,7 6 866,0-6 1,-1-1-264,-4-7-38,4 0 0,-12 0 1,3 0-1,-4 0 1,-5 0-660,-4 0 827,-4 0 1,-2-2 0,-1-1-14,-3-2 35,-3 0 1,-2 5-1,0 0 1,-2 0 0,1 0 350,1 0-230,3 0 1,7 5 0,1 2 827,3 0-552,4-3 0,12 8 0,5-4 1212,6 0-1298,11 5 1,10-12 0,11 4 167,7-3-503,7-2 1,10 0-1,1 0 1,1-2 0,1-1-582,1-2-2011,-4 0 2623,4-1 0,0-27 0,2-13 0</inkml:trace>
  <inkml:trace contextRef="#ctx0" brushRef="#br0" timeOffset="5">30298 6426 7226,'-7'-8'2198,"-6"2"-708,3 6-1393,4 0 0,6-5 0,10 0 0,2 2 1,4 1-1,3 2 0,5 0 251,3 0 0,3 0-317,3 0 0,-3 0 0,3 0 0,-3 0-75,-2 0 1,1 0-1,-2 0 1,-2-1-231,-1-4 192,-7 3 1,4-4-1,-7 6-56,0 0 0,-1-1 309,-4-4-128,-3 3 288,-6-4-220,0 6 0,0 2 1,-1 1-1,-2 3 915,-2 2-795,0 1 0,0 6 1,1-1 537,1 0-644,1 0 0,2 5 0,0 2 0,0-1 0,0 2 534,0 1-525,0 0 0,0 1 0,0 0 271,0 1-349,6 2 0,-4 1 0,3 1 0,-4-3 0,1 0 352,3-3-453,-4-5 0,5 9 0,-6-5 165,0 0-265,0-2 0,0-10 0,0-1-845,0 2 134,0-4-918,0-1 935,0-6 0,0-6 1,0-4-3073,0-2 3174,-6-3 737,5 1 0,-37-38 0,-2-10 0</inkml:trace>
  <inkml:trace contextRef="#ctx0" brushRef="#br0" timeOffset="6">30199 6440 7984,'8'-9'3338,"-3"-1"-2725,-4 7 0,-1-5 319,0 3-542,0 4 1,0-4 0,0 10 392,0 4-685,-6 4 1,4 1-1,-4 0 52,0 0 0,2 5 1,-3 2-1,-1-1 358,0 1-552,5 4 1,-5-4 0,5 4 196,-2-1-245,0 0 1,5-2 0,-2-2-1,-1-1 1,-1 0-533,0-2 112,3-1 1,1-2-546,0 1 780,0-1 0,0-5 0,1-1 0,4-1 1,6-4-918,7-2 1035,4-1 1,11 0 0,3 0 9,5 0 0,0 0 0,11 0 0,1 0-63,-3 0 144,5 0 1,-10 0 0,2 0 64,-3 0 0,-4 5 0,-7 0 0,-9-2-123,-7-1 819,-3-2-262,-6 0 1,-3 0-1,-10 0 594,-4 0-375,-4 0 0,-1 0 0,-2 0-190,-3 0 1,-3 0-1,-6-2 1,-2-1-70,-4-2-321,4 0 0,-4 5 0,5-1-31,1-4 1,-5 3-1,-1-2 1,3 1-884,1-2 647,1 3 1,-4-9 0,0 6-356,1 2 1,2-3 0,4 0 0,0-1-648,3 1 1086,11 1 0,-5 4-416,12-4 233,1 3 447,10-4 0,-3 6 327,7 0 0,-6 0 370,6 0-539,-7 0 1,5 0 793,-3 0-224,-4 6-712,5-4 1,-7 9-1,-2-5 132,-2 2 1,-6-3 0,1 4 0,-2 1-73,-2-2-175,-1 4 1,-4-4 0,-1 8-136,-2 3 0,3-3 0,-3 3 1,0-3-91,-1-2-12,6 0 1,-8 5 0,4 0 39,-1-2 0,5-1 1,-1-2-1,6 1-291,2-1-60,1 0 0,1-5-238,3 1 0,4-5 0,2 3-811,4-2 1121,3-1 0,6-7 0,0-1-2028,0-2 2452,1-6 0,19-2 0,9-1 0,4-5 0,-1 0 0</inkml:trace>
  <inkml:trace contextRef="#ctx0" brushRef="#br0" timeOffset="7">30753 7023 7984,'15'-5'254,"-3"-1"1127,-2-2 106,2 5 533,-10-10-1486,4 12 1,-12-6 0,-4 7 0,-4 0 713,-5 0-1096,4 7 0,-11-4 0,7 6 0,0 1 0,0-1 479,0 1-749,0-1 1,5 4 0,0-2-728,0-2 349,0 1 1,-1 4-1,1 0 1,0 0-1715,0 1 1505,-1-1 1,1-5 0,-2-1 147,-2-1 1,0-1 0,-7-3 0,-5 2-900,-6-2 1264,-6-1 1,-2-2-1,-2 0 183,-1 0 0,-5-5 1,4-2-1,4 1 1101,5 0-881,-2-5 1,11 9 0,-2-4 1452,7 0 0,9 4 1144,7-3-2459,5 4 1,0 1 0,10 0-56,8 0 0,4 0 0,8 1 1,8 2 685,5 2-976,1 6 0,13-9 0,-4 4-95,2 0 1,-2-4 0,-2 4 0,-7-1-281,-4 0-797,-12 0 0,4-5 1,-12 1-1900,-2 4 3067,-3-4 0,-80-32 0,25 7 0,1 0 0</inkml:trace>
  <inkml:trace contextRef="#ctx0" brushRef="#br0" timeOffset="8">22294 5559 8114,'-14'-7'-99,"4"6"0,1-4 1,-1 2 1002,2-2-542,-4-3 1,9 0 0,-5 2 894,1 0-312,3 4-92,4-4-613,0 6-4,0 0-229,6 0 91,2 0 1,6 4 0,0 3-87,0 1 0,-3-4 0,2 4 0,3 0 64,0 0-27,0 2 1,-2-1 0,0 1 12,0 1 0,2-3 0,1 1 0,4 2 118,1 2-146,-5-5 0,9 4 0,-6-2 13,2 2 1,0 3 0,4-1-1,-4-2 94,-2-2-57,6 3 1,-6-6-1,4 8-67,-5-1 0,1 0 0,-1 0 0,0 1 95,2-1-126,-5 0 1,4 0-1,-6-1-6,1-4 1,0 4 0,3-5 0,1 1 166,-2 1-117,-1-7 0,-2 8 11,0-6 1,1 1-19,-1-1 24,-6-4-47,-2 6-11,-6-7-410,0 0-885,-6 0 0,2-5-468,-5 0 331,6 0 1,-5 1 1442,3-1 0,-15-12 0,-10 1 0</inkml:trace>
  <inkml:trace contextRef="#ctx0" brushRef="#br0" timeOffset="9">23133 5999 10380,'-8'0'657,"1"-1"-501,7-4 97,0 3 95,0-4 55,0 0-280,0 4 1,0-6 116,0 4-2,0 2-331,0-11 0,0 10-59,0-6 71,0 6 1,7-10 107,2 3-12,-2 4 0,5-5 0,-4 5 0,2-1 0,-1 0 229,2-1-224,-5 4 1,6-3 0,-6 3 14,2 0 1,-4-6 0,4 4 8,-1-2-108,4 5 1,-8-5 0,6 5 60,2-2 1,-3-1-1,2 3 1,1-4-16,2-1 24,1 5 0,0-5 0,0 5 10,0-2 1,1 1 0,-1 4 0,0 0 56,0 0-46,0 0 1,-4 0 0,-1 0 76,3 0 1,0 0 0,2 0 0,1 0 72,-1 0-148,-6 6 1,4-3 0,-2 5 11,2-2 0,1 1 1,-2-4-1,-3 3 121,-2 2-172,5-5 0,-4 5 2,2-3 1,2-2 0,-4 5-30,1-2-194,-5-1 378,3 1-88,-6-4 435,0 4-273,0-6 1,0-1-482,0-4 276,0-3 0,0-6 0,2 0-115,2-1 0,1 1 0,8 0 0,4-2-361,4-3 392,2 3 1,7-9-1,3 6-240,5 2 279,10-5 0,-2 7 0,6 0 0,1 5 0,1 2 189,-2 0-161,4 5 0,-17-3 0,2 6 373,-5 0-337,-9 0 0,0 5 0,-5 1 0,2 0 1,-2 2 146,-1 0-66,4-5 0,-9 8 0,4-4-86,1 0 0,-4-3 0,7 2 1,1 0 104,2 4-128,-5-4 0,0 5 0,-4-5-17,1 2 0,0-5 0,-5 4 0,0-2-255,0-1 194,-6 1-424,-2 1 352,-6-4 284,0 4 4,0-6 0,2 0 146,3 0-251,-4 0 1,17 0 0,-3-1 32,6-4-103,-4 3 0,10-9 0,-1 7 0,4 0 1,3 3-89,-2 1 98,6 0 0,-6 0 1,6 0 5,-3 0 0,6 0 1,-9 6 0,6 4-1,-3 2 1,-2 1 230,-2-4-204,-8 4 1,4 0 0,-8 6 13,0-2 0,-2-1 1,-4 0-1,-1 1-2,-1 2-34,-7 0 1,8-5 0,-6 0-46,-2 0 1,3 1 0,-1-1-9,-2 0-73,-1-6 1,-2 0 60,0-3 1,1-4 42,4 4 6,-3-3 1,10-2 15,-2 0 1,4 0 0,3 0-1,2 1 46,-1 4-43,-3-4 0,0 6 1,0-6 15,4 4 1,-3 1-1,3 5 1,-1 1 454,1 3-304,-4 0 0,6 7 0,-7-3 134,0 4 1,1 3-1,-1-1 1,0-1 224,0 1-415,0 2 0,-4-4 0,-2 1-7,-2 1 0,-1-4 0,-5-2 0,0-3 192,0-2-379,0 6 1,-2-9 0,-1 4-204,-2-3 111,-6 1 1,5-4 0,-5-1 0,1 0-591,-1 0 217,-1-5 1,-2 8-23,-1-6-582,1 0 0,0-5 0,0 1 1158,-1 4 0,-32-18 0,-15-10 0,-4 2 0,0 1 0</inkml:trace>
  <inkml:trace contextRef="#ctx0" brushRef="#br0" timeOffset="10">23218 6014 8457,'-8'-10'1939,"3"1"1,2 1-1206,-2-2-603,4 4 1,-7 6 0,3 0 0,-4 1 0,-4 3 0,-1 4 0,-2 3 263,-3 4 0,-3 9-354,-6 0 0,-1 4 0,1 4 0,-2 4-68,-3 5 0,4-6 1,-1 8-1,6-4-182,4-3 231,1 5 1,6-10 0,4 2-135,4-3 0,3-7 1,2-1-1,0 1-295,0-1 249,0-5 0,2 2 0,3-8 8,4-1 1,-1-1-1,2 5-82,1 1 344,1-8 1,3 6 0,-1-5 106,0 0-161,0 4 0,0-8 0,1 4 0,-1-1 1,0 0 448,0-1-494,-6-1 0,5-4 158,-4 4-300,-2-3 0,4 6 44,-7-4 94,1-2 1,-5 6-50,0-3 92,0-4 1,0 12 82,0-4-149,0 4 1,0-4-71,0 1 71,0-7 0,2 8 0,3-5-34,4 2 37,4-5 0,-4 4 1,1-7 304,1 0-177,1 0 0,2 0 0,1 1 0,-1 2 84,0 2-70,0 0 1,1-5 11,-1 0-129,-6 6 0,4-3 1,-2 5 55,2-1-141,-4 4 1,5-8 26,-4 6-81,4-5 0,-3 3 1,-1-3-1,2 0-128,2-1 217,1 5 1,0-6-10,0 3 169,1-4 0,-1-1 0,0 0 278,0 0-261,-6 0 0,0 0 16,-3 0-119,-4 0 1,7 0-1,-5 2 97,2 3-133,6-4 1,-8 5 0,7-4-100,1 3 95,-5-4 1,7 7 0,-4-5 0,6 4 0,2-1-60,2 0-9,0 5 0,-3-7 1,1 4 72,2-2-1,0 5 0,0-10 0,1 6 0,1-2 0,1-1 366,0-1-331,2-1 1,0 3-1,-1-1 377,3 0-307,-6-3 1,7-1-1,-5 2 1,2 1-1,-2 2 254,-2-2-305,-1-2 0,0 1 0,2 1-72,1 2 1,-3 0 0,3-5 0,0 0-104,0 0 120,-4 6 1,9-4-1,-5 2-103,0-2 0,3-2 1,-4 0-1,1 0-155,3 0 233,-4 0 1,4 0 0,-5 0 12,2 0 1,2 0-1,5 0 1,-1 0-45,0 0 161,-5 0 1,3-5 0,-2 0-108,3 2 1,1 2 0,-1 1 0,-1 0-55,-3 0 61,7-7 0,-4 6 0,2-4 0,-1 3-16,0 2 1,-2-4 0,0-1 0,2 2 0,-3 1-40,-2 2 36,3-6 0,-4 4 0,4-4 251,-1 0-216,-7 4 1,8-9-1,-4 5 1,1-2-1,3-2 250,2 2-256,2-4 1,-1 4 0,0-6-8,1-1 1,-1 6-1,-1 0 1,-2-3 60,-1 0-100,-6 4 1,7-5 0,-6 5 29,-2 0 1,1-4-1,-1 4 1,3-2 194,3 1-96,-6 0 0,5-6 0,-5 1-7,2 0 1,2 0-1,-2-1 1,3 0 201,0-4-241,-1 3 1,-2-11-1,0 3 22,-2-3 0,-1 4 0,-2-1 0,-1 0 59,-4 2-202,4-5 1,-12 7 0,4-4-349,-3 5 1,-2-1 0,0 1 0,0 1-656,0 3-968,0 7 805,0-5 0,1 11 1233,4-2 0,3 2 0,6 2 0</inkml:trace>
  <inkml:trace contextRef="#ctx0" brushRef="#br0" timeOffset="11">25948 6596 7903,'-14'0'435,"4"-1"772,1-4-520,5 4 0,-2-7 0,6 3 288,0-5 0,6 4-828,4 1-32,3 4 1,2 1 0,3 0 43,1 0 1,6 0 0,-1 0 0,3 0 278,1 0-406,7 0 1,1 5 0,8-1 32,4-1 0,-4 4 0,3-1 0,-4 0 261,-5 1-372,3-3 0,-16 1 0,2 0 80,-5-2 0,-3-1-39,-5-2-209,-6 0-29,-1 0 0,-9 0-511,-3 0 306,4 0 0,-7 0-1183,3 0 0,2 0-175,-7 0 752,7 6 1054,-3-4 0,12 4 0,2-6 0</inkml:trace>
  <inkml:trace contextRef="#ctx0" brushRef="#br0" timeOffset="12">27043 6369 7648,'0'-10'-568,"-2"3"1754,-3 0-885,-3 3 1,-1-1-1,-1 0 1,-1 2-1,0 0 1,0 0 1664,2-2-1743,-1 0 1,1 5 0,-1 0 0,-1 0 717,-1 0-800,-3 0 1,1 0 0,-2 0-20,-3 0 0,4 5 0,-6 1 1,2 0-3,0 1-182,-6 4 1,8-3 0,-7 6-11,-1 0 0,2 2 0,1 1 0,2 4 63,2 1-96,-4-5 1,7 10 0,-3-3 42,7 3 0,0-4 0,5 1 0,-1 1-20,1 2 159,1 2 1,5-1 0,0-1 50,0-3 0,0 3 1,0-4-1,0 4 172,0 2-270,-6-7 0,4 4 1,-2-3-1,2-1 0,2 3 0,0-4 0,0-1-17,0 1 5,6 4 0,-2-9 0,5 3-23,2-4 0,0 0 0,0 0 0,-1 3 53,1 1-56,1 0 1,3-5 0,-1-1-36,0-4 1,0 4-1,2-4 1,1 2-62,2-1-227,0 2 1,-3-10-1,2 4-82,0 1 0,6-6 0,-3 4 0,-1-4-2079,1-1 2021,4 0 0,-9-1 1,4-4-1153,1-4 1623,-5-4 0,1-26 0,-1-12 0,-1-4 0,0 1 0</inkml:trace>
  <inkml:trace contextRef="#ctx0" brushRef="#br0" timeOffset="13">26758 6426 8035,'-6'-14'227,"4"-1"0,-2 1 1,2 0 1093,2 0-1087,0 0 1,0 4-1,2 2 1,2 0-1,6 0 119,2-3 1,9 5-1,3 0 1,3 1 201,1 0-482,0-6 1,6 10 0,0-6 42,3 1 0,-4 3 0,3-5 0,1 0 54,-1 0-78,-5 5 0,4-10 0,-5 4 27,3-4-89,-3 5 0,7-4 0,-6 4 0,3-2 0,-1 2-15,1 2 48,3-5 0,1 9 0,-2-2 72,-1 2 0,0 2 1,-2 0-1,3 0 181,0 0-243,-1 0 0,-5 0 1,2 2 10,1 2 1,-1 0-1,-7 3 1,-2 1-229,3 0 129,-6 2 1,7-1 0,-3 1-39,3 1 0,-4 1 1,0 3-1,-1-1-45,0 0 114,1-6 1,0 5-1,-4-4 12,-4 4 0,0 1 0,-1 0 0,0 0 40,0 1 13,7-1 0,-5 0 0,4 0-10,1 0 1,-6 1 0,6-1 0,-2 0 73,0 0-131,6 0 1,-9 1 0,3-1-25,-3 0 0,-2 0 0,0 1 0,0 0-92,1 4 109,-1-3 1,0 5-1,-1-7-47,-4 0 57,4 0 0,-7 5 0,5 0 0,-3-1 1,0-3 498,0 0-504,-5 5 0,8-4 0,-5 3 28,2-3 0,-5 4 1,4-4 0,-6 5 0,2-3 0,2 3 181,-2 1-144,-1-4 0,-2 4 0,0-5-6,0 2 0,0 5 0,0-5 1,0 0-144,0 1 92,0-4 1,0 9-1,-2-4-28,-2 1 28,2-5 1,-11 10 0,4-5 0,-2 0-1,0-1 48,1-1-93,1-4 1,-10 6 0,0-4 84,2 1-40,1 0 0,0-5 0,-1 0 0,-2 2 0,0 0 86,-2-2-51,5 3 0,-9-9 1,5 5 14,-3-4-22,0 4 0,-6-7 0,1 5 0,-2-3 0,-2 0-32,-1 0-26,-13-5 0,8 3 0,-9-6 26,3 0-94,-5 0 0,3 0 0,-5 0 0,2 0 0,4-1-158,0-4 204,9 3 1,-7-9 0,2 5-56,-5-2 75,-1 5 0,6-8 0,2 5 0,-1-1 0,-1-1 78,0 1-65,-5 3 1,14-4 0,-4 5 44,1-1-42,2-1 0,5 3 1,-1-1-1,1-2 1,-1 2 14,1 2 19,0-6 0,-2 6 0,-2-4-27,-1 3-90,0 2 1,3-4-1,-2-1 1,-1 2 0,1 0-219,2-2 191,8 3 1,-5-9 0,5 5 15,0-2-127,-5-1 1,11-6-1,-3 1 1,4 0 0,0 0-1617,1-1 1343,6 1 0,2-5 1,6 0-799,0 2 1,2-4-1,4 1 1287,8-2 0,26 4 0,12-2 0</inkml:trace>
  <inkml:trace contextRef="#ctx0" brushRef="#br0" timeOffset="14">28877 7137 8034,'-21'-7'208,"5"6"0,-9-10 0,6 4 0,2 1 0,1-2 1848,2 0-971,6 5 1,3-3 222,10 6-1207,-4 0 1,12 0 0,-2 0 0,5 0 0,4 0 149,3 0 1,0 0 0,6 1 0,-1 3 44,1 0-226,-1 1 0,5-5 1,2 2-53,1 2 1,4-2-1,6 3 1,3-4 219,1-1-220,-4 0 1,11 2 0,0 1 173,7 2-182,0-1 0,-1-4 1,-6 0-1,-2 0 0,-1 0 210,-2 0-135,-6 0 0,-4 5 1,-9 0 133,-3-2-210,-7-1 0,-3-2 123,-6 0-110,-6 0-371,-1 0-518,-7 0 0,-2 0-3688,-3 0 3563,-3 0 0,-6 6 992,0 3 0,-57-2 0,28-4 0,0 0 0</inkml:trace>
  <inkml:trace contextRef="#ctx0" brushRef="#br0" timeOffset="15">23445 6255 7942,'0'-14'97,"0"5"0,0-1 0,0-1 757,0-2-404,0-1 1,0 5-1,0-1 1225,0-1-1010,0 5 0,-1-1 211,-4 7-651,-3 0 0,-6 0-57,0 0 1,0 0 0,-1 0 0,1 2 255,0 3-382,-7 3 1,6 4 0,-6 1-86,1 1 12,4-3 1,-5 10 0,7-5 0,1 1 0,2 2-332,2-2 402,6 5 1,-5-4 0,5 4 58,-2-2-81,0-1 1,7 0 0,2 0 0,6-1 0,3-3 243,1 0-229,0-1 0,7-1 0,2-4 295,4-4-209,8 3 1,-4-7-1,7 4 1,2-3 0,-1-2 303,-1 0-273,3 0 0,-11-5 0,2-2 163,-7 0-155,-4-3 1,-7 1 0,-1-1 0,-4-2 0,-3-4 63,1-3-284,-6 0 1,6 3-1,-9-3-329,-3-5 0,2 2 0,-6 0 0,-2 0-632,-2 0 527,-1 5 1,0-4 0,-2 8-337,-3 4 1,3-2-1,-5 6 1,2 2-1318,1 1 180,-1 2 1969,-2 0 0,-15 8 0,-7 3 0,-7 1 0,1 0 0</inkml:trace>
  <inkml:trace contextRef="#ctx0" brushRef="#br0" timeOffset="16">23204 6284 7956,'14'-8'745,"0"-5"1,-4 10-1,-1-5 486,2 2-751,-4 1 1,5 5 125,-2 0 0,-2 0 1,1 0 309,2 0-718,-5 6 1,7 2 0,-3 6 397,2 1-506,2-1 0,-4 2 1,-1 1-1,2 2 0,2-2-184,1-1 51,0-2 1,1 5 0,-1 0-1122,0-1 754,-6-9 0,5 4 0,-4-5-2706,4 0 1353,1-2 1763,-6-6 0,-2-44 0,-6-12 0</inkml:trace>
  <inkml:trace contextRef="#ctx0" brushRef="#br0" timeOffset="17">23602 6255 7978,'8'-14'-263,"4"6"0,-8-3 1,3 5 2487,0-2-38,-2 5-760,1-4 0,-6 7 715,0 0-1789,-13 7 0,-9 5 1,-6 7-21,-1-1 1,-1 2-1,-1 1 1,-3-1 148,3 1-558,1-2 1,6 0 0,2 0-476,1-2 0,3-1 1,3-2-1,1-1-982,0-4-590,6 4 1,2-10 290,6 6 1832,0-5 0,31-4 0,9-8 0</inkml:trace>
  <inkml:trace contextRef="#ctx0" brushRef="#br0" timeOffset="18">24341 5957 7704,'-8'-15'451,"2"8"0,1-1 0,1 3 1257,0-5-1224,3 4 0,-1 0 0,-3 6 0,-2 1 586,-1 4-935,-5 3 1,10 6 0,-7 0-1,1 1 1,-1-1 20,1 0 0,6 5 0,-2 0 1,2 0 124,-2 2-395,4-6 0,-6 11 0,9-7 52,3-2 1,2 3-1,9-1 1,2-1 61,1-2-34,6-9 0,-3 5 0,6-8 151,1-1 0,4-1 0,0-2 0,-1 0 528,-2 0-425,-2-6 1,-6-2-1,-1-6-64,-1-1 1,-8-4 0,2-1 0,-3-1-234,-3 1 18,-2-5 1,-1 2 0,-1-3-473,0 2 1,-3-1-1,-2 4 1,-4 1-1312,-5-1 1138,-2 2 0,-2 11 0,-1 3-1400,1 4 1497,-6 1 1,-3 0-1,-5 0 607,0 0 0,-45 6 0,31-2 0,0 0 0</inkml:trace>
  <inkml:trace contextRef="#ctx0" brushRef="#br0" timeOffset="19">24227 5900 14111,'15'0'1969,"-6"1"-1676,1 4 0,-1 3 0,5 6 0,1 0 244,-1 1-466,0-1 0,2 0 0,1 0-261,2 1 1,2-1-429,-2 0 1,1 5 0,4-2 0,-5-2-2343,-3-4 2157,-2-2 0,0 1 0,0-3-195,0 0 0,-4-3 1,-1-5 997,2-4 0,-4-3 0,4-6 0,-6-2 0,-2-3 0,3 2 0,-1-5 0,-2 1 0,-1 4 380,-2 1 0,0 2 1080,0 0 1,-2-1 876,-3 1-1099,4 6-815,-12 2 1,5 8 0,-6 2-1,0 6 1014,-1 2-1242,-5 3 0,4 4 0,-3 0-218,3-2 0,-3 3 1,0-1-1,2 0-1100,1 2 968,2-5 1,-5 4-1,0-4-445,2 3 0,-1-3 0,1 3 1,-2-3-3110,2-2 2859,1-6 850,2 4 0,-38-23 0,-10 2 0</inkml:trace>
  <inkml:trace contextRef="#ctx0" brushRef="#br0" timeOffset="20">23701 6369 8023,'0'-8'1371,"-6"-5"0,3 7-694,-7-3 1355,7 2-583,-3 1-218,6 4-648,0-10-628,0 10 0,2-6 0,4 5 0,8-2 0,8 2 83,5 2-17,8 1 1,3-2-1,9-1-310,5-2 203,4-6 0,2 8 1,2-5-1,2 0 1,-4 0-630,-4-3 496,-5 5 1,-13-5 0,-4 5-2012,-7-2 60,-4 4 803,-14-2 121,0 6 0,-14 0 1246,-2 0 0,-10 0 0,-3 0 0</inkml:trace>
  <inkml:trace contextRef="#ctx0" brushRef="#br0" timeOffset="21">23730 6497 8023,'-14'-14'473,"4"4"0,2 1 0,0-1 1559,0 2-489,5 2-691,-3 6-673,6 0 1,2 5 0,2 1 0,6 2 0,4 3 158,5 2 1,3 2-1,7 3 1,-1 1 123,0-2-336,7 5 1,-3-4 0,4 4-27,-1-2 0,7 6 0,-2-4 1,-1 1-7,3 1-113,-8-7 0,-4 4 1,-8-7-502,-1 0 1,-4-4 0,-6-2-1645,-1-2-285,-7-1-1322,3 1 3771,-6-4 0,-6-9 0,-2-8 0</inkml:trace>
  <inkml:trace contextRef="#ctx0" brushRef="#br0" timeOffset="22">24341 6724 8023,'0'-8'0,"-5"-4"0,1 2 0,1-2 646,1 4 0,0-3 1,-1 4 159,-1 0 0,-1 2 145,5-5 0,-2 7 183,-3-2-1094,4 4 1,-12 1 0,4 1 588,-4 4-485,-1 3 1,0 11-1,-1 0-93,1-2-38,6 5 1,-3-1 0,5 4-1,0-1 1,-1 0-448,4-2 426,2 5 0,1-7 0,1 5 104,4-1 0,3-6 0,8 0 1,3-2 141,4-2-164,-2-6 0,10 3 0,-2-6 64,1-2 0,1-3 0,3-3 0,4-3 269,3-2-352,1-8 0,-5-1 0,-4-5-7,-3 1 0,-3-4 0,-4 3 0,-5-2 79,-7 0-612,-5 1 1,-12 1 0,-4 1 105,-2 0 0,-10 6 1,-5-3-1,-5 6-675,0 2-85,-4 7 0,1-3 1,-3 6-513,5 0 1,3 0 1650,2 0 0,-7 0 0,-1 0 0</inkml:trace>
  <inkml:trace contextRef="#ctx0" brushRef="#br0" timeOffset="23">24227 6682 10683,'8'0'1916,"0"0"-618,-3 0-1007,-3 6 0,10-4 0,-4 4 99,0 0 1,5 2-286,-4 6 0,9 1 0,0-1 1,1 0-130,2 0-129,-5 0 1,11 1 0,-4-1-1,4-1 1,0-2-677,-3-2 39,3 1 1,-12-3-1,6-2-311,-1-3 432,-4-2 1,5-2 0,-7-3 0,-1-4-732,-4-4 1331,-3-1 1,-6 0-1,0 0 270,0-1 1,0 1 0,0 0 206,0 0 2156,0 6-1220,-6-5 1,3 12 369,-7-4-1463,7 3 1,-5 4-1,4 1 1464,-6 2-1299,4 6 1,-11 2-1,1 5 1,-5 0-1,-3-2 968,2-2-1610,-4 0 1,3 5-1,-3 0 220,2-2-476,-3-1 0,11-3 0,-3-2 0,3-3 0,2 0-2092,0 0 2121,6-5 453,2 3 0,37-19 0,9-2 0</inkml:trace>
  <inkml:trace contextRef="#ctx0" brushRef="#br0" timeOffset="24">25109 6369 7447,'0'-8'264,"0"0"2111,0 3-2123,0 4 1,-2-5 0,-2 7 0,-4 4-1,-2 3 157,1 0 0,4 4 0,-3-2 0,2 4 160,3 5-541,1-3 0,-3 4 0,1-4 40,0 3 1,9-3 0,6 4 0,5-1-100,3 0 42,6 0 0,2-5 0,8-1 26,1-3 1,2 1-1,3-7 1,-1-1 273,-2-1-231,-7-2 0,2-6 0,-7-5 503,-3-7-481,-5 3 1,1-11-1,-8 6 1,-3-2-1,-2-4 24,-3-1-150,-1-1 0,-9 0 0,-2 1-1024,-4 3 738,-7-3 0,-2 11 0,-7-1 0,1 6 0,-1 6-882,1 4 336,-1 1 1,-2 0-1,1 1-265,3 4 252,8 3 0,-2 6 869,7 0 0,0 38 0,0 10 0</inkml:trace>
  <inkml:trace contextRef="#ctx0" brushRef="#br0" timeOffset="25">25109 6326 8017,'-6'-8'-584,"2"-4"669,-5 2 706,0-2 1,1 2 944,3 1-1436,3 6 1,2-2 0,2 10 30,3 4 0,-2 4 0,8 2 0,3 3 747,3 1-1080,2 6 1,0-8-1,2 6 431,1-3-468,2 5 1,-1-9 0,1 5 0,0-2 0,-2 0-1476,-3-2 806,3-1 1,-8-7 0,2-1-2734,-5-2 3441,-1 6 0,-3-11 0,0 5 0,-26-37 0,-5-9 0</inkml:trace>
  <inkml:trace contextRef="#ctx0" brushRef="#br0" timeOffset="26">25408 6355 7974,'0'-8'1642,"0"2"1,-2 6-207,-3 0-1182,4 6 0,-12 2 1,4 6-1,-4 2 1,-1 1-225,-1 2-675,1 0 0,0 0 0,0 2-103,0 1 0,-1-5 0,3 2 1,1-3-1725,1-2 2205,1 0 1,-2-4 266,-4-1 0,-34-63 0,16 22 0,-1 0 0</inkml:trace>
  <inkml:trace contextRef="#ctx0" brushRef="#br0" timeOffset="27">24526 6099 7456,'0'-8'-1104,"-2"2"3346,-2 6-900,2-7-508,-4 6 1,7-6 839,4 7-1436,3 0 0,11 5 0,2 3-74,1 5 0,6-2 0,5 9 1,0 1 5,2 3-136,2 2 1,5 4 0,2 2 336,4 1-387,-10 0 1,12-1-1,-12-2 1,-3-5 0,-3-3-783,-4-4 327,-12-3 1,3-2-2238,-10-3 2155,-2-4 0,-3-1 0,-10-1 553,-8 0 0,-38-3 0,-16-1 0</inkml:trace>
  <inkml:trace contextRef="#ctx0" brushRef="#br0" timeOffset="28">24355 6767 8030,'-9'2'-895,"-1"2"2176,1-2 1,3 4-632,6-6 1,8 0 0,9 0 0,5 0 106,5 0-655,5 0 0,10-1 1,2-4-33,4-5 0,2 3 0,7-3 0,0-1 222,0-2-407,-6-1 0,-3 2 0,-6 0 107,-5 3-1216,-2 0 0,-8 1 0,-3 3-2459,-5 3 3683,-3 2 0,-9 0 0,-26 0 0,-12 0 0</inkml:trace>
  <inkml:trace contextRef="#ctx0" brushRef="#br0" timeOffset="29">26957 6611 8665,'0'-15'715,"-1"6"1,-2-1 0,-4 1 1643,-1 1-1971,5-5 1,-9 10 0,2-5 0,-3 2 89,-1 3 0,0 1-396,0 2 0,0 0 1,-1 2-1,0 3 1,-3 4-1,-2 4 10,-3 1-183,6 7 0,-3-4 0,5 7-9,1 1 0,2-3 0,2 0 0,5 0-150,4 0 325,1 2 0,8 0 0,4-2-53,6-2 60,13-1 0,-6-3 0,12 0 0,-1-2 0,-1-4 128,0-3-124,4-5 0,-9 4 1,3-6 219,-3 0-225,-1-6 0,-7-3 1,-3-9-1,-3-2 0,-2-1 183,0 1-240,-6-6 0,-2 4 0,-6-6-105,0-1 0,0 3 1,-1 0-1,-4 4-417,-4 2 22,-4 1 1,-6 9 0,-2 2-1023,-1 2 838,5 1 0,-10 5 0,5 0 0,-2 2 0,1 3-3157,-3 4 3817,-1-3 0,-26 26 0,-7-1 0</inkml:trace>
  <inkml:trace contextRef="#ctx0" brushRef="#br0" timeOffset="30">26730 6667 7878,'0'-14'2986,"5"5"-1332,-1-1-779,1 7 1,1-3 809,4 6-1392,2 0 0,1 6 0,-2 4-153,-1 2 1,-2 3 0,3-1-1,-2 2 140,2 2-516,2-2 0,1 5 0,0-7-543,0 0 39,1 0 0,-1 1 1,0-1-1,0 0-2643,0 0 2042,1 1 0,-1-8 1341,0-2 0,7-54 0,1-14 0</inkml:trace>
  <inkml:trace contextRef="#ctx0" brushRef="#br0" timeOffset="31">27099 6653 8301,'0'-8'1838,"0"-4"663,0 2-1808,0 4 0,0-2 4,0 3 0,-1 4 0,-4-4 0,-4 3 655,-4 2-1060,-8 7 0,-1 1 1,-6 6 259,-1 0-574,7 0 0,-4 2 1,2 1-1,-1 2 1,-1-1-1150,3-2 853,5 4 0,-2-4 0,5 3-1065,1-3 0,2-2 0,1-1 0,3-2-2348,1-2 2440,3-6 1291,4 10 0,37-37 0,11-1 0</inkml:trace>
  <inkml:trace contextRef="#ctx0" brushRef="#br0" timeOffset="32">27185 6710 7935,'-14'0'153,"4"-1"1,1-3 1720,-2 0-1348,-2-7 0,3 9 1,3-4 1092,0-1-1338,2 6 0,7-6-75,3 7 1,3-4 0,6-1 354,0 2-575,7-5 1,-4 6 0,7-4 240,1 0-353,-4 4 0,10-10 0,-2 4 1,2-2-1,2 2-384,1 2 385,5-5 1,-1 5-1,8-5-42,1 1 87,-6 1 0,-1-1 1,-7 1-1,-2-1 1,-2 2-506,-5 3-66,-4-2-688,-12 5 639,-2-4 0,-7 7 0,-6 2 0,-5 4 700,-6 1 0,-26 1 0,-2 5 0</inkml:trace>
  <inkml:trace contextRef="#ctx0" brushRef="#br0" timeOffset="33">27810 6497 7987,'0'-14'1895,"0"-1"-793,0 1-378,0 0 0,-4 5 606,-1-1-895,-6 1 0,3 1 0,-6 3 1,-1 3 442,1 2-735,0 7 1,-5 1 0,0 7 0,2 3 0,-1 2 364,-1 2-415,10-4 1,-10 9-1,11-4-352,0 4 142,2-5 1,6 4 0,0-7 0,1 0 0,6-1-1020,7 1 1016,7 0 1,7-9 0,0-2-84,1-2 203,6 5 0,-5-9 1,3 2-1,-3-4 1,-3-4 72,-4-6-7,4-2 1,-9-3-1,4 0 38,-2-4 0,-6 1 1,-6-5-1,-1-3-482,-4-1 65,-2 5 0,-1-3 0,0 4-466,0-1 1,-6 5 0,-5-2 0,-5 5-2243,-3 4 2566,-6 4 1,8 6 0,-7 0-795,-1 0 1249,-2 0 0,-27 19 0,-6 5 0</inkml:trace>
  <inkml:trace contextRef="#ctx0" brushRef="#br0" timeOffset="34">27725 6483 7989,'-8'-8'1489,"-4"-5"-706,10 12 1026,-4-12-794,6 11-655,0-4 0,0 8 0,1 2 1077,4 6-1182,3 2 0,11 4 1,1 2 201,2 1-496,-4 0 0,7 0 1,-4-1-1,1 0 0,1-2-991,0-2 841,-3 0 1,-1 0 0,0-1-1511,-2-4 1,-1 2-1729,-2-6 3427,-6 0 0,-20-30 0,-12-7 0</inkml:trace>
  <inkml:trace contextRef="#ctx0" brushRef="#br0" timeOffset="35">27981 6525 8775,'0'-14'2280,"0"6"0,0 0-1588,0 4 582,0 2-768,0-4 0,-2 6-233,-2 0 1,0 4 0,-3 3 0,-1 1 319,0 3-767,-2 1 1,-4 3-1,0-3 1,0-1-1,-1-1-1722,1 1 1424,0 1 0,-2 3 0,-1-3-2699,-2-2 2519,0 2 0,9-8 0,1 3 652,-2 0 0,-2-9 0,-1-6 0</inkml:trace>
  <inkml:trace contextRef="#ctx0" brushRef="#br0" timeOffset="36">27995 6682 7844,'-6'-8'1382,"4"0"962,-2 3-2012,2 4 0,4-6 0,2 9 0,6 3 0,2 4 0,3 5 442,-1 5 1,6-1-539,4 5 0,3 1 0,1 4 0,1-1 0,1-1 1,1-3 713,3 3-1033,-1-6 0,-6 5 0,-2-6-310,-1-1 0,-7-3 1,2-2-1,-3-2-743,-2-1 687,-6-7 1,3 5-1696,-6-4 83,-1-2 153,-4 4 1109,-6-6 799,4-6 0,-23-15 0,1-9 0</inkml:trace>
  <inkml:trace contextRef="#ctx0" brushRef="#br0" timeOffset="37">28450 6923 8036,'0'-14'638,"0"0"392,0 0-640,0 0 1,0 4 0,0 1 880,0-2 1,0 3 130,0-2-1129,0 7 1,-1-3 187,-4 6-314,3 0 0,-10 0 0,4 1 0,-2 4 0,1 4 926,-2 4-991,-2 1 0,0 1 0,2-1 184,2 0-372,-1 0 0,1 5 1,1 0-1,2 0 1,3 0-186,1 0 201,2 0 0,0-3 0,3 1-155,7 2 1,-1 0-1,12-5 1,-1 0-418,4 1 591,3-1 1,1-2 0,1 0 7,-1-3 185,-6-6 1,3 4 0,-4-7-1,-1 0 1,1 0 496,-4 0-506,-1-7 0,-2-5 1,-1-7 324,-3 1-421,-4-4 1,-1 0 0,-1-6 0,-2-1 0,-4 1-710,-2-1 482,-7 7 1,-2-3-1,-6 6-690,2 2 677,-6 1 1,1 3 0,-6 4 0,-1 4 0,1 3-969,0 2 928,-1 0 1,1 7-1,-1 2-851,1 4 778,6 1 1,-2 5-1,8 1 1,5 1 0,2 0-1600,1-4 1083,5 5 852,3-6 0,45 11 0,17-5 0</inkml:trace>
  <inkml:trace contextRef="#ctx0" brushRef="#br0" timeOffset="38">28393 7023 8036,'0'-22'-100,"0"1"0,0 7 0,0 0 2705,0 0-1807,0-1 1,0 1 2083,0 0-1579,0 6-1158,0 2 1,2 7 0,3 4 268,4 5-412,4 2 0,1 2 1,0 1-1,0 0 1,1 3-1564,-1 1 1248,0 0 0,0-5 1,0 0-2475,1 0 1463,-7 1 0,4-1-955,-2 0 1559,2-6 720,-4-2 32,-1-12 1,-7-2 0,0-8 0,0-1-1,0-2-103,0 1 938,0 3 1,0 0 0,0 1 150,0 0 261,0 6 1,-2-3 0,-3 6 452,-4 2-1479,-4 2 1,-1 7 0,0 3 594,-1 4-1003,-5 1 1,4 0-1,-4 2 1,1 2-1,0 1-1823,1-2 1543,-4-1 1,6-2 0,-3 0-2986,4 0 2573,-6 1 1,5-3 846,-3-2 0,-9-10 0,-2-8 0</inkml:trace>
  <inkml:trace contextRef="#ctx0" brushRef="#br0" timeOffset="39">26900 6867 8029,'0'-15'275,"0"1"1,0 0 0,-1 1 1096,-4 4-799,4 2 1,-6 9-1,7 3 111,0 4 1,2 4 0,1 3-1,3 1 514,2 2-861,2 6 1,9-4 0,1 4-149,2-1 0,-3-5 1,3 4-1,0 3 19,1 1-210,0-5 1,1 3 0,-2-5-37,-1 3-185,4-6 0,-9 4 0,3-7 0,-4 0-1215,0 0-129,-1 0 0,0-6 151,0-3 319,-6-3 1,5-2 0,-4 0 1096,4 0 0,26-19 0,7-5 0</inkml:trace>
  <inkml:trace contextRef="#ctx0" brushRef="#br0" timeOffset="40">27540 7208 8068,'8'-14'1151,"3"4"-143,-6 1-530,0 5 1,-5-4 0,1 5 1561,4-1-914,-3-1 228,4 5-736,-6 0 1,0-2-241,0-2-389,-6 2 1,2-4-1,-5 6 56,-2 0-1,-2 0 0,-1 4 1,0 3-1,0-1 0,-1 2-285,1 0 95,6 1 0,-4 4 1,4-2-116,0-2 240,1 1 0,3 4 0,-1 0 0,2 1 0,3-1 187,5 0-114,2 0 1,9 0-1,3-1 8,5-3-70,3-4 0,6-1 1,0-1-1,0 0 0,2-4-27,3-5 66,-3-3 1,-1-6-1,-7-1-36,-3 1 1,-3-5 0,-9-1 0,-2-2-83,-6-4-432,-2 0 0,-10-3 0,-6 2-98,-8 4 242,-5 2 1,-8 7-1,-3 1 1,-3 4-1,0 4-2093,3 3 1845,3 2 0,9 0 0,2 2-1112,5 3 1504,3 3 0,2 6 0,1 0 233,4 0 0,21 7 0,12 1 0</inkml:trace>
  <inkml:trace contextRef="#ctx0" brushRef="#br0" timeOffset="41">27483 7151 17630,'15'0'457,"-1"6"1,2 4-328,3 2-339,3 3 0,6-6 0,1 0 0,-1 3 1,0-1-2418,1-2 2244,-1 4 1,-1-12 0,-3 4-1,-5-3 1,-3-2-1565,-2 0 1648,0 0 0,-6-2 0,-3-3-305,-4-4 514,-1-4 0,0-1 1,0 0-1,-1 0 1,-4-1 154,-5 1 871,4 6 0,-7-3-384,4 6 0,-4 1 0,-1 4 0,0 0 1029,0 0-993,-7 6 0,4 2 0,-5 6 716,1 0-1183,-4 7 0,4-5 0,-4 3 0,3-2 0,1 0-880,4 2-98,1 0 0,2-5 0,1 1-8,4-1-204,3 0 1,6-4-1,1-3 1,5 1-1,9-1 1068,7-1 0,55-20 0,-31 2 0,0 0 0</inkml:trace>
  <inkml:trace contextRef="#ctx0" brushRef="#br0" timeOffset="42">28052 7293 8029,'-8'0'3456,"-4"-6"-1705,10-2-1149,-4-6 1,7 4 296,4 1 1,4 5-627,10 0 0,10-3 0,9 3 1,3-1 113,1-1-279,7 4 1,2-6-1,6 5 1,-2-3-1,-3-1 199,-4 1-457,-4-5 0,-9 9 0,-5-2 211,-5 2-3057,-14-4-1047,8 4 3387,-24-4 1,2 11-1,-16 1-785,-5 2 1441,4-5 0,-45 10 0,-4-5 0</inkml:trace>
  <inkml:trace contextRef="#ctx0" brushRef="#br0" timeOffset="43">21384 3938 7794,'8'-14'383,"4"0"0,-8 1 0,4 2 1,-2 1-1,-3-1 1707,-1-1-1046,-2 4 1,-2 1 52,-3 7-936,4 7 1,-7 1 0,5 6-1,-4 2 1,-1 3 0,-1 3-1,-1 1 674,1 1-804,-1 0 0,1 4 1,1-1-151,2-3 0,-5 3 0,3-5 0,-2 0-205,1-3-141,6 3 1,-8-6-1,6 3 66,0-4 1,4-7 0,-3-4-797,0-8 919,-1-4 0,11-12 1,2-4 29,0-3 0,5-1 0,-4 0 0,4-1-134,1 1 559,0-1 0,0 1 0,-1-1 80,-3 1 0,1 6 0,-5 3 408,2 3-522,-5 8 0,5 2 0,-5 7 102,2 4 0,1 3 0,-3 8 0,4 3 932,1 5-931,1 2 1,4 3 0,-2-1 104,-2 1 0,2-1 0,7 1 1,-1-3 91,-4-2-390,1-3 0,-6-2 0,4 0-521,-2-2 0,1-6-293,-6-2-2354,-1-5 2175,-4 2 0,0-12 0,-1-4 0,-4-3-1240,-4-1 1894,-4 6 1,-6-4-1,-2 2 284,-1-2 0,3 2 0,-3 2 0,2 0 2,2 0 110,-4 5 1,6-3-1,-2 4 618,2-2 1,6 2 0,1-3 2515,-2 4-1614,4 1-781,1 0 0,8 0-748,2 0 0,4 0 1,6 0-1,1-2-1782,-1-3 1275,0 4 1,0-5 0,1 6-1,-1 0 1,0 0-1226,0 0 1629,0 0 0,26 0 0,6 0 0</inkml:trace>
  <inkml:trace contextRef="#ctx0" brushRef="#br0" timeOffset="44">30099 5402 7887,'0'-8'513,"0"-4"1,0 2 0,0-2 1674,0-3 325,0 1-1776,0 6 0,0 4-273,0 8-176,0 4 1,0 6 0,0 1 45,0-1 0,0 2 0,0 1 0,-1 4 196,-4 1-429,4-5 0,-7 8 1,4-4-141,0 1-9,-1-5 1,3 9-1,-1-7 1,-2-2-1,2 0-262,2 2 135,1-3 1,1 0 0,4-8-95,5-2 0,2 0 0,2-2 1,1 0-155,-1-1 378,6-1 1,-2-7 0,5-1 22,3-2 1,-4-1 0,0-6-1,-2 3 244,-2 2-81,-2-2 0,-2 4-7,0-7 0,-1 1 0,-4 0 517,-4 0-762,-3 6 1,-4-3 0,-3 6-30,-4 2 1,-4-3 0,-1-1-1,0 1-354,-1 0 271,-5 1 0,3 0 1,-6 0 14,3 2 0,-4-3 0,5 1 1,2 2-1,1 2 208,2 1 1,0 0-68,-1 0-3,8 0 83,0 0 0,18 0 122,3 0 1,10 1-1,-2 2 1,2 2-46,0-2-74,-7-1 0,8-2 0,-6 0 73,-1 0 1,2 0-1,-1 0 1,-3-2 196,-5-3-100,2-2 0,-7-3 0,3 1-139,-4-2 1,-3-2-1,-2-3 1,0-1 120,0-2-320,-7 0 0,-2 5 0,-8-1 69,-2 1 1,-2 5 0,4 1 0,-2 0-280,1 0 247,-4 5 0,5-3 1,-5 6-383,1 0 1,2 1 0,7 4 0,1 4-3355,1 4 3851,7 1 0,-3 38 0,6 10 0</inkml:trace>
  <inkml:trace contextRef="#ctx0" brushRef="#br0" timeOffset="45">22223 4137 8227,'8'0'321,"0"-6"0,-5-4 1222,1-2-986,8 4 1,-11 0 561,4 3-1159,3 3 105,-7-4 1,6 12 0,-7 4 0,0 4 252,0 5-309,0-3 1,0 11 0,0-5-27,0 0 1,0 3 0,0-4 0,0-1 53,0 1-107,0 4 0,0-9 0,0 3 150,0-3-476,0-8 0,-2 4-205,-3-2-103,4-4 102,-6 0 1,7-7 0,0-4-625,0-4 3,0 2 1223,7-5 0,13-28 0,10-14 0</inkml:trace>
  <inkml:trace contextRef="#ctx0" brushRef="#br0" timeOffset="46">22280 4180 8227,'0'-15'382,"0"1"506,0 0-245,0 6 0,0-5 606,0 4-875,0-4 0,6 5-202,3 4 0,-1 2 0,0 1 0,0-3 303,0 0-520,2-1 0,4 5 0,0 0-72,0 0 1,2 5 0,1-1 0,4 1-520,1 1 490,-5-4 1,9 9-1,-7-6 6,-2-2 0,-1 3 1,-2-1-1,0-2 17,0-1 88,1 4 1,-6-4 513,1 2-229,-7-2-123,3-2-300,-6 0-16,0 0 203,-6 6 61,4-4 0,-4 6 174,6-3-149,0-4 0,0 12 0,0-4 0,0 4 268,0 1-285,0 0 1,1-4 0,3-1 119,0 2-190,1 2 0,-5 1 1,0 0-1,2 1 1,1-1 59,2 0-49,-1 0 0,-4-4 0,0-1 42,0 2-17,0-4 0,0 5 0,0-2 305,0 2-252,0 3 0,0-6 430,0 0-318,0-5 1,-1 7-1,-4-7 636,-4 0-374,-4-3 1,-1-1 0,-1 0-286,1 0 1,-5-5 0,-1-1 0,-2 0-397,-4-1 210,6-4 0,-5 5 0,6-5-159,1 2 1,2 5 0,2-2-1,0 1-337,0 1-44,6-1 0,-3 3-947,6-2 1,-1 2-1648,1-3 1618,3 4 1,-4 2 1510,6 4 0,0 16 0,0 9 0</inkml:trace>
  <inkml:trace contextRef="#ctx0" brushRef="#br0" timeOffset="47">22863 4777 9311,'6'-8'3691,"-5"2"-3723,6 6 206,-7 0 0,1 0-160,4 0 28,-3 0 1,6 0 0,-4 1-1,6 4 415,2 4-364,3-2 0,0 5 0,3-2 135,1 2 1,1 4-1,-2 2 1,2 0-131,2 0 7,2 4 1,3-6 0,-2 3 60,-1-3-156,0 4 0,4-4 1,0 3-1,-1-3 0,-3-2-99,-5 0 108,3 0 0,-6-4 0,3-2-92,-3-2 0,-7 3 1,1-4-11,1-2 9,-5 5-103,0-6 144,-6 4 1,0-4 215,0 2-123,0-2 84,0 4 265,0-6 1739,0 0-2284,0-6 75,0 4 1,0-10-11,0 2 0,-4 2 0,-3-1 0,1-2-507,0-2 433,1 5 1,-1-4-1,-2 2-41,0-2 0,-3-3 0,4 1 1,1 0 13,0 0 185,-5 6 0,7-5 61,-5 4-201,6 2 0,-3 0 0,4 3-571,-3 0 657,4-1 1,-6 11 202,7 4-126,0 2 1,7 4 0,1 1 0,1 2 0,-1 0 200,-2 2-161,5-5 1,-8 4 0,5-6-54,-1 1 12,4-1 0,-10 0 1,4 0-1,-3 1 62,-2-1-222,-7-6 0,-1 0 0,-7-5-1914,-4 1 1508,-3 1 0,-7-5 1,1 0 530,-1 0 0,-18-38 0,-5-9 0</inkml:trace>
  <inkml:trace contextRef="#ctx0" brushRef="#br0" timeOffset="48">23076 10392 7673,'0'-8'2277,"0"2"-1637,0 6 859,0 0-870,0-6-582,0 4 0,0-3 1,0 10-1,0 5 82,0 2-145,0-4 0,0 9 0,-2-2 80,-2 0 0,2 3 1,-3-1-1,4 4 206,1 1-210,-7 2 0,6-1 0,-4 1-2,3 1 1,2 2 0,0 2 0,0-3-27,0-2 8,0 3 0,0-10 0,0 7-13,0 1 0,0-4 0,0-1 0,0-1 74,0 0-86,-6 0 0,5-5 1,-4 1-14,3-1 1,2-5-1,0 1 49,0 1-309,0-5-460,0 1-644,0-7 949,0-7 0,2 6 0,1-6-2048,2 1 2461,-1 4 0,15-36 0,5-1 0</inkml:trace>
  <inkml:trace contextRef="#ctx0" brushRef="#br0" timeOffset="49">23104 10421 7538,'0'-8'-344,"-4"0"1,-3 5 0,1-4 2064,0-1-1019,-5 5 1,7-5 446,-5 4-903,6 2 0,-8-6 0,8 5-158,4-2 0,7 1 0,11 4 0,5 0 19,2 0-122,3 0 1,6 0 0,4 0 24,7 0 1,0 0-1,4 0 1,-1 1-90,-3 4-14,-2-4 0,-6 6 0,-1-7 49,-3 0 1,-2 0 0,-8 0 0,-5-2 103,-4-3 40,0 4 336,-7-5-240,-2 6-115,-6 0 110,-6 0-41,4 0 129,-11 0-76,12 0-124,-6 6 0,7-3 1,0 7-1,0 1 140,0 1-169,0-4 0,0 5 0,0-4 102,0 4-114,0 1 0,0 0 0,0 1 1,0-1-1,0 0 93,0 0-86,0 7 1,0-6 0,0 6 5,0 0 0,0-4 1,0 5-1,0 0 3,0 0-38,0-4 0,0 7 1,0-5-50,0 3 26,0-6 1,0 8-1,0-6 1,0-1-1,2-1-193,3 2 197,-4-3 0,6 4-40,-7-6 212,0 1-47,6-1 73,-4 0 0,2-6 24,-8-3 1,-4-4-1,-7-1 1,0-1-61,-4-4-198,-3 3 1,-4-6-1,-1 5-34,-3-1 0,-3-3 0,0 4 0,-5-2-321,-3 2 384,5 2 0,-5-4 0,4 0-78,1 2 1,1 1 0,7 2 0,1 0-283,3 0 197,4 0 0,10 0-189,1 0-378,6 0 0,-2 0-1227,10 0 1446,-4 0 1,7 0-791,-3 0 837,-4 0 0,7 0 474,-3 0 0,3-50 0,6-13 0</inkml:trace>
  <inkml:trace contextRef="#ctx0" brushRef="#br0" timeOffset="50">23033 10506 8134,'0'-8'-330,"5"-5"1,0 4 942,-2-4 0,3 4 0,0 1 825,2 2-1132,-4 1 1,3 5-1,-2 1 1,5 4 621,2 5-751,-4 2 0,5 3 0,-4-1-3,4 0 0,3 2 0,1 1 0,4 4 287,1 1-388,-5-5 0,10 10 0,-2-5 2,7 0-20,-2 5 0,5-6 1,-7 4-1,0-3 1,-1 0 245,-3 0-388,3-4 1,-13 2 0,2-6 60,-5 1 1,-6-3 0,3-1-339,-2-1-229,-1-7-46,-5 10 1,-2-12-384,-3 4 455,4-10 1,-10 2-748,6-7 1,-1 3 1313,1-3 0,3-34 0,-4-4 0</inkml:trace>
  <inkml:trace contextRef="#ctx0" brushRef="#br0" timeOffset="51">23645 10449 8134,'1'-13'0,"2"2"0,2 2-52,-2-2 0,0 5 1,1-1 1370,0 1-80,1 4-796,-5-4 0,-2 12 1,-2 4-1,-6 2 457,-2 3-637,-3-1 0,0 2 0,-3 1-48,-1 2 0,-6 2 1,1-4-1,-3 3 448,-1 3-646,-1 0 0,-1 1 0,-1 0 67,-2 1 0,0 0 1,3 0-1,0-1 143,1 1-212,-3 2 0,10-3 0,-4-2 63,2-1 0,3-2 0,7-7 0,0-1-249,0-1 193,6-7-1102,1 3 208,7-6 249,7 0 1,5-5-1,9 1-748,1 1 1,0-4 1370,2 3 0,28-20 0,2 0 0</inkml:trace>
  <inkml:trace contextRef="#ctx0" brushRef="#br0" timeOffset="52">22507 9369 8074,'6'-8'1524,"-4"0"428,3 3-1594,-4-3 0,-1 2-34,0 6 0,0 6 0,0 8 1,0 1-121,0-1-165,0 0 0,-4 5 0,-1 0-29,2-2 1,1 4 6,2-2 1,-5 1-1,1-2 1,0 2 69,3 2-119,1-4 0,0 2 1,0-5 24,0-1 1,0 0 0,1 0 470,4 0-389,-3-6 0,15 0 0,-1-5 461,5 2-386,-4 0 0,10-5 1,-4 0-1,3-2 0,-1-1 526,-1-2-711,-7 1 1,-1 2-1,-7-1-82,2-2 119,-4 0-1327,-1 5 0,-17 0 1,-3 0-382,-2 0-589,0 0 2295,2 0 0,0-19 0,0-4 0</inkml:trace>
  <inkml:trace contextRef="#ctx0" brushRef="#br0" timeOffset="53">22806 9468 8118,'-8'-20'165,"1"4"0,3-5 1111,-1 7-935,0 0 1,7 4 0,4 1-1,7-1 775,4 3-896,2 0 0,-5 7 0,2 0-116,3 0 0,-3 0 0,3 0 74,-3 0 0,-2 7 0,0 0-394,0 8 171,-6-1 0,-1 0 1,-7 2-1,-2 1 0,-3 2-149,-4-1 132,-4-3 1,2 4-1,-2 0 97,-2-1 0,-3-3 0,4 0 0,1-1 47,4 0-48,-4 0 1,7 1-1,-5-3 124,1-2 34,7 2 1,-3-9-1,7 5 541,4-1-483,3-3 0,6-4 0,1 0-83,-1 0-230,0 0 0,0 0 0,0 0 0,1-1 1,-1-2-80,0-2-715,-6 0 0,5 4 228,-4-4-901,-3 3 1,7-4-618,-3 6 1306,-4 0 841,0 0 0,-18-6 0,-4-2 0</inkml:trace>
  <inkml:trace contextRef="#ctx0" brushRef="#br0" timeOffset="54">23531 9525 8136,'8'-14'504,"-2"4"0,-6 1 779,0-2-931,0 4 1,0-5-1,-2 4 1,-2 0 835,-6 3-1094,-2 4 1,-7 1-1,0 0 80,1 0 0,-2 4 0,1 3 1,0 1 433,-2 3-743,6-5 0,-6 7 1,8-4-13,4 4 0,-2-4 1,6 1-1,2 1-387,1 1 492,2-4 0,7 5 1,2-5 201,4 0-142,7 4 1,-4-5 0,3 4 0,-3-3 0,-2 0 107,0-1-107,0-3 0,1 8 134,-1-2 104,-6-4 1,-2 7 168,-6-4-490,-6-3 1,-4 1 0,-7-7 129,-2 0-141,0 0 1,3 0 0,-1 0 0,-2 0 0,0 0-454,-2 0 424,6 0 0,-1-5 1,6 0-76,-1 2 278,5-5 0,-2 7 65,3-4-129,4 3 85,-6 2 1,9 0 0,3 0 22,4 0-155,4 0 0,3 0 0,1 0-439,2 0 252,6 0 1,-4 0-1,4 0 1,-3 0 0,0 0-1037,0 0 1087,2 0 0,-2 0 0,-3 0-36,-3 0 132,-2-6 1,0 0-1,1-5 1,-3 1 49,-2-1 231,2 5 1,-10-2 817,3 3 60,-4 4-254,-1-6-248,-6 7 0,4 2 274,-2 3-882,2 3 1,2 1 0,0 0 0,0 3 39,0 0-401,0-4 0,2 3 0,1-5-803,2 2 633,6-5 1,-8 9 0,6-8-1,2-1-641,2-1 1063,1-2 1,-1-2 0,-2-2 451,-2-6-292,1-2 0,-1 2 0,1 1 0,-1-2 0,-1-2 1805,-3-1-1145,3 6 0,-7-5 1107,4 4-1163,3 2-519,-6 1 1,4 8 0,-6 2-62,0 6-8,0 3 1,0 1 0,0 0 0,0 0 0,2 0-1464,2 1 969,-2-1 0,6 0 0,-4 0-1236,6 0 1444,3-6 0,-4 3 0,1-6 1,1-2-1,1-1-757,2-2 1069,1 0 1,-1-2 0,0-2 8,0-6 0,-4-4 1,-1-3-1,1-2 865,-2 1-549,-2 2 0,-1 2 1031,-1 0-940,1 0 0,-5 4 249,0 1-2111,0 6-544,0-4 918,0 20 694,0-4 0,7 7 0,2-8-610,4-2 751,1-1 0,0 0 0,0 0 0,1-2-104,-1-2 855,0-1 1,-5-4-49,1-1 1,-5-5 0,3 4 1186,-2-2-768,-1 5 334,-5-10-1264,0 6 16,0-1 0,0 3 104,0 10-217,0 3 0,0 1 0,0 0 0,1 3 0,2 0-1534,2 2 1274,0 1 0,-5-1 0,1 2-482,4 3 651,-3-10 0,6 10 0,-5-10 0,2 4 1,-1 0-477,3-4 833,-6 4 0,12-12-97,-4 4 1,4-3 0,1-4 0,0-3 557,1-4-562,-1-4 1,0-7 0,0-2 52,0 0-171,1-12 1,-1 9 0,0-11-1,-1-1 1,-2 1-130,-2-3 29,-6 4 0,4-5 0,-7 7 149,0 2-41,0 7 0,0 3 0,0 7 85,0 0 38,0 6 1,-2 2 1,-3 6 1,4 1 52,-4 4-345,4-3 1,-4 10 0,0-2 256,2 2 1,1 3 0,2 0 0,-1 3 875,-4 1-744,3 0 1,-4 0-1,5 1-72,-4 2 0,3-3 0,-3 3 1,4 0 112,1 1-169,0-6 1,0 8 0,0-6-146,0-1 1,5-1 0,1 0-1,2 1-508,3-6 311,2 3 0,5-12 0,1 5-101,-1-2 1,-1-1-1,1-5 1,1-2-267,-2-3 428,5-3 0,-6-6 0,4-2 91,1-3 0,-5 2 1,3-5-1,-4 1 214,0 4-88,-7 1 1,4 2 189,-2 0 1,-2 6 508,1 3-350,1 4-216,-3 7 0,4 2-426,-6 6 174,0-6 0,-5 0-180,0-3 181,0-4 2,0 6 0,-2-7-13,-2 0 105,-4 0 0,-2 0 121,1 0 1,-1 0 0,-4 1 443,0 4-485,0 3 0,4 1 0,2 1-5,2 1 1,-4-3 0,6 1 86,1 2-276,1 2 1,2 1 157,0 0-111,6 0 1,4-4 0,7-2-1,4-2 1,1-1-593,3 1 577,2-4 1,1 4 0,1-7-222,-1-4 298,1-3 1,-2-6 0,-2-1 0,-3 0-1,0-4-139,0-5 86,-4-3 0,1-1 0,-10-1-123,-4 1 200,-4-1 1,-1 1 0,0 1-1,-1 3 1,-4 7 287,-4 6-329,-4-2 1,-1 12-1,-1-4-28,1 3 130,0 9 1,5 2-1,-1 9 1,1 2 0,1 1 541,3-1-381,3 6 0,-2-4 0,-1 6 111,2 1 0,1-6 0,2-1 0,0 0 41,0 1-480,0-6 1,0 8-515,0-6 418,0 0 0,0-9 1,2-3-448,2 0 494,4-2 0,2-10 0,-1-3-75,2-5 1,2 2-1,1-8 1,0 3 76,1 2 79,-7 0 1,4 0 0,-2 1 239,2 4-35,-4-4 1,5 11 0,-4-1 671,4 6-166,-5 5 1,5 8 129,-4 3-647,-3-9 0,7 12 1,-5-11-1,1 0 1,1 1-201,1 1-327,1-5 1,-2 0 0,-1-5-376,3 2 0,0-2-351,2-8 202,1-3 0,-8-6 1,-2-2-1109,-3-3 1269,-2 4 742,0-6 0,-57-31 0,21 21 0,1 0 0</inkml:trace>
  <inkml:trace contextRef="#ctx0" brushRef="#br0" timeOffset="55">24227 9425 8155,'7'-7'236,"-4"-4"1,6 6 99,2 2 1,4-4 0,4 1 0,6 0-132,7-1-287,-2-4 1,11 10 0,-3-4 81,3 3 0,14-17 0,3-4 0</inkml:trace>
  <inkml:trace contextRef="#ctx0" brushRef="#br0" timeOffset="56">28706 9525 8121,'8'-6'224,"0"4"1,-5-4 1012,2-1-1002,-1 6 0,-4-4 0,0 10 105,0 4 0,-6 4-143,-3 1 1,1 2 0,-2 1 0,1 4 36,1 1 0,-3-5 1,5 2-1,-1-3 192,1-2-294,1 7 0,5-5 0,0 3 71,0-4 0,0 0 0,0-1 216,0 0-313,7 0 0,-4 1 1,6-3 198,2-2-323,2 2 1,1-10-1,2 4 1,1-1-1,4 0-235,1-2 131,-5-2 0,9-1 0,-7 0-314,-2 0 0,-1 0 1,-4-1 88,-2-4-1413,2 4 1760,-10-12 0,-21-33 0,-13-16 0</inkml:trace>
  <inkml:trace contextRef="#ctx0" brushRef="#br0" timeOffset="57">28948 9553 8121,'0'-14'-177,"0"5"0,0-1 0,1-1 2930,4-1-2461,-3-3 1,6 6-1,-4 1 1,6 0-1,2 2 143,3-1 0,0 1 0,4 3 0,4-2 99,-1 2-435,4 1 0,-5 2 0,3 0 87,-5 0 0,-2 2 1,0 3-86,2 4-75,-6 4 1,-7-4 0,-6 1 253,0 1-327,0 2 1,-6 2-1,-3 3 1,-6 1-1,-2-2-282,-2-1 58,0-2 1,5 0-174,0 1 0,-1-1-351,1 0 1035,6-6 0,4-2 1,8-6-129,6 0 0,4 5 0,3 0 0,4-2 158,1-2 17,-5-1 1,9 0 0,-7 2 58,-2 3 0,-3-2 1,-3 5-1,-3 0 685,-2 0-770,-1 1 1,-5 1 0,-1-1 29,-4 2 1,-3 0 0,-6 0 0,-2-3-122,-3-2-149,-3 5 1,-2-9-1,1 4-673,-3 1 0,4-6 1,0 4-1,1-3-1939,4-2 1817,1 0 0,2 0 0,1-2-2621,4-3 3395,3 4 0,44-18 0,9 3 0</inkml:trace>
  <inkml:trace contextRef="#ctx0" brushRef="#br0" timeOffset="58">30227 9525 8107,'-14'-6'288,"0"4"0,-2-9 0,-1 6 1,-2 2-1,1 2 0,1 1 1859,-2 0-1916,3 0 1,-4 1 0,6 2 0,-1 4 0,1 1 325,0 3 0,6 1-634,3 2 0,5-4 1,5-1-1,4 2 1,4 1-1,3-1 275,3-2-218,-3 1 0,9 2 0,-6-1 65,-2-1 1,4-2-1,-4 3 1,-3-2-97,-3 2 145,-1-5 0,-1 2 79,1-3 0,-9 3 0,-1 5 383,-7-4-518,-6-3 1,-8-1-1,-2 0-84,-4-2 0,-6-1 1,-1-2-1,3 0-611,1 0 487,1-7 0,1 4 0,1-5-96,3 2 1,4-3 0,6 2-176,-1-1 50,8 5 418,0-3 1,14 7-1,2 3 220,4 0 206,1 1 1,0 0-1,0 0-234,1-2 1,-1 3 0,0-1 0,0-1-496,0 3 235,1-6 1,-1 6-1,0-7-121,0 0 0,5 0 0,0 0 1,-1 0-1133,-3 0 1044,6 0 1,-5-2 0,3-3-39,-4-4 0,0-2 1,-1 0-1,0 1 241,0-1 303,1-1 1,-6-3 0,-1 1 175,-2 0 1,1 4-1,-4 1 515,1-2-13,1 5-646,-5-1 0,-5 9-96,1 3-136,-7 3 0,9 6 0,-3 0-212,4 0 1,1 0-1,0 1 1,0-1-879,0 0 872,6 0 0,2 0 1,6 1-157,0-1 1,1-6 0,-1-2 0,0-1-773,0 0 926,1-1 1,-6-4 0,0-1 131,3-4 1,-5-3 0,1-6-1,-1 0 535,-4-1 33,5 1 0,-7 0 0,4 0 448,-3 0 1,-2-1 431,0 1-891,0 0-483,0 6 0,0 3 0,0 10 0,0 5 126,0 2-135,0 2 1,0 1-1,0-1-306,0 0 0,1 0 1,2 0-1,4 1-1053,1-1 1116,1 0 1,5-4-1,0-3-147,1 0 0,-1 2 1,0-4-1,0-2-582,1-1 1011,-1-9 0,-5 0 0,1-8 53,1 1 0,-3-2 0,0-3 0,-2-3 351,-3 0-32,-1-5 0,-2 11 1,0-2 7,0 2 1,0 2-1,-2 1 521,-3 3-841,4 4 1,-12 6-242,4 0 0,1 5 0,0 1 0,2 2-1159,2 3 1033,3 2 0,2-4 0,4 1-273,5 1 1,2-3 0,2 0 0,1-2-626,-1-3 970,0-1 1,5-2 0,0 0 177,-2 0 1,-1 0 0,-2-2 0,1-1 635,-1-2 514,-6-6 1,3 8 1006,-6-7-737,6 1-1494,-10 1 0,4 3 198,-10 10 0,4 3 1,-4 6-1,3 0 127,2 1-326,0-1 0,0 0 1,0 0-284,0 0 0,7 1 0,2-1 1,4-1-1085,1-4 1172,0 4 1,2-10-1,1 5-81,2-2 1,0-1 0,-5-5 0,1-2-301,-1-3 706,0-2 1,0-12-1,1-2-17,-1-1 1,-5-2-1,-1-4 1,-2-2 230,-2-3-148,4-4 1,-7-1-1,4 0 47,-4-1 1,-1 4 0,0 2 0,0 5 655,0 4-437,-6 10-356,5 1 1,-6 13 0,7 0-1,-1 8-215,-4 5 238,3 1 1,-4 6 0,6 4 242,0 3 0,0 0 0,0-2 0,0-1 558,0 1-769,0 2 1,0 0 0,0-2-46,0-1 1,0-2-1,0 3 1,2-3 275,2-1-831,-2-2 1,11-5 200,-4 0 0,4-6 0,1-3 0,0-4-620,0-1 746,7 0 0,-5-6 1,3-5 94,-4-6 1,4-1-1,2-5 1,-1-1 20,1 2 21,4-5 1,-9 11 0,3-3 163,-3 3 1,-7 7-1,1 1 303,1 2-243,-5-5-581,0 9 147,-6 2-270,0 8 433,0 0 1,0 0 0,-1-5-130,-4 2 391,4-1 0,-12-4-70,3 0 1,-2 2 0,-2 1 0,1 3 540,3 2-402,-2-5 1,9 10-141,-7-3 0,2 2 0,-1 2 1,4 1 108,3-1-186,2 0 1,2 0 0,3 0-132,4 1 0,9-3 0,2-2 1,2-4-603,4 0 484,0-4 0,3 3 1,-2-10-82,-4-4 0,4-4 0,-5-3 0,1-3-289,-5-5 517,-2 4 0,-6-7 0,-2 3-3,-2-2 1,-1-3 0,-5 1 0,0-1 21,0 1 329,0 6 0,-5 1 0,-1 8 159,-2 4 0,3 3 1,-4 7 345,-3 4-591,6 3 1,-5 12 0,5 3 164,-2-1 0,5 8 1,-4-5-1,3 0 500,-1 2-762,0 0 1,5-3 0,0-2-340,0-2 0,0-1 0,0-5 0,2 1-850,2-1 424,-2 0 0,6-6 435,-3-3 0,3-4 0,6-2-254,0-4 484,0-3 0,0-6 0,1 0 70,-1-1 0,0 1 0,0 2 928,1 2-634,-1-3 1,0 12-18,0-4 1,-4 4-1,-2 2 1,-1 2 633,1 2-791,-4 6 0,8-3-41,-2 6 1,-2-1 0,1-2 0,2-3-713,2-2 202,1 5 1,-5-9 0,1 3-431,1-4 1,2-1-1,-1-1 1,-1-4-1163,-1-5 893,-7-2 1,3-4 0,-6-1-298,0-2 1362,-12-7 0,-17 3 0,-9-1 0,-8-6 0,1 0 0</inkml:trace>
  <inkml:trace contextRef="#ctx0" brushRef="#br0" timeOffset="59">31123 9539 8107,'-50'8'1768,"7"5"-785,8-12-654,19 6 0,12-7 0,19 0-47,12 0 0,3 0 0,10 0 0,2-2-205,4-3-379,8 4 0,-5-6 0,3 7 302,-5 0 0,-15-6 0,-5-2 0</inkml:trace>
  <inkml:trace contextRef="#ctx0" brushRef="#br0" timeOffset="60">29602 10648 8033,'0'-14'268,"0"0"0,0-1 0,0 1 1,0 0-1,0 0 0,-2 0 1,-1-1 1896,-2 1-1829,-6 6 1,8-4 0,-6 4-1,-2 0 1,-4 3 0,-2 4 252,-2 1 1,-6 6-463,1 3 0,-1 6 0,-1 3 0,3 6 33,-3 3 0,1 3 0,0 2 1,3 2 95,1 3-252,-4-6 1,14 4 0,-2-7 257,5 1-300,4 6 0,5-10 0,6 2 1,7-5-1,9-5 327,9-1-204,4 5 1,4-12 0,1 2-12,3-3 1,2-6 0,-3 2 0,-1-2 92,1-2-167,-7 0 1,-1-6 0,-6-5 224,-1-7-265,-6 2 1,2-9-1,-8 5 1,-4-3-1,-1-2-259,-3-2 150,5-7 1,-12 4 0,4-5-232,-3 0 208,-9 5 1,-1-5 0,-6 8 0,0 5 0,0 7-915,0 3 793,-7 9 1,4-3 0,-5 6-1252,1 0 1135,-4 0 1,9 2-1,-5 2 1,1 6-1,-2 2-2514,0 3 2361,-5-1 0,9 0 562,-5 0 0,-14 7 0,-7 1 0</inkml:trace>
  <inkml:trace contextRef="#ctx0" brushRef="#br0" timeOffset="61">29289 10648 8056,'0'-8'906,"5"-9"298,-1 3 44,1-4 1,-5 9 1135,0-1-1027,0 7-1143,0-3 0,5 7 0,1 4 781,2 5-764,2 2 0,4 7 0,2 2 1,1 1-1,4 2 462,1-2-706,-5 4 0,10-3 0,-3 5 105,2 0 1,-2-4 0,-2-2 0,-1-1 208,-4-4-698,-1-1 1,-3-2 0,-2-1-1312,-2-4-479,-6-2-364,4-1 1218,-7-4 0,-2-1 124,-3-6 1209,4-6 0,-6-28 0,7-15 0</inkml:trace>
  <inkml:trace contextRef="#ctx0" brushRef="#br0" timeOffset="62">29787 10591 8056,'0'-14'479,"0"0"1313,0 0-1203,0 6 1,-2-3 0,-3 6 0,-4 3 1627,-4 5-1643,-1 5 0,-2 8 1,-1 2-119,-2 0 0,-5 8 0,4-3 1,-1 4 563,1 2-754,-6 5 1,6-8 0,-6 2-42,3-1 0,4-2 0,-5 1 0,0-4-96,2-2-209,-5-1 1,12-5 0,-4-1-601,3-3-940,2 2-514,6-10 1087,1 4 1,7-8-1918,0-2 1707,7 2 1257,7-4 0,40 0 0,14-2 0</inkml:trace>
  <inkml:trace contextRef="#ctx0" brushRef="#br0" timeOffset="63">22351 12056 8011,'8'0'798,"0"0"0,-5-2 594,1-3-857,1 4 116,-5-6-423,0 7 1,0 2-1,2 1 1,1 3 87,2 2 0,-1-3 0,-4 4 20,0 3-243,0 0 0,0 2 0,0 1-135,0-1 52,0 0 1,5 0-1,0 2 1,-2 1 0,-1 4-102,-2 1 11,0-5 1,0 10 0,1-5-208,4 1 274,-3 3 1,4-3 0,-6 3-1,1 0 1,3-4-35,0-2 15,1 6 1,-5-9 0,2 7-92,2 1 102,-2-5 1,4 3 0,-6-6 0,0 2 0,0 0-139,0 1 97,0-4 0,0 5 0,2-7-5,3 0 91,-4 0 0,5 5 0,-4 0 0,1-1 0,2-3 383,-2 0-302,5-1 0,-5 0 1,5 0-4,-2 1-89,-1-1 0,0 0 1,0 0-1,-1 0 1,1 1-344,0-1 321,0-6 1,-5 0-332,0-4 125,0-2 125,0 4-142,0-6-373,0 0 1,0-6-1634,0-4 1454,6 4 784,-5-7 0,18-7 0,-3-10 0</inkml:trace>
  <inkml:trace contextRef="#ctx0" brushRef="#br0" timeOffset="64">22408 12013 8002,'0'-8'738,"-5"0"1,0 3 1061,2-4-1532,1 3 1,9-1 0,2 7-1,4 0 1,1 0 0,0 0 817,0 0-985,7 0 1,-4 0 0,6 0-1,-1 0 1,0 0 0,3 0-1,2 0 344,1 0-510,7 0 0,-3 0 1,7 0 75,5 0 0,-1 0 10,4 0 0,4-5 0,1 1 1,2 1 230,-2 1-213,3 2 0,-11-2 1,5-1-18,0-1 0,-4-1 0,0 5 1,-3 0-96,-5 0-4,-5 0 0,9 0 0,-5 0-346,1 0 347,-2 0 1,-5-2-1,1-1 1,4-2-1,0 2-382,-1 2 416,0 1 1,-1 0 0,0 0-78,-1 0 149,4 0 0,-6 0 0,1 0 1,-4 0-1,-5 0 159,-1 0-189,4 0 1,-9 0-1,1 1 60,-5 4-52,0-4 0,-9 6 39,7-7-62,-7 0 313,3 0-245,-6 0-73,0 0 1,7 0-108,2 0 109,-3 0 1,7 0-21,-4 0-564,-2 6 328,5-4 313,-10 10 1,4-9 0,-6 7 181,0 1-24,0 2 1,0 1-1,0 0 65,0 0-89,0 1 0,0-1 1,0 2-1,0 1 1,0 3 544,0 3-610,0 0 1,-1 1-1,-2 0 247,-2 1-325,0 2 1,4 1 0,-3 1 0,0-1 0,-1 1-154,-1-1 113,4 0 1,-4 1-1,4-1-165,-3 1 145,4-7 1,-6 5 0,7-5-1,0 1 1,0 0-145,0-3 93,0 5 1,0-9 0,0 5-103,0-1 159,0-4 1,0 5 0,0-7-1,0 0 1,0 0-106,0 0 133,0-6 0,0 5 0,0-4-68,0 4 8,0-5 0,0 5 0,0-4-119,0 4 183,0 1 0,0-5-78,0 1-15,0-7 1,-1 3 84,-4-6 2,4 0 0,-7 5 1,3 0 304,-5-2-300,4-1 0,-6-2 0,0 0 0,-3 0 0,-6 1 36,-1 4-46,-2-4 0,-6 6 1,-3-6-58,-5 4 41,-3-3 0,-2 4 0,-1-6 0,-2 0 0,-3 2-78,-1 2-5,-2-2 0,-5 4 1,2-6-112,2 0 172,-2 0 1,5 0 0,-7 0 0,1 0 0,4 0-190,5 0 106,3 0 0,1 0 0,2 0-17,3 0 114,-3 0 0,9 0 0,-4 0 0,1 0 0,4 0-105,1 0 46,8 0 0,-4 0 1,7 0-135,2 0-330,1 0-225,8 0-157,2 0-1114,6 0 1621,6 0 1,-3-4-1,5-3 425,-1-1 0,4-20 0,-3-10 0</inkml:trace>
  <inkml:trace contextRef="#ctx0" brushRef="#br0" timeOffset="65">22464 12567 7978,'-7'0'1070,"0"-6"347,7-3 19,0 2-461,0 1-750,7 6 0,0 0 0,8 0 0,-1 0 704,0 0-795,7 0 1,-6 0 0,6 0 21,0 0 1,-4 0 0,8 0 0,4 0-56,2 0-127,2-6 0,-3 4 0,4-3 13,3 4 3,-2-6 1,6 6 0,-4-6 0,1 3 0,-1-1-127,3 2 76,-5-5 0,1 6 0,-4-4-22,1 0 76,0 4 0,0-4 1,0 4-1,-1-1 1,-2-2-286,-2 2 288,7 2 1,-5 1 0,3 0-15,-3 0 25,-1 0 0,-1-5 0,1 0 1,-1 2-1,-1 1 6,-3 2 62,3 0 1,-5 0 0,6 0-76,1 0-3,-1-6 0,0 4 0,1-2 1,-2 2-1,0 1-44,1-4 5,-9 3 0,13-4 0,-12 6 49,2 0 6,-4 0 0,7 0 0,-6 0 1,0-2-1,0-1 197,0-2-179,0 1 1,0 4 0,0 0 176,-2 0-259,-1-7 1,-7 6 0,1-4 0,1 4-573,1 1 233,-4 0-161,-1 0-766,-7 0-380,0 0-4,-7 0 1700,-1 0 0,-30 2 0,-14 2 0,-2 0 0,-1 0 0</inkml:trace>
  <inkml:trace contextRef="#ctx0" brushRef="#br0" timeOffset="66">22991 12198 7980,'7'-15'422,"0"6"1,-6 0 0,2-3 1926,2 0-1496,0-2 1,-3 6 96,2 3-724,-2 3 1,4 4 0,-6 3 0,0 4 40,0 4 1,0 6 0,-1 0 0,-3-2-14,0-1-157,-1 4 1,3-4-1,-1 5-120,-2-1 0,-1-4 1,3 3-1,-2-3-98,2-2 26,2 0 0,1 1-318,0-1 360,0 0 1,0-5 0,1-1 0,4-1 0,4-4 219,4-2-195,8-1 1,-4-1-1,5-2-103,-1-2 101,4-6 1,-8 8 0,5-5-1,-1 0 1,-4 2-1258,-1-1 432,-8-4 1,5 10-3182,-4-4 4036,-3-3 0,-25-6 0,-12-8 0</inkml:trace>
  <inkml:trace contextRef="#ctx0" brushRef="#br0" timeOffset="67">23318 12169 7980,'0'-14'272,"0"0"1,0 4 1747,0 1-152,0-1-658,0 2-913,0 2 0,0 8 13,0 2 1,0 6 0,0 7 0,0 4 289,0 1-490,-7-5 0,6 5 1,-4-4-50,3 1-31,-4 0 1,4 0-1,-2 0 1,2-2-305,2-1 263,6-2 1,-2-6 0,5-3-298,2-4 305,8-1 1,-2 0-1,7 0 1,0-1 0,0-4 27,-1-5-68,-5 4 0,7-6 1,-6 4-248,-2 0-507,-1 1 0,-7 3-1029,1-1 754,-7 0 0,2 5 0,-8 2 1072,-2 3 0,-57 28 0,27-10 0,-1 0 0</inkml:trace>
  <inkml:trace contextRef="#ctx0" brushRef="#br0" timeOffset="68">22991 12681 7939,'0'-14'744,"0"4"1,0 1 1481,0-2-1914,0 4 1,1-4 0,2 8 887,2 5-1045,0 4 1,-5 8 0,0 2 0,0 2 0,0 2 219,0 2-367,0-4 1,0 7-1,0-6 1,0-2-1,0 1-269,0 1 247,0-4 0,0 6-59,0-7 1,0 0-1,-2-1-571,-3-4-595,4 4-24,-5-11 344,6 4 0,0-8 1,0-2-1637,0-6 2555,0-2 0,4 2 0,1-1 0,-2-5 0,5 2 0,-6-7 0,2 7 0,0-2 0,0-3 0,-2 4 0,4-6 0,-6 7 435,0 0 34,0-1 0,0 6 0,0 0 0,0-3 1663,0 0-1771,0-2 1,0 4 50,0 1 0,2 4 0,3-3 0,4 2 738,4 3-934,1 1 1,5 2 0,0 0-152,-2 0 1,4 0 0,-2 0 0,-2 0-94,-1 0 68,-8 0 1,3 6-29,-7 4 1,1-2 0,-5 1 407,0 2-322,0-4 0,-8 4 1,-4-5 143,-6 2-397,-1-5 0,0 10 0,-1-6 1,-1 1-1,-1-1-1843,0-1 1612,5-4 0,-4 9 1,7-7-2126,0 0 441,6 3 2070,-5-5 0,56-15 0,6-10 0</inkml:trace>
  <inkml:trace contextRef="#ctx0" brushRef="#br0" timeOffset="69">23318 12610 6561,'7'0'2754,"0"0"0,-7-2-413,0-2-1359,0 2-540,0-4 1,0 7 173,0 4-503,0 3 0,-2 5 0,-1-2-82,-2-2 0,-1 1 0,3 4 0,-4 2-233,0 3 179,3-4-1,-7 6 1,7-7-505,0 0 404,3 1 0,-4-1 0,0 0 1,2 0-457,2 0 461,1-6 0,0 0 437,0-3-201,6-3 1,3 4 0,9-6 0,2 0-1,2-2 618,4-2-421,1 2 0,-4-9 0,1 5 360,1-2-404,-4 5 0,4-9 0,-6 8 282,-2 1-679,-1-5 311,-8 6-719,-2-4 1,-7 6 0,-4 0-3474,-4 0 3032,2 0 0,-5 0 0,4 1 976,0 4 0,-55-10 0,-8 4 0</inkml:trace>
  <inkml:trace contextRef="#ctx0" brushRef="#br0" timeOffset="70">28734 11871 7972,'0'-8'271,"0"-5"1,0 4 970,0-4 427,0-1-771,0 6 0,0 3-99,0 10-631,0 3 1,0 1-1,0 1 29,0 1 0,0 3 1,0 3-1,0 2 375,0-1-455,0-2 1,0 3 0,0 1 46,0 2-142,0 2 1,0 0-1,0-2 1,0 0-1,0 0-54,0 3-28,0 2 0,0 0 0,0-2 14,0-1 1,0 0 0,0 4 0,0 0 117,0 1-73,0-1 0,0 1 0,0-2-118,0-4 0,0 7 1,0-4-1,0-1-174,0 2 230,0-7 1,2 7 0,1-5 50,2 0 1,0 0 0,-5-4-1,0 1-87,0-2 114,0 5 0,0-6 0,0 3 38,0-3 1,0 0 0,0 1-1,0 2 372,0-2-294,0-1 0,0-2 0,0 1-21,0-1 1,-2 0-1,-1 0-114,-2 0 34,-6 1 0,10-1-128,-4 0 1,2 0-1,0 0 34,-2 1 41,0-1 1,5-5 0,0 1-12,0 1 0,0-3 1,0 1-20,0 2-147,0-4 0,0 1-286,0-4 173,0-2 134,0 4-658,0-6 0,0-6 0,2-4-2768,2-2 2825,-2-2 780,4-1 0,7-37 0,3-9 0</inkml:trace>
  <inkml:trace contextRef="#ctx0" brushRef="#br0" timeOffset="71">28749 11885 8021,'0'-8'-44,"-5"-5"0,0 4 1663,2-4-1442,1 5 1,4 0 0,3 5 0,4-1 0,6-1 0,3 0 0,6 0 324,3 2 0,3 2-362,3 1 0,-1-5 0,4 0 1,0 2 126,1 1 0,-4 2-148,5 0 1,-5 0 0,5 0 0,1 0 212,3 0-308,0-6 0,2 5 1,4-4-1,2 2 0,3-1-23,-1 0 6,0-1 1,5 0-1,0 1 137,-1 0-167,1 3 1,-6 1 0,-2 0 0,-2 0 0,2 0-50,2 0 68,1 0 1,-2 0 0,-1 0-21,0 0 1,-4 0 0,2 0 0,-4 0-259,-5 0 247,3 0 1,-7 0 0,6 0-115,-2 0 0,0 0 0,4 0 0,-1 0-15,-3 0 143,3 0 1,-17 0 0,0 1 16,-7 4 0,-3-3-78,1 2 270,-8-2 250,0 4 313,-7-4-520,0 4 0,-2-6 215,-3 0-161,4 0-67,-5 0-134,6 0 1227,0 0-1084,0 7 127,0-6 0,0 12-159,0-4 0,0 4 0,0 1 0,0 0 356,0 0-469,0 7 0,0 1 0,0 7 50,0-1 1,0 0 0,0 2 0,0 4 57,0 4-114,0-4 0,4 7 0,1-3 11,-2 3 1,-1 2 0,-2 0-1,0-2-173,0-3 131,0 3 1,0-10 0,1 6-109,4-3 0,-3 0 1,2-6-1,-2 0-8,-2 1-18,0-1 0,5 1 0,0-2 45,-2-4 1,-2 4 0,-1-3-1,0 3-21,0 1-114,0 1 1,-4-6 0,-1 1-4,2 1 0,1 2 0,2 1 1,0-1-423,0-3 462,0 3 1,-2-10-1,-1 5 43,-1-1 1,-1-2-1,5-5 1,0 0-110,0 0 116,0 1 1,-5-1 112,0 0 1,1 0-31,4 1 70,0-8 431,0 0-215,0-7 778,0 0-495,-7 0-417,-1 0 0,-6 0 0,0 0-257,0 0 9,0-7 1,-7 6-1,-3-4 1,-3 4-1,-1 1-458,0 0 472,-7-7 1,-2 6-1,-7-4-68,-3 3 0,3 2 0,-5 0 0,1 0-181,1 0 271,-7 0 0,5 0 0,-3 2 2,5 3 0,-2-4 0,1 4 0,1-2-132,-2 2 231,11-4 0,-9 6 1,10-7-44,1 0 0,-5 5 1,5-1-1,-1-1 13,4-1 14,3-2 0,-3 0 0,-2 0-18,-1 0 1,-2 0-1,-5 0 1,2 0-261,3 0 250,-3 0 0,2 0 0,-6 0-9,4 0 1,3 0 0,-1 0 0,1 0-68,-2 0 96,6 0 0,-1 0 1,7-2 101,-1-2 1,1 2-1,1-4 1,3 1 123,5 0-124,3 1 1,4 2 0,1-1 37,1-2 1,7-1-160,-2 1-906,4 3 0,1-5-133,0 2 0,6 3 0,4-3 0,2 4-2008,2 1 3058,7 0 0,33-32 0,14-7 0</inkml:trace>
  <inkml:trace contextRef="#ctx0" brushRef="#br0" timeOffset="72">28791 12553 7999,'-8'0'213,"-4"-1"0,2-3 959,-2 0 316,4-1-941,1-1 0,7 2-414,0-5 0,2 6 0,3-2 234,4 3-237,4 2 1,-4-4 0,1-1 0,1 2-1,2 1-20,-6 2 0,6-1-44,-3-4 0,-2 3-133,1-2 163,0 2-25,-1 2 0,3-2 1,-4-1 80,1-1 41,-5-1 0,5 5 131,-4 0-99,-2-7-351,11 6 89,-12-5 0,6 4 181,-7-3-25,0 4 159,0-6 96,0 7-1047,0 0 1,-7 7 0,-1 1 0</inkml:trace>
  <inkml:trace contextRef="#ctx0" brushRef="#br0" timeOffset="73">28763 12340 7999,'-8'-8'281,"0"-3"1,5 5 1952,-2-2-662,0 5 499,-1-4-1801,5 7-13,-6 0 1,9 0 17,3 0 1,2 0-1,9 0 1,2 0 258,1 0-522,6 0 1,-3 2-1,8 1 334,3 2-350,-3-1 0,7-4 0,-6 0 1,4 0-1,1 0-109,4 0 13,1 0 1,-3 0-1,0 0 8,1 0 0,9 0 0,2 0 0,2-1-84,0-4 131,-6 4 0,9-7 0,-4 4 32,0 0 1,-4-1-1,-8 3 1,-2-1-28,-2-1-7,4-1 1,-9 5-1,3 0-1,-3 0 0,0 0 0,3 0 0,4 0-172,-1 0 196,-1 0 0,-7 0 1,2 0-13,3 0 0,-4 0 0,1 0 0,-6 0-8,-4 0 29,5 0 1,-9 0 0,5 0 94,-1 0 1,-4 0-1,5 0 1,-2 0 205,0 0-221,6 0 0,-5 0 1,6 0-10,-3 0 1,1 0-1,4 0 1,-1 0 45,-3 0-108,3 0 1,-10-5 0,5 0-4,-1 2 0,3 2 0,-5-1 0,-2-1-81,-1-2-30,-2 0 0,0 5-75,0 0 0,-4 0-93,-1 0 4,-6 0-149,4 0 1,-9 0-1,-3 0-752,-4 0 496,-4 0 0,-2 0 0,-4 0 689,-5 0 0,-33 3 0,-14 1 0,-6 0 0,-1 0 0</inkml:trace>
  <inkml:trace contextRef="#ctx0" brushRef="#br0" timeOffset="74">29275 11970 8060,'0'-14'481,"6"0"0,-4 0 0,2-1 0,-2 1 1633,-2 0-1875,0 6 0,-2 2 0,-1 7 0,-3 4 0,0 5 1,-2 2 877,0 2-953,5 1 0,-8 4 0,6-1 0,0 1 0,0 0-155,1 0 0,-1 0 0,5-4 0,0-1-65,0 0-308,0-6 0,0 4-88,0-2 116,0-4 270,0 1 1,5-14 0,1-2-4,2-4 0,-3-3 0,2-1 0,1-4 357,0-1-273,-5 5 0,9-8 0,-6 6 171,2 1 0,0 7 1,3 3-1,-2 2 182,2 3-234,2 1 0,1 2 1,0 2 87,1 3 0,-1 3 1,0 6-1,0 2 291,0 3-388,1-4 0,-1 6 0,0-7-50,0 0 1,0-4 0,1-1-88,-1 2 56,0-4 1,-4-1 31,-1-6 0,-6-8 1,2-5-261,-3-4 124,-2-2 0,0 3 1,0-1-316,0-2 1,0-5 0,-2 5 0,-1 2-1876,-2 1 835,0 2 0,4 6-1932,-4 3 3347,3 4 0,15 26 0,11 7 0</inkml:trace>
  <inkml:trace contextRef="#ctx0" brushRef="#br0" timeOffset="75">29758 11928 8060,'0'-15'173,"2"3"1,1 1 1156,2 1-221,-1 7 1,-4-10 1032,0 4-1685,0 3 0,0 1-82,0 10 0,0 2 1,-1 8-1,-2 1 163,-2 2-450,-6-2 1,5 10 0,-6-6 43,3 2-71,6-4 0,-8 4 0,6-5 1,0 2-1,1-2-72,-1-1-378,0-2 0,5 1 290,0-1 0,2-6 1,2-4-1,7-2 304,7-2-107,-2 0 0,10 0 0,-3-2-68,-1-2 0,3-3 1,-6-4-1,-2 3-102,-1 2-1,-2-5 1,1 9 0,-3-4-2715,-2 0-52,-4 4 1979,-12-4 1,-7 11 859,-6-1 0,-15 12 0,-8 5 0,0-1 0,-1-1 0</inkml:trace>
  <inkml:trace contextRef="#ctx0" brushRef="#br0" timeOffset="76">28848 12709 8060,'-6'8'308,"4"-1"0,-6-7 0,4 0 1668,-6 0 390,4 0-680,0 0-1378,6 0 0,1 0 1,4 0 255,4 0 1,9 0-312,1 0 1,6 0 0,-1 0 0,3 0 194,1 0-391,0 0 1,1 0 0,-1 0 0,1 0 0,-2 0 341,-4 0-520,10 6 1,-9-4 0,9 2 95,-3-2 1,-1-1 0,1 3-1,3 0-245,5 0 195,3-3 1,2-1 0,-1 0 147,1 0 0,0 0 0,-1 0 1,-1 0-61,-3 0-5,3 0 0,-11 0 0,3 0-12,-3 0 0,-1 0 0,-2 0 0,-2 0-71,-1 0 36,-1 0 1,7 0-1,2 0-22,1 0 1,0 0 0,-3 0 0,4 0-84,4 0 156,-4 0 0,3 0 0,-6 0 3,2 0 1,1 0-1,-8 0 1,0 0 7,-3 0-5,-5 0 1,7 0 0,-4 0-34,1 0 16,-5 0 1,5 0 0,-4 0-1,1 0 1,-1-1 10,3-4 66,-5 3 1,6-4 0,-5 6-63,2 0 57,0 0 1,-5 0 0,1 0 0,-1 0-133,0 0-79,-6 0-19,-2 0-1661,-6 0-2335,0 0 3591,-6 0 0,-2 0 562,-6 0 0,-64 6 0,32-2 0,-1 0 0</inkml:trace>
  <inkml:trace contextRef="#ctx0" brushRef="#br0" timeOffset="77">29559 12454 8032,'0'-8'478,"0"0"0,0 3 0,2-3 1185,2 0 795,-2 2-1007,4 0-796,-6 4 1,0-3-1,0 10-164,0 5 0,0 2 1,0 2-1,0 2 85,0 3-475,0-3 0,0 4 0,0-4 22,0 3 1,0-3 0,0 3 0,0-3 242,0-2-396,0 0 0,0 0 0,2-1-340,3-3 219,-4 2 0,12-10 0,-4 2 0,4-2 0,1-2-613,0 0 573,1 0 1,4-2 0,0-1-78,-2-1-93,-1-7 1,-7 7 0,1-4-1,-1 1 1,1 0-2673,-1 1 397,-6 1 186,10 5 1217,-5 0 1233,0 0 0,-2-12 0,-6-4 0</inkml:trace>
  <inkml:trace contextRef="#ctx0" brushRef="#br0" timeOffset="78">29900 12482 8032,'0'-14'895,"0"6"0,0-5 170,0 4-48,0 2 0,0 0 1,2 3 784,3 0-1264,-4-1 1,6 11-230,-7 4 1,0 2 0,0 3-1,0-1 361,0 0-504,0 0 1,0 5 0,0 0 350,0-1-539,-7-3 1,6 0 0,-4-1 0,3 0-76,2 0 32,0-6 1,2 3 0,3-5 35,4 2-47,4-4 1,3 2-1,3-6 1,4 0-1,4-2-76,2-2 139,-1-4 1,0-5 0,-1 2-268,-3 1 73,-4 1 1,-5-1-1,-1 3-1432,0 0 418,-6 3 293,-2-3 0,-7 6 0,-4-3 0,-4 6-1017,-4 3 1572,-1 6 1,-5-8 372,0 6 0,-24 2 0,-9 1 0,-2 3 0,-1 0 0</inkml:trace>
  <inkml:trace contextRef="#ctx0" brushRef="#br0" timeOffset="79">29303 13022 8026,'0'-14'606,"0"6"1,0 0 0,0 3 0,0-4 2649,0-4-1072,0-1-1624,0 6 0,0 4 1,0 8 639,0 6-993,0 2 0,-1 7 1,-3 2-93,0 1 0,-3-5 0,4 4 1,-1-2-64,0 0-144,3 0 1,-4-5 0,0 0 96,2 0 1,2-4 0,-1-2 0,-1 0 37,-2 0 334,0-5-450,5 3 1,0-8 0,0-2-739,0-6 578,0-9 1,0 2 0,0-7-151,0-1 1,7-3 0,2-4 0,4-1-308,1 1 529,0 2 1,5 6-1,0 2-45,-1 2 0,2 1 0,1 6 0,1 4 12,3 4 245,-4 3 0,4 2 0,-6 0 97,-2 0 1,-3 7 0,-4 2-1,-5 4 253,-4 1-270,-1 0 1,0 1 0,-3-1 45,-7 0 1,-1 0-1,-12 0 1,-3-1 514,0-4-818,-3 4 1,2-7-1,2 4-649,1-5 0,2 1 1,-1-1-1,4-2-3303,3-2 3109,8-1 969,-5 7 0,69-6 0,8 6 0</inkml:trace>
  <inkml:trace contextRef="#ctx0" brushRef="#br0" timeOffset="80">29616 12965 8026,'0'-8'568,"0"-4"1595,0 2-986,0-2 1,2 4 0,1 2 1858,1-1-2497,1 6 1,-5-4-48,0 10 0,0 3 0,0 6 1,0 0 439,0 0-808,-6 0 0,3 2 0,-5 2 21,2 1 0,-6 4 0,5-2 0,-3-1-97,1 1-205,5-2 0,-3-5 1,3 0-448,0 0 0,-1 1-457,5-1 760,0-6 1,8-2 0,4-6 118,6 0 0,7 0 1,-1-2-1,3-1 51,1-1 42,-6-7 0,-1 9 0,-7-4-525,0-1 1,0 6 0,-1-6-1850,-3 1 644,-4 5 1819,-6-6 0,-32 14 0,-7 0 0</inkml:trace>
  <inkml:trace contextRef="#ctx0" brushRef="#br0" timeOffset="81">3526 7449 6880,'0'-7'1790,"0"0"-988,0 7-620,0 0 0,7-1 1,2-3-1,4 0 0,1 1 708,0 1-963,7 2 1,-4-5 0,7 0-1,0 1 1,-1-1-62,1 0 1,-7 1 87,2 4 1,-8-2 0,-1-1-37,1-2 89,-5 0 0,-1 5 0,-10 0 0,-6 2 1,-6 3 33,-7 4-21,-3 4 0,-1-4 0,-1 1-20,1 1 0,0 1 1,1 1-1,3-2 198,5-1-167,3-7 9,2 9-37,6-10 1,11 3-1,16-10 1,13-6-1,7-5 34,4-3-419,0 0 0,-2 10 382,-3-1 0,-16 13 0,-10-1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05.547"/>
    </inkml:context>
    <inkml:brush xml:id="br0">
      <inkml:brushProperty name="height" value="0.053" units="cm"/>
      <inkml:brushProperty name="color" value="#FF0000"/>
    </inkml:brush>
  </inkml:definitions>
  <inkml:trace contextRef="#ctx0" brushRef="#br0">23972 4165 7963,'-8'0'-1946,"0"-6"3061,3-3-282,3 2 1,-4-1 0,5 5 791,-4-1-1686,3-1 309,-4 5 0,7 0 1,6 1 445,7 4-557,0-3 0,13 4 0,-2-4 192,7 2-245,4-2 1,4 4 0,1-6 0,3 0 0,-1 0 83,-4 0-201,2 7 1,-11-6 0,2 4-276,-7-4 0,0-1-344,-6 0-63,-6 0 292,-7 0-173,-6 0 0,-1 0-21,-4 0 598,3 0 1,-5 0 176,2 0 669,3 0 659,-4 0-1225,6 0 1,-2 0 366,-2 0-136,2 0-312,-4 0 3,6 0 0,0 7 90,0 2-232,0 4 1,0 3 0,0 1 0,0 4 0,0 1 123,0 3-155,0-5 1,4 9-1,1-2 260,-2 4-306,5 3 0,-6-6 0,3-1 0,-2-2 0,0-3 7,2-1-59,-1-2 0,-4-5-251,0 0-979,0 0-135,0-6 239,0-1 1214,0-7 0,-31-19 0,-9-5 0</inkml:trace>
  <inkml:trace contextRef="#ctx0" brushRef="#br0" timeOffset="1">24000 4251 7963,'0'-15'523,"-5"6"0,-1 1 0,0 0 1867,-1 0-1354,3 5-840,4-3 1,0 7-1,0 4 158,0 5-104,0 2 0,0 2 0,0 1 196,0-1-417,0 6 0,0-2 0,0 6 0,0-1 0,0 1 137,0 0-237,6-1 0,-5 1 0,4 0-197,-3 1 159,-2-4 1,0 4 0,0-6 0,0 0 0,0 0-1027,0 0 841,0 0 0,0-5-512,0 0 657,6 0 0,-3-6 0,7-3 0,1-2 0,3 0 346,5 2-18,3 0 0,13-7 0,1-1 834,1-2-884,4-6 1,-10 10-1,6-6 1,-3 2-1,-2 1 629,-2 1-692,-8 1 1,-1-3-1,-7 1 323,0 0-375,-6 3 116,4 1-294,-10 0 196,-2 0-532,-2 0 1,-5 0-841,2 0 884,-3 0 0,-2 1-1014,1 4 1051,0-3 0,-6 9 0,0-7 1,-3 0 418,-1-3 0,-18 5 0,-8 1 0,-2 1 0,1 0 0</inkml:trace>
  <inkml:trace contextRef="#ctx0" brushRef="#br0" timeOffset="2">24114 4691 7963,'0'-7'1971,"0"-6"0,0 10-1149,0-7 0,-2 7 105,-3-2-851,-2 4 0,-8 7 0,-1 4 1,-4 2-1,-7 2 199,-4 1-174,-3 5 1,6 1 0,-2 4-93,-3-1-96,3-1 0,-5 4 0,8-2 0,2-2 0,3-3-1375,1-2 974,2-3 1,10-2-726,-1-4 734,7-2 0,-2-7 0,12 0 0,5-2-1481,6-3 945,7-2 1015,3-8 0,12-6 0,7-3 0,6-3 0,0 0 0</inkml:trace>
  <inkml:trace contextRef="#ctx0" brushRef="#br0" timeOffset="3">24412 4763 7963,'15'0'889,"-8"0"0,1-5 82,-3 0 687,-3 0 368,10 5-1141,-10 0-606,4 0 1,-7 7 280,-4 2-556,3-3 0,-10 7 1,2-3-1,-2 2-240,-3 2-323,-5 1 0,4-3 1,-5-1-1500,1-1 1470,-2-1 1,-7 1 0,-1-2 0,-3 0 0,-5-1-1704,-3 4 1954,-8 2 1,-1-3 0,-7-1 336,0 2 0,6 2 0,-1 1 0,10 0 0,7-1 0,10-2 0,10-2 191,7-5 0,10 2 0,4-6 340,9 0 367,5 0 0,15-2 0,3-1 1,3-3-1,1-2 1802,1-3-2358,0-2 1,-1 1-1,1 0 624,0 3-1166,-7 0 0,-1-1 0,-8 2 0,-4 2 0,-4 1-4339,-3-1 2905,-2 4 1634,-6-4 0,-20 0 0,-12-2 0</inkml:trace>
  <inkml:trace contextRef="#ctx0" brushRef="#br0" timeOffset="4">24910 4990 7984,'-8'0'682,"0"0"0,3 0 1332,-4 0-191,3-6-1126,-1 4-498,7-4 0,0 7 0,2 2 0,3 4 432,4 1-417,4 1 1,7 7 0,4 1 0,4 4 0,7 1 684,8 3-819,-1 2 1,14 6 0,-4 0 369,3-1-450,2-2 0,-6-1 0,-2-1 0,-4-1 1,0-2-30,-4-1 19,-8-7 1,0 8 0,-8-6-8,-1-1-20,0 4 1,4-6-1,-1 3 1,-2-4 0,-1 1-211,1 3 249,-4-3 0,4 0-59,-6-7 264,-6 1-1,-1-2 195,-10-2 1,3-6-200,-10 0-1085,3-6 0,-6 2 0,5-5 0,-3-2 883,-2-2 0,-58-14 0,23 12 0,0 0 0</inkml:trace>
  <inkml:trace contextRef="#ctx0" brushRef="#br0" timeOffset="5">26076 5914 7676,'0'-8'2125,"-7"2"-1514,6 6 131,-5-7 340,6 6-819,0 1 0,0 8 1,0 8 318,0 3-469,0-4 1,0 7-1,0-3 1,1 5-1,2 5 446,2 4-486,0-3 0,-5 9 0,0-4-112,0 1 0,5-4 0,-1 1 0,-1-3 39,-1-1-112,-2-7 1,0-2-368,0-6 1,0-4-801,0-1 940,0-5 0,0 0-154,0-8 0,0-4 0,0-7 0,0 1-1826,0 0 1907,0-7 0,0 4 412,0-7 0,15-21 0,8-9 0,1-8 0,-1 1 0</inkml:trace>
  <inkml:trace contextRef="#ctx0" brushRef="#br0" timeOffset="6">26118 5999 8002,'-7'-14'1259,"0"5"-537,7-1 167,0 7 0,0-10 198,0 4 0,0 1-338,0-1-674,0 5 1,7-7 0,4 7 43,6 0-27,5-4 0,8 5 1,5-5-1,6 2 0,6 3 313,4 1-499,1-4 1,10 4-1,-2-2-55,-5 2 1,-1 2-1,-12 0 1,-5 2-172,-6 2 85,-9-2 130,-1 4 41,-13-6 24,-8 0 152,-8 7 1,-2-4 423,1 6-430,6 1 0,-5 4 1,5 0 117,-2 0 0,0 2 1,4 2-1,-3 2 249,0 2-416,-1-4 0,5 9 0,0-4 30,0 4 1,0 1 0,0-1-1,0-1-166,0-3 61,0 1 0,0 0 1,0-2-32,0-2 1,0 1-1,0-4-25,0 2 108,0 0 0,0-9 191,0-1 455,0-6-472,-6 4 0,-2-7 1,-6 0-123,-1 0 1,-10 0 0,-5 0 0,-5 0-568,-4 0-74,-2 0 0,-7 0 1,1-2 99,1-3 1,2 4 0,3-4 0,3 2-961,5-2 245,9 3 0,4-5 0,5 3 1170,1 0 0,19-20 0,4 0 0</inkml:trace>
  <inkml:trace contextRef="#ctx0" brushRef="#br0" timeOffset="7">26033 5999 8556,'0'-8'3956,"0"2"-3314,6 6-338,2 0 1,7 0 0,-1 2 0,2 2 0,3 6 801,4 3-1049,-2 1 1,6 2 0,-2 1 0,5 3 0,3 1-111,-1 0-34,4-3 0,-6 1 0,3 0-513,-3-1 0,-6-4 0,0-3-727,1-1 848,-5-7 1,1 3 0,-7-6-31,0 0 0,-4-6 0,-2-4 0,-2-2-140,-3-3 718,5 1 1,-6-6 0,2-3 105,-2 1 0,3-3 0,0 6 0,-2 0 425,-2-1-33,-1 10 0,0-9 2473,0 10-2248,0 2-588,0 1 1,-1 22 258,-4 3 1,-3 9-1,-8-4 1,-3 3 749,-4 1-1002,-4 1 0,-2 4 0,1 0-186,-1-1 1,1-7-1,1-3 1,2 0-17,1 0-415,7-11 1,-4 7-1,9-12-4936,2 2 2005,4-5 3337,18 3 0,30-25 0,18-4 0</inkml:trace>
  <inkml:trace contextRef="#ctx0" brushRef="#br0" timeOffset="8">27000 6596 8027,'0'-7'3302,"0"-1"-2922,0 3-145,0 3 1,2-4-1,2 8 1,6 2 372,2 6 0,9 2-309,3 3 1,9 5-1,6 4 1,7 3-1,6 1 0,5 7 1,3 1-1,3 2 314,2 0-598,1 0 0,-6 0 0,-3-2 419,-1-1-461,-7-2 0,4-9 0,-5-2 1,-2-2-1,-4-2-202,-4-2 181,3-2 1,-8 0 0,2-1-20,-6-4 1,-6 2 0,-1-4 0,-6-1 53,-5 0-8,-8-1 56,4-5-49,-7 0 1,-2 0-112,-3 0-1377,4 0-281,-6 0-316,7 0 2099,0 0 0,7-6 0,1-2 0</inkml:trace>
  <inkml:trace contextRef="#ctx0" brushRef="#br0" timeOffset="9">28592 7222 7952,'-1'-10'412,"-2"1"924,-2-2-809,0 5 1,5-2 0,2 5-1,2-2 911,6 2-1298,3-5 1,2 6 0,4-3 0,7 4 0,5 1 624,7 0-704,3 0 0,7 0 1,1 0-37,1 0 0,-6 0 0,1 0 0,-8 0-160,-2 0 148,-8 0 0,-6 5 27,-7-1-376,-6 1 0,-4-5 340,-8 0 183,2 0 1,-9 2 361,6 2-294,1 4 0,-1 7 1,0-1-1,2 0 0,1 0 770,2 0-904,0 7 0,0-4 1,0 5 171,0-1-187,0 4 0,0-3 1,0 5-1,0 0 0,0-2 88,0 1-221,0 4 0,0-13 1,0 5-155,0-1-340,0-2 1,0-5-768,0 0-1696,0-6 1601,0-2 573,0-6 0,0-1 810,0-4 0,-19-22 0,-4-11 0</inkml:trace>
  <inkml:trace contextRef="#ctx0" brushRef="#br0" timeOffset="10">28592 7194 7952,'-6'-15'1399,"4"7"1,-4-4 1233,6 2-1161,0 4-1215,0 0 0,-5 7 0,1 4 0,-1 4 1,0 6 1193,0 4-1244,-6-4 0,5 12 1,-3-5 235,4 0-432,-3 5 1,5-6 0,-5 4-1,2-1 1,1 0-222,-2-2 97,6-2 0,-5-1 0,6 0-1412,0-2 1187,6-1 0,-1-2 1,7-1-1,6-2 1,2-3-1377,5-2 1482,9-1 0,2 0 0,7 0-7,-1-2 166,1-2 1,0-1 0,-1 0 0,-1-1 0,-3-2-153,-5-2 687,-3 0 1,-3 4 262,-3-4 719,-3 3 13,-14-4-236,0 6-368,-14 0-708,6 0 1,-7 0 54,3 0-285,4 0 0,-7 0-136,3 0 61,3 0 0,-6 0 0,4 0 0,-6 0-1362,-2 0 1204,-3 0 1,-4 0 0,-1 0-1348,-2 0 1335,-8 0 0,-2 0 0,-6 0 0,-1 0 0,-2-2-929,-2-2 1130,7 2 0,-4-9 0,5 5 24,-1-2 69,5 5 0,2-5 1,10 5 95,3-2 1196,8 0-824,2 5 243,6 0 1,2 0 0,1 2 1432,2 2-1721,-1 4 0,-4 2 0,0-1 278,0 2-440,0-4 1,0 5 0,-1-2 0,-2 2 0,-4 3 375,-1-1-486,-1 6 1,-1-4-1,1 3-123,-2-3-63,-2-2 0,1 5 0,1 0 0,3-2 0,0-1-994,0-2 802,5 1 0,-5-6-497,3 1-1125,4-1-325,-6-1 1361,7-2 0,7-6 0,2 0-2047,4 0 1807,1-6 1089,6-2 0,24-12 0,10-6 0,8-1 0,0 1 0</inkml:trace>
  <inkml:trace contextRef="#ctx0" brushRef="#br0" timeOffset="11">28976 7677 7930,'14'0'2648,"-6"0"-1495,5 0-56,-5 0 939,0 0-513,-2 0-1117,-6 6 1,0-3-1,-2 5-33,-2-1-452,2 4 1,-4-3 0,4 6-182,-2 0 9,2 0 0,-6-4 41,3-1-449,-3 1 0,-1-3 1,-2 0-1,-5-2 1,-6-1-2266,-5-1 2396,-1-1 0,-7-2 1,-3 0-862,-3 0 1274,-8 0 1,3 0 0,-4 0 0,2 0 0,6 0 18,2 0 257,8 0 1,4 0 1280,9 0-1007,10 0 1,2 2 0,10 1 0,5 3 3034,7 2-2905,15-5 0,-5 8 0,13-4 377,1 0-997,2-3 0,7 2 1,-1-6-1,-3 0 1,-3 0-618,-3 0 243,-12 0 0,5 0 0,-12 0-3133,-1 0 1811,-9 0 1751,-3-6 0,-63-21 0,-14-11 0</inkml:trace>
  <inkml:trace contextRef="#ctx0" brushRef="#br0" timeOffset="12">26886 5829 7827,'0'-14'668,"0"-1"0,-5 1 0,1 0 0,1 0 2044,1-1-2291,2 1 0,6 2 0,4 1 0,4 1 0,3-1 0,5-2 0,4-1 741,4 0 0,9-2-999,4-3 1,6 2-1,9-7 1,4-1-121,4-2 0,4 2 0,1-2 0,2-5 21,-36 15 1,1 0-276,2-2 0,-1 0 1,-1-2-1,-1 1 1,31-20 19,-8 2-125,0 7 0,-21-9 1,1 8-1,-7 6 1,-8 7-754,-3 8 782,-9-2 0,-1 11-132,-2-2-891,-4 2-567,1 2 1281,-7 0 0,-7 2-2328,-2 2 2924,-4-2 0,5 4 0,2-6 0</inkml:trace>
  <inkml:trace contextRef="#ctx0" brushRef="#br0" timeOffset="13">28749 4293 8115,'-8'-14'460,"1"0"0,3 0 1,-1-1 1934,2 1-1499,1 6 1,4-3-600,3 7 0,2-1 0,8 5 0,1 0 26,2 0-236,5 0 1,11 0 0,4 0 388,3 0-514,2 0 1,-5 5 0,0-1 0,0-1 0,-2-1-247,-3-2 123,-9 0 1,1 0 173,-6 0 279,-6 0 815,-7 0-860,-19 0-397,10 0 0,-11 0-310,9 0 546,4 6 1,-6 4 0,7 7-1,0 4 1,0 2 437,0 7-481,0-1 1,0 10 0,2-4 568,3 1-524,-4 2 0,10 3 1,-4-3-1,-1-4 0,0-4 210,-2-2-534,3 0 0,-5-5-967,3-5 0,-4-6-654,-1-3 1349,0-6 0,-1 4 1,-4-7-1163,-4 0 1,1 0 1669,-2 0 0,-50-51 0,21 19 0,1 1 0</inkml:trace>
  <inkml:trace contextRef="#ctx0" brushRef="#br0" timeOffset="14">28820 4322 8060,'-14'-21'353,"-1"5"1,-2-4-1,1 7 1015,4 4-311,7-4 0,-3 12-194,3-4 0,4 5-150,-4 5-548,3 2 1,7 8 0,0 1 746,-2 2-707,-2 5 0,-1 0 0,0 1 0,-1 1 0,-2 2 261,-2 2-502,0-1 0,1 0 0,-1 1 321,2-1-486,-5-6 1,6 4-1,-3-6 1,4 1 0,2-1-516,4-2 445,3-3 1,13-5 0,2-2-674,4-2 769,8-1 1,-3-5 0,4 0 0,0 0 0,-1 0-208,0 0 300,-2 0 0,-9-5 0,-4-1 154,-4-2 1,0 3 58,-12-4 5,1 6 84,-5-4 0,-1 7 340,-4 0 109,-3 0 0,-6 0-445,0 0 0,-1 2 0,1 1 0,-2 2 262,-3-2-550,4-2 0,-12-1 0,3 0-1205,-3 0 1007,-1 0 1,-1 0 0,1 0 0,-1-1-1,3-2-1023,2-2 1132,-3-6 1,11 9 0,-3-2-412,3 2 599,9-4 1,-6 4 115,3-3-8,4 4 1,0 2 151,6 4 0,0 3 1,0 6 783,0 0-618,0 1 0,0-1 1,0 0 267,0 0-460,0 1 1,0-1 0,0 0-1,-2 2 1,-3 1 724,-4 2-889,-4 0 1,-1 0 0,0 2 269,0 1-391,-7-5 0,7 4 1,-2-7-1,5-2 0,2-1-881,1-1 462,1-7-711,1 3 658,4-6 0,-2 0 0,7-1 0,3-2-2789,2-2 2774,8-6 1,0 5 0,4-6-2205,1 3 2707,-5 0 0,24-20 0,10-7 0,0-3 0,1 0 0</inkml:trace>
  <inkml:trace contextRef="#ctx0" brushRef="#br0" timeOffset="15">29147 4763 8082,'8'-7'1052,"4"6"317,-4-6 399,0 7-935,-2 0 0,-6 2 1,-1 3 814,-4 4-1236,-3 4 0,-8 1 0,-3 0-368,-4 0-74,-4 1 0,-3 4 0,-2-1 0,-2 0 0,-3-2-203,-2-2-420,-2 0 1,-7-4-1,-1-3 2,-1 0 126,4 4 1,-8-10-1,5 4 1,2-3 0,3-2-770,7 0 1251,6 0 1,13 1 101,4 4-24,9-3 1,2 4-1,13-6 1,10 0-1,12 0 2098,10 0-1826,7 0 0,10 0 0,1 0-17,2 0 1,-1 0-1,-6 0 1,-4 0-1708,-8 0-110,-7 0 0,-9 0 1527,-3 0 0,-105 0 0,25 0 0,0 0 0</inkml:trace>
  <inkml:trace contextRef="#ctx0" brushRef="#br0" timeOffset="16">25962 6468 7935,'0'-7'714,"0"-1"1,-2 3 1592,-2-5-2032,2 4 0,-11 0 0,4 6 0,-4 0 1,-2 1 94,-4 4 0,-3 3 1,-9 8-1,-2 1 236,-5 2-509,-3 6 0,-8-2 0,-3 5-29,-3 0 1,-2 1-1,0-1 1,-1 1-98,-4-1-125,4 7 0,-6-5 0,8 3 50,-1-3 25,0-1 1,6-3-1,6 0 1,5-4 0,7-2-693,3-2 620,1-3 1,3 0 0,2-3-70,5-2 130,3-4 0,2-1 0,0 0 0,-1-2-562,1-2 122,6-1-322,2 0-52,6 0 1,0-1 903,0-4 0,-19-3 0,-5-6 0</inkml:trace>
  <inkml:trace contextRef="#ctx0" brushRef="#br0" timeOffset="17">23744 7108 7935,'-14'0'-60,"0"0"0,-1 0 1,1 0-1,0-1 2277,0-4-1737,6 3 0,3-4 1,10 6-1,4-2 1,6-1 580,4-1-904,9-1 1,8 3-1,7-1 1,0-2-1,-1 2 515,1 2-766,0 1 0,-1 0 0,1 0-36,0 0 0,-7 0 1,-5 0-1,-4 1-383,-3 4-515,-7-4 280,-2 6 698,-9-1 73,-12-4 0,2 4 729,-5-6-363,6 0 1,-5 0-1,5 2 1,-2 2 1052,2 6-1147,1 2 0,2-2 1,-1-1 335,-4 2-614,3 8 1,-4-1 0,6 4 0,0 0 0,0-1 276,0-1-420,0 5 1,0-7 0,0 4 79,0-2-199,0-1 1,0-4 0,0-1 0,2 0 0,1 0-1624,2 0 590,-1-6-1313,-4 5 867,0-11 1724,0 10 0,-31-54 0,-9-7 0</inkml:trace>
  <inkml:trace contextRef="#ctx0" brushRef="#br0" timeOffset="18">23815 7137 7935,'-6'-8'509,"4"1"2109,-4 1-1369,0 5-848,4-6 0,-9 9 127,6 3 0,-4 4-278,4 10 0,-4-2 0,4 5 1,2 1 406,1-1-518,-4 1 0,4 4 0,-3-2 2,4-1 1,-1 0 0,-1 3 0,-2-2 31,2-1-183,2-1 1,1 1-1,0-2-137,0-1-160,0-2 1,0 0-1,0 0-1012,0-2 1105,6-8 0,3-2 0,9-7-584,1 0 662,6 0 0,-1 0 0,7 0 1,3-2-1,-1-1 107,1-2 71,-4-6 1,5 10 0,-6-4 68,-1 3 96,-6-4 0,-1 4 0,-7-2 632,0 2-148,-6 2-230,-2 0 450,-6 0-40,0 0-584,-6 0-285,-2 0 0,-1 0 1,-2 0 246,-5 0-540,2 0 0,-9 2 0,5 1-43,-6 2 0,-3 1 0,-1-3 1,-1 3-1078,1 2 1164,-1-5 0,1 5 0,-1-4-203,1 0 355,0 7 0,4-9 0,2 3 0,1-4 0,4 1-388,1 3 1286,8-4-529,-5 5 244,12-6 0,-5 2 437,6 3-263,0 3 1,0 6 140,0 0-599,0 0 0,-2 1 0,-3-1 0,-3 0 0,-1 2 1011,-1 3-1111,1-4 0,-5 8 1,-1-6 59,1 2-244,6 0 0,-4-5 0,4 0 0,-2 1 0,2-1-1912,2 0 1336,1-6 0,5 0-2384,0-3 2528,0-4 1,7 5 0,4-7 0,6-4 0,7-4-1553,3-4 2034,1-8 0,3-3 0,4-5 0,3-5 0,0 0 0</inkml:trace>
  <inkml:trace contextRef="#ctx0" brushRef="#br0" timeOffset="19">24071 7720 7935,'14'-7'0,"-4"6"0,-2-6 0,-2 1 3525,-1 4-1617,-5-4 1,-2 8 474,-3 2-2086,-2 4 0,-8 8 0,1 1 364,0 2-601,0 0 0,4-3 1,1 2-1,-1 1 0,1-2 217,-1-1-1114,7-2 0,-8 0-1667,6 0 2009,-6 1 0,8-6 0,-8-1 0,-3-2 1,-5-3-1075,-3-1 212,-8-2 0,-7-2 1,-7-1-179,-3-1 1535,3-1 0,-12 0 0,6 0 0,-1 1 0,5-1 0,7 0 506,4 0 0,13 7 358,3 3 133,10-4 1,10 7-1,13-5 1,10 2-1,8-2 3017,6-1-3617,3-2 0,1 0 0,1 0 538,0 0-891,-1 0 1,1-2 0,0-1-1,-2-3 1,-4-1-2874,-3 1 1427,-11 1 1,3 1-3729,-7-1 5130,-7-6 0,-50-22 0,-17-13 0</inkml:trace>
  <inkml:trace contextRef="#ctx0" brushRef="#br0" timeOffset="20">23190 3298 7830,'7'-8'219,"1"-3"1,-4 5 0,2 0-277,2-1-731,-5 3 788,3 4 0,-25 25 0,-4 6 0</inkml:trace>
  <inkml:trace contextRef="#ctx0" brushRef="#br0" timeOffset="21">22365 3085 7923,'-8'0'1679,"2"-2"433,6-2-1303,0 2 0,0-6 619,0 3-1339,0 4-38,0-5 1,0 7 0,0 4 0,0 4 201,0 4-266,0 7 0,4 3 0,1 5 107,-2 0-115,-1 1 1,-2 6 0,0 1 0,0 2 0,0 0 475,0 1-378,6 2 0,-4-3 0,3-1-35,-4-3 0,-1-2 0,0-7 0,0-3 39,0-1-63,0 4 0,0-14 74,0 3-936,0-9-496,-6 8 779,4-18 1,-4 8-1609,6-12 1301,0-1 1,2-4-1,1 0 868,1 0 0,10-23 0,2-10 0,0-4 0,0 1 0</inkml:trace>
  <inkml:trace contextRef="#ctx0" brushRef="#br0" timeOffset="22">22379 3042 7704,'-8'0'2556,"-4"0"-2136,10 0-122,-4 0 0,7 0 1,4 0-1,5 0 14,2 0 0,2 0 1,1 2-1,-1 1 44,0 2-255,0 0 0,7-5 0,1 0-98,0 0 0,5 0 1,-2 0-1,5 0-163,3 0 151,7 0 1,-4 0-1,5 0 37,-3 0 0,8 0 0,-3 0 0,1 0 117,0 0-102,-1 6 0,-1-5 0,1 4 67,0-3-116,-1-2 0,1 0 0,1 0 0,2 0 0,1 0-203,-1 0 224,-2 0 1,-6 0 0,-1 0-16,-3 0 19,6 0 0,-10 0 1,3 0-1,-1 0 1,-1 0 34,3 0-47,-1 0 0,0 1 0,2 2-23,1 2 7,-4 0 0,9-5 0,-3 0 0,1 0 0,1 0-18,-3 0-4,8 0 0,-1 0 0,3 0-3,-2 0-69,-3 0 1,-4 0 0,-2 0 0,1 0-1,-2 0-528,-1 0 632,-1 6 1,-4-4 0,-2 3-188,-4-4 204,11-1 1,-11 0-1,11 0 1,-4 0-1,-2 0 133,0 0-157,7 0 1,-5 0 0,5 0 113,0 0-49,-5 0 0,11 0 0,-5 0 0,2 0 1,-2 0 121,-1 0-186,-2 0 1,-9 0 0,-2 0-87,-1 0 88,-2 0 0,-5 0 1,0 0-16,0 0-15,-6 0 212,5 0-115,-5 0 1,1 0 304,1 0 20,-1 0-184,-1 0 60,-2 0 69,1 0-326,-6 0 47,6 0-131,-7 0-135,0 0 343,0 6 29,0-4 0,0 11-53,0-4-23,0 4 0,1 1 1,2 0-1,2 0 1,-2 1 148,-1-1-188,-2 0 1,0 2 0,0 1 31,0 2-49,0 7 1,0-11-1,0 6 1,0-2-1,0 0-37,0-2 18,0-1 0,0 3 1,0 0-73,0-2 39,0-1 0,0 0 0,0 1-70,0 2-95,0 0 0,0-9-110,0-1 198,-7 1 0,6-1 1,-5 0-249,-1 3 389,6-6-187,-6 0 359,7 1 90,0-6 43,0 5-137,0-6 515,-6 0-336,4 0-305,-4 0 1,5 0-99,-4 0 1,2 0-233,-7 0 216,1 0 1,-6 0-1,1 0 3,0 0 12,0 0 0,0 0 0,-2 0 0,-3 0 0,-5 0-24,-3 0 11,-1 0 1,-2 5-1,-2 0-106,-1-2 124,-6-1 1,7 2 0,-4 1 0,-1-2 0,3-1 14,-1-2-17,2 6 0,3-4 1,-2 2-37,-1-2 47,0-2 1,3 5-1,-2 0 1,-1-2-1,1-2-13,2-1-10,-4 0 0,3 2 0,-3 1 17,-1 2-47,5-1 1,-6-4 0,4 0 0,-1 0-1,0 2-86,-2 3 154,5-4 1,-6 6 0,4-7-83,-1 0 101,0 0 0,4 0 0,1 0 0,-1 0 0,1 0 19,-1 0-55,1 0 1,1 0 0,2 0-33,1 0-27,1 0 0,-6 0 1,1 0-1,-1 0 0,1 0-191,-1 0 215,-5 0 0,8 0 0,-2 1-106,1 4 139,0-3 0,-3 4 0,-1-6 1,-3 0-1,3 0-48,1 0 111,1 0 0,1 0 0,-1 0 231,1 0-222,6 0 1,-5 0-1,5 0 1,-2 0 0,1 0 75,-3 0-118,6 0 1,-7-2-1,5-1 74,0-2 16,-5 1 1,5 4 0,-5-2 0,2-1-1,2-2 365,3 2-339,-5 1 0,7 2 0,-4-1 306,2-4-366,1 4 1,0-6 0,0 7 0,0 0 0,0 0 283,0 0-239,0 0 1,5 0 0,-1 0 281,1 0-303,0 0 1,-5 0 0,0 0-1,2 0 1,-1 0 438,-1 0-427,4 0 1,-6 0 0,7 0 307,0 0-325,-1 0 0,1 0 0,0 0 0,0 0 350,0 0-641,6 0 257,1 0-1785,7 0-2348,0 0 1,7 0 2091,2 0 385,4 0 1591,1 0 0,38-19 0,10-4 0</inkml:trace>
  <inkml:trace contextRef="#ctx0" brushRef="#br0" timeOffset="23">22649 3341 6950,'0'-8'949,"0"0"-540,0 3 295,0 4 0,0-7 1,0 3-1,0-4 1885,0-4-2127,0-1 0,0 4-437,0 1-35,0 6-47,0-4 0,-1 18 0,-2 4-39,-2 0 54,0 1 1,0 0 0,-1 1 23,-2 2 1,5 2-1,-2-4 1,2 2 26,-2-1-55,4-3 0,-7 0 42,3-1 0,4 0 0,-6-1 181,1-4-223,4-3-88,-4 1 0,6-7 0,0 0-674,0-8 501,6-5 1,-3-3-69,7-3 0,-2 4 1,3-4-1,-3 1-540,-2-1 994,5 4 1,-9-11 0,4 7-96,0 2 0,-4 1 0,3 2 0,-4 0 31,-1 0 646,7-1 1,-6 6 118,4-1 0,-2 7 987,2-2-1376,3 4 0,1 2 0,-1 4-28,-2 5 0,4 2 0,-4 3 1,1-1 339,-1 0-577,5 0 0,-8 2 1,5 1 17,-2 2 1,4 0 0,-4-4 0,0-1-45,1 0-137,-3 0 0,1 0 0,0 1-89,-2-1 1,0 0 0,0 0-104,2 0-136,0-6 0,-5 0-358,0-3 350,0-3-647,0 4 0,0-8-1438,0-2 1,0 0-713,0-5 3170,0-1 0,-13-10 0,-3-2 0</inkml:trace>
  <inkml:trace contextRef="#ctx0" brushRef="#br0" timeOffset="24">22678 3440 7987,'-14'0'-49,"-1"0"0,1-4 0,0-1 1475,0 2-876,-1 1 0,6-3 478,-1 1 1,6-1-250,-6 5-499,7 0 0,8 0 435,9 0-635,10 0 1,-7 0-1,7 0 1,0 0-1,-2 0-211,-3 0 44,-4 0 0,0-5 0,-1 0-1019,0 2 1,0 2-1965,0 1 2338,-6 0 732,-1 0 0,-52 12 0,-10 4 0</inkml:trace>
  <inkml:trace contextRef="#ctx0" brushRef="#br0" timeOffset="25">22991 3241 7987,'0'-14'29,"0"6"1,0-4 0,0 2 0,-2-1-1,-1 0 899,-2 2-482,0-1 0,5 1 759,0-1-604,0 7 81,0-10-287,0 12 1,0-4-12,0 10 1,0 3-1,0 6 369,0 0-599,0 0 1,0 0 0,0 1 205,0-1-317,0 6 1,0-4 0,0 5 0,0-2 0,0 1 331,0 2-454,0-4 0,0 7 1,0-4 89,0 1 0,0 0 0,-1 3 0,-2-1 139,-2 1-101,0-4 0,5 4 0,0-6 36,0-2 0,0 4 0,0-2-180,0-2 134,0-1 1,0-2-431,0 0-303,0-6 110,0-2-732,0-6 1,0-1-1344,0-4 1670,0 4 0,5-7 989,0 3 0,31-22 0,3-11 0</inkml:trace>
  <inkml:trace contextRef="#ctx0" brushRef="#br0" timeOffset="26">23275 3327 8000,'0'-15'1,"0"6"1,0-1 258,0-1 1226,0-1 191,0 4-947,0-5 183,0 12-628,0-6 1,-2 7 0,-1 2 272,-2 3-389,1-4 0,4 7 0,0-3 322,0 4-428,0-2 1,-5 5-1,0-2 1,2 2 0,0 3 160,-2-1-251,4 0 0,-7 0 1,4 1 16,0-1 1,-3 0-1,4 0 1,-1 0-265,0 1 242,3-1 0,-1-5 1,-1 1-29,-2 1 0,1-3 614,4 1-307,0-6-324,0 4 0,0-18 0,0-4-748,0 0 569,0-1 1,4-3 0,3 0 8,1 2 1,-1-4 0,4 2 0,-3 2-105,-1 1 462,4 8 0,-10-5 0,6 5-126,-1 1 1,-3-5 86,7 8 230,-7-1-36,9 5 1,-5 6 0,4 4 0,-3 2 711,-2 3-754,5 5 0,-9-4 1,4 5-39,0-1 0,-3-4 0,5 3 0,-1-2-124,-4 2-6,5-3 1,-7 4-1,6-7-87,-1-3 1,-4 2-726,2-2-381,-2-4-1980,-2 7 1313,0-12 573,0 6 0,0-9 1231,0-3 0,-25-22 0,-7-11 0</inkml:trace>
  <inkml:trace contextRef="#ctx0" brushRef="#br0" timeOffset="27">23232 3497 8000,'-6'-8'337,"3"2"954,-7 6-265,7 0 0,-5-5 1006,3 1-1187,4-1-335,-5 5-426,6 0 1,1 0-1,4-2 131,4-3-455,4 4 0,1-5-1308,0 6 1,1-5 1547,-1 0 0,38-12 0,10 1 0</inkml:trace>
  <inkml:trace contextRef="#ctx0" brushRef="#br0" timeOffset="28">23531 3256 8000,'0'-8'585,"0"-5"1576,0 4-1162,0 2 0,0-1 485,0 4-1269,0 2 0,-2-4 0,-1 7 327,-2 4-222,1-3 1,4 10-1,0-2 224,0 2-499,0 3 1,0-1-1,0 0 1,0 0-42,0 0-2,0-6 1,-2 5 1000,-3-4 422,4-2-1268,-6-1 191,7-6-491,0-6 1,0-2-1,0-6 1,0-1 0,0 1-468,0 0 297,0 6 1,0-5-307,0 4-227,0 3 1,0-7-1903,0 4 1557,0 2-1285,0 1 638,7 19 1838,-6-4 0,18 31 0,-3-3 0</inkml:trace>
  <inkml:trace contextRef="#ctx0" brushRef="#br0" timeOffset="29">23744 3142 7805,'-8'-6'371,"2"2"1,6-5 0,0-2 2119,0-2-1711,0 5 1,0 0 357,0 4-1142,0 2 0,0-3 1,0 10 621,0 5-495,0 2 0,1 4 1,3 1 68,0 2 1,1 5-1,-5-3 1,0 1 334,0 3-411,0 2 1,0 1 0,0 1 179,0-1-196,0 1 0,-2 1 0,-1 1 0,-1 2 0,0-3 247,3-4-399,1 0 0,0-5 1,0 3-19,0-5 151,0-4 1,0 0-1,0-1 130,0 0-32,0-6 0,1 3 1,4-6-31,-3-1-226,4-4 47,-6 7-26,0-6 37,0 12 0,0-10 0,0 7-199,0 1 109,0-5-54,0 7-66,6-5 110,-4-1-411,4 0-1136,-6-7 1167,0 0 1,-6-38 0,-2-10 0</inkml:trace>
  <inkml:trace contextRef="#ctx0" brushRef="#br0" timeOffset="30">23573 3113 7971,'-7'0'692,"0"0"-366,7 0 149,-6 0 0,4-1 0,-4-2 683,0-2-912,4 0 0,-4 4 426,6-4-401,0 3 0,0-10 191,0 2-298,0 4 1,0-7 0,1 4 0,3-4 252,0-1-448,1 6 0,0-5 0,1 4-137,2-4 14,-5-1 0,10 1 0,-4 2 0,4 2 1,1-2-293,0-2 431,1-1 0,-1 4 1,2 3-18,3 0 1,-4-2-1,6 4 1,-2 0 196,0-1-159,6 4 1,-3-4 0,7 6 18,-1 0-6,7-6 0,-4 4 1,7-3-1,3 4 0,4-1 362,2-2-376,0 2 1,-9-4-1,-1 4-37,-3-3-2,0 4 1,-6-6-1,-1 7 1,-3 0-1,-4 0-264,1 0 269,-6 0 0,11 0 0,-7 0-35,-2 0 1,4 0-1,-1 0 1,2 0-77,3 0 127,2-6 1,2 5 0,-1-4 9,1 3 0,-6-3 0,1 1 1,0 1-97,-2 1 63,5-4 0,-11 4 0,4-3-18,1 4 0,-6 1 0,4 0 1,-1 0-64,1 0 103,-4 0 1,11 0 0,-7 0-75,-2 0 70,5 6 0,-1-4 0,6 2 0,-1-2 0,4-2 52,0 0-25,0 0 0,-1 0 1,1 0-19,3 0 57,-3 0 1,5 0 0,-8 0 0,-2 0-1,-1 0 14,1 0-65,-4 0 1,-1 0-1,-6 0-60,1 0 20,-1 0 1,5 0 0,0 2 0,-2 1-1,-1 1-376,-2 0 398,0-3 1,5-1 0,2 2-21,1 3 42,2-4 1,-1 5 0,1-6 0,1 2 0,0 1 44,-1 2 27,3 0 1,-6-5 0,4 0-43,-1 0 0,-1 4 0,4 1 0,-2-2 22,-1-1-43,-7-2 1,9 0 0,-7 0 0,-2 0-5,5 0 1,-6 0 0,3 1 0,-3 3 0,-2 0 12,0-1 21,0-1 1,-4 3 0,-1 0-20,2-2 91,2-2 1,-3-1 0,-3 2 0,1 1 197,0 2-148,2 0 1,-1-5-12,1 0 368,-7 0-229,9 0-212,-4 0-342,0 0-165,-1 0 0,-6 0-340,4 0 622,-4 0 0,7 0 34,-3 0 58,-3 0 1,6 0 8,-4 0 596,-2 0-378,4 0-245,-6 0 0,0-2-44,0-3-39,0-3 132,0 0-58,0 2 1,0 4-422,0-2 227,0 2 69,0-4 647,0 6 1,0 1-6,0 4-406,0 3 0,0 2 208,0-1-390,0 1 0,0-1 0,-1 0-2338,-4 3 1837,3-6 1,-10 6 653,2-2 0,-53 3 0,-14 1 0</inkml:trace>
  <inkml:trace contextRef="#ctx0" brushRef="#br0" timeOffset="31">26929 2829 7926,'0'-14'547,"0"4"0,0 1 0,-2-1 1453,-2 3-1844,2 0 0,-4 9 0,6 4 1,0 7 732,0 4-674,0 2 0,0 2 0,0 1 0,0 1 0,0 1-133,0 1 1,0-3-1,-2 1 1,-1-3 116,-2-2-494,0 4 0,5-7-1287,0 4 1,-4-3-542,-1-2 64,0-6 2059,5 5 0,7-62 0,0-8 0</inkml:trace>
  <inkml:trace contextRef="#ctx0" brushRef="#br0" timeOffset="32">26886 2872 7926,'0'-14'2419,"0"4"-1297,0 1-891,0 5 0,0-4 0,2 5 37,3-1 0,2-1 0,8 5 0,-1 0-27,0 0-118,0 0 0,5 1 0,2 4-33,1 5-30,-5 2 0,9 3 0,-7-1 0,-2 0 0,-1 0-359,-2 0 276,-6 7 1,3-5 0,-6 3-46,-2-4-7,-2 0 1,-1-1 0,-3 0 0,-5 0-72,-6 1-27,-10-8 0,2 4 0,-6-6-56,-1-2 59,1 5 0,1-6 0,2 3 0,3-4 0,1-1-2,4 0 184,7 0 29,-2 0 1,10-1-170,-3-4 212,4 3 1,2-4-1,4 6-33,5 0 148,2 0 0,2 0 0,2 0 0,2 0 1,2 0 251,2 0-493,-4-6 0,8 4 1,-2-4-231,3-1 228,1 6 0,1-12 1,-2 4-1,-2-4 0,-3-1-318,-1 0 288,-2-1 1,-2 6 0,-1-1 49,-4-1 159,-7-1 1,2 2-1,-7 1 298,0-2-353,0 4 1,-7 1-283,-2 6 165,-4 0 1,-1 2 0,0 2-1,-1 6 1,3 3-314,2 1 331,-2 0 0,9-1 0,-5-2 92,1-2-125,3 1 1,-1 4 0,0 0 0,2 0-138,1 1 142,2-8 0,7 4 0,4-6 53,6-2-226,-1-1 0,11-2 0,-4-2 1,4-1-1,2-3-483,-1-2 772,1-1 1,-3-6-1,0 1 316,-3 0-277,1 0 1,0-1-1,-2 3 1,-2 1-1,-1 3 863,2 2-777,-5 1 0,4 5 58,-5 0-143,-1 0 0,-5 6 0,-1 4 0,-2 2-32,-2 2-4,-3 1 1,-1-1-1,0 0-393,0 0 155,-6-6 0,3 5 0,-7-5 0,-2 1 1,-4-1-622,-3-2 623,0-1 0,0 0 1,-2 0-250,-1-2 372,5-2 0,-4-1 0,7-1 0,0-2 0,0-2 503,-1 2-265,8-5 1,-4 5 389,6-7-1003,0 7 140,5-3 322,0 6 1,2 0 0,2 1 218,6 4-259,-4-3 0,8 6 1,-1-5-1,6 3 1,1 0-375,1 1 216,4-3 0,-3-4 0,7 0-461,-1 0 506,1 0 0,-1-4 0,-1-3 1,-2-2-1,-3-5-430,-1-4 445,-2-1 1,-5-1-1,-1-4 154,-4-3-12,4-1 0,-12-5 1,4 1-1,-3 4 1,-2 4 451,0 3 905,0 2-796,0 12-773,-7 0 0,6 9 0,-4 3 0,4 4 638,1 4-165,0 7 0,-2 1 1,-1 4 731,-2-1-898,0-7 0,5 8 1,0-4-1,0-1 1,0 1-366,0-4 129,0-1 0,0-2 0,2 1-892,3-1 856,3 0 0,6-6 0,0-3 0,0-4 0,0-1-886,1 0 808,5 0 1,-4 0-1,3-1-78,-3-4 311,-2-3 0,0-8 0,0-1 0,-1-2 0,-2 1 228,-1 3 73,-7 0 0,8 6 0,-6-1 59,-2-1 195,-2 5 1,-1-2 82,0 3-785,0 4 1,0-4-169,0 10-68,0-4 1,0 12-1,0-3-969,0 2 1095,0 2 0,7-4 0,2-2-795,4-2 837,1-1 0,0 0 1,0-1-1,1 0 0,0-3 103,4-1 218,-9 0 1,9 0-1,-10 0 1282,4 0-722,-5 0 0,0-5 817,-4 1-1160,-2-1 486,4 5-582,-6 0 1,0 6 0,0 4 673,0 2-980,0 3 1,0-6-1,-1-1 191,-4-2-1574,3-1 1391,-4 1-222,6-4-151,0 4 264,0-12 1,0-2-1,0-6 1,2 0 0,1-1-189,2 1 324,6 0 0,-5 4 0,5 1 329,-2-2-347,-5 5 0,8-6 0,-2 8 0,2 1 249,3 1-113,-1 2 1,0 5-1,-1 1 192,-4 2-207,4 1 1,-5 6 0,4-1-1,-1 0 1,-3 0 172,-1 1-613,4-1 1,-8-2 0,5-1-67,-2-1-105,-1-7 0,1 8 0,4-6-181,2-2 541,-4-1 0,3-9 0,-4-2-307,0-4 564,3-1 0,4-5 0,0 0 0,1 2 0,-1 1 411,0 2-375,0-1 0,-1 1 0,-2 2 469,-2 2-475,1 4 0,4 1 0,0 0 156,0 2-239,-6 2 0,-1 2 1,-6 2-35,4 2-103,-3 6 0,4-8 0,-4 5-450,2-2-237,-2-1 853,4-5-63,-6 7 1,-1-6-1,-4 4-323,-5-4 434,-9-1 0,4 0 0,-4 0-44,3 0 59,2 0 1,-5 0 0,0 2 0,1 1 0,3 2 219,0-2-457,1 5 1,5-6 0,1 4-441,1 0 390,-4-4 1,10 6 0,-2-5-1,6 2-665,6-2 708,4-2 1,3 4-1,1 0-385,2-2 479,0-1 1,0-4 0,0-1-1,-2-2 1,-1 0 1063,-2-1-787,-6 4 0,3-5 0,-4 3 717,0 0-505,-3-1 90,8 5-796,-10 0 1,4 1 263,-6 4 22,0 3 0,0 2 1,0-1-1,2 2-327,2 2 171,-2-5 0,11 3 0,-4-7-261,4 0 336,-5-3 1,4-1 0,-2 0 0,2 0 0,3-1-264,-1-4 258,-6 3 1,4-15 0,-4 3-24,0-2 59,5-6 1,-10 1 0,5-4 0,-2 1-1,-3 1 463,-1 0-270,-2 3 1,0 6-15,0 0-278,0 6 0,0-2 0,0 10-300,0 6 665,0 6 1,0 6 0,0 1 24,0-1-324,0-2 1,0-2 0,0 0 0,0 0-615,0 0 208,0 1 1,-2-1 41,-2 0 180,2-6 0,-11-2 0,4-6 0,-4 0-1196,-1 0 1254,0 0 1,0-6-40,-1-3 383,8-4 0,-4-1 1,6-1 626,2 1-714,7 6 1,0-3-1,5 7 575,2 0-472,-5-4 0,7 7 0,-2-4 1,5 4-1,3 1 936,-2 0-1000,-1 0 0,-2 0 0,2 0 52,3 0-177,-3 0 1,4 0-1,-5 0 1,-1 0-1,0 0 174,0 0-74,0 0 0,-4 0 2,-1 0-44,-6 0-601,4 0 591,-7 0 0,0 1-7,0 4-56,0-4 1,0 12-1,0-3-159,0 2 114,0-4 1,0 5-375,0-4 200,6-2 0,-3 4 0,7-5-378,1 2 568,1-5 0,3 3 441,-1-6-235,0 0 1,-4 0-1,-1 0 1,2-1 641,2-4-424,-5 3 0,4-10 742,-2 2-600,-4 4 1,0-2 116,-6 3-1399,0 4 1,2-6 426,3 7 5,-4 0 0,7 2-216,-3 3 360,-3 3 0,10 4 1,-4-1-398,0-1 543,5-1 0,-5-1 0,4-1 0,-1-3 0,-1 1 500,1-2-366,1-1 1,4-2-1,0-2 371,-2-3-351,4 4 0,-11-12 1,6 4-1,-2-4 0,-3-1 606,-2 0-682,-1-1 1,-5 6 0,0-1-182,0-1 67,-6 5 0,-4-5 0,-7 6 1,-2 2-1,0 2-394,-1 1 290,4 0 0,-5 0 1,7 0-120,0 0-209,6 0 1,-3 6 0,4 2-652,0 0 1097,3 4 0,0-10 1,8 3-355,6-4 478,3-1 0,2 5 1,3 0-1,1-2 0,0-2 602,1-1-541,-4 0 1,4-1 0,-5-2 661,-1-2-578,0 0 1,0 5-1,1 0 1,-1 0 797,0 0-705,-6 0-202,5 0-224,-12 7 1,7-6 0,-5 5-627,2 1-334,0-6 485,-5 6 352,6-7 1,-3 0 0,7-2 0,1-3-884,1-4 1271,3 3 1,-1-1-1,0 6-226,0-4 534,-6 3 1,5-4 0,-4 6 0,4 0 0,1 2 1841,0 2-1850,-6 4 0,5 6 0,-4 1 640,4-1-981,-5 0 1,3 0-1,-5 1 1,2-1 41,3 0-180,-5-6 0,7 3-511,-3-6-6,-4-1 0,7-5 0,-4-4 0,2-4-5040,-1-4 3332,-4 5 2249,-6-5 0,-70-20 0,27 10 0,-1 0 0</inkml:trace>
  <inkml:trace contextRef="#ctx0" brushRef="#br0" timeOffset="33">30497 2872 7928,'7'-14'369,"-4"1"1,5 2 0,-2 1 2249,-3-1-1377,-1 5 0,-4 1-865,-2 10 0,0 8 0,-5 7 0,-2 2 205,-2 4-462,-1 0 1,-3 3-1,1-1-62,3 1 1,2-2 0,-3-2 0,1-3-644,4-2 162,-4-1 0,10-4 0,-5-1-894,2 0 922,1-6 1,7-3-1,1-10-791,2-5 1002,6-8 0,1-5 0,7-5-6,-1 0 200,-3-1 1,0-4 0,-1 0-1,0 1 1,0 2 1336,0 2-895,1-1 1,-6 7 424,1 3-738,-7 10 1,3 6 0,-6 12 139,0 10 75,6 6 1,-4 5-1,3 2 211,-4 1-275,-1 0 1,0-4-1,2-1 1,1 1 0,2-1 355,-2 0-1424,-1-5 1,2-3 431,1-6-3305,0-6 747,-5 5 2498,0-18 1,-2 8 0,-3-12-1208,-4-2 1468,-4-8 0,-2 3 0,-3-3 1,-2 3-1,-2 2 145,-4 0 82,6 6 0,-1-5 1,7 5 333,0 0 1,1 1 0,2 3 1671,2 0-969,5-1 244,-2 5-1183,12 0 1,4 0-1,7 0 1,4 0-1,3 0-483,6 0 268,-2 0 0,8 0 0,-4 0-650,1 0 562,0 0 0,-3 0 1,2 0-1,1 0 0,-1 0-668,-2 0 734,-2 0 1,-6 0-1,-1 0 336,-1 0 284,-10 0-174,9 0 34,-18 0-173,6 0 693,-7 0-298,-7 0-454,-1 0 31,0 0-532,-4 0 1,9 0 0,-7 0 0,-1 0 0,-1 0-454,-3 0 666,1 0 0,-2 0 1,-3 0-45,-4 0 133,2 6 0,-4-4 0,6 4 0,1 0 0,1 2 88,-2 0-82,3 5 1,1-5 369,5 6-296,7-6 0,-3 4 0,7-4 0,4 0 1,6-1 274,6-1-426,-1-4 1,11 4-1,-5-6 99,0 0-114,5 0 0,-6-6 0,2-2 0,-2-2 0,-2 1-93,0-2 150,0-8 0,-10 3 0,1-5-54,1 1 160,-5 4 1,0-9 0,-4 4 0,1 1-1,2-2 378,-2-1-397,-1 12 1,-4-8 77,-3 10-165,4 3 0,-7-1 0,5 9 1,-4 4-1,1 7 411,0 4-284,-5 2 0,9 0 0,-3 0 737,4-2-710,1 6 1,-5-8 0,0 4 0,2-3 0,2-2 288,1 1-628,6-1 0,-3-2 0,6-1-553,3-1 618,0-7 1,7 3-1,2-6 1,1 0-1,1 0-567,0 0 547,3-6 0,-5-2 1,4-6-266,-1 0 520,0 0 0,-2-1 0,-3 1 0,-3 1 0,-2 2 498,0 2-320,0 6 1,0-8 314,1 6-366,-7 0 0,-1 5 121,-2 0-160,-3 0-130,4 7-15,-6-6 0,0 7 349,0-3-281,0-4 0,-6 6-548,-4-7 362,4 0 0,-7 0 0,2 0 0,-5 0 0,-3 0-306,2 0 207,-5 0 1,6 1 0,-4 2-122,-1 2 261,5 6 0,-4-3 0,7 6 0,4 1 29,4-1 118,3-6 0,2 4 0,2-2-41,3 2 67,3-4 1,11-1-1,1-6 1,2 2 0,3 2 186,2-2-220,-5-1 1,4-7 0,-6-1 232,2-2-245,-4-2 0,2-4 0,-7 0 0,-2 0 1,-2-2 144,2-3-189,-4 3 0,-1-9 0,-4 4 18,2-1 23,-2 5 0,4-8 0,-6 6 0,0 1 86,0 3-12,0 7-797,0 1 675,-6 7 0,4 7 1,-2 4-1,2 4 0,2 4 787,0-1-637,0 4 1,0-6 0,0 4 37,0 1-146,0-5 1,0 4 0,0-6 0,0 1-509,0-1 249,6 0 0,2-1 0,8-4-528,3-4 413,-3-4 1,9-1-1,-4 0 1,-1 0 0,2-1-605,0-4 779,-4-3 1,7-6 0,-6 0 225,-2 0 33,-7-7 0,1 5 0,-5-3 0,1 3 897,-1 2-526,-1 6-734,-5 2 357,0 6 1,-2 2-1,-1 2 1,-2 6 422,2 2-378,1 3 0,-2-1 0,-1 0 427,2 0-473,1 7 1,2-5-1,0 3 1,0-4-1,2 0 197,3-1-414,-4-6 1,7 4 347,-3-2-426,-4 2 0,7-4 0,-5-1-55,2-1 289,6-4 0,-8 4-65,7-6 60,-1 0 1,6 0 0,-1 0 0,0-2-34,0-2-40,0-4 0,1-2 1,-3 1-367,-2-2 301,2-2 0,-4-1 0,7 0 0,-3-2 0,-1-2-648,-1-1 565,-7 1 1,8 3-1,-6 1-225,-2 0 219,-2 6 0,-1-5-189,0 4 107,-6 3 0,3-1-22,-7 7 335,1 7 0,1 0 1,2 8-1,1-1 1,0 0 620,2 0-459,2 1 0,1 3 0,0 1 414,0-1-484,0-2 0,1-4 1,4-1-1,4-1 1,6 1-82,4 1-122,-4-4 0,12 0 0,-5-5-728,0 2 691,5 0 1,-5-7 0,7-2 0,-2-6-1,-2-3-196,-1-1 262,-1-6 1,1 4 0,-2-5 244,-1 1-190,4 4 1,-9-3-1,1 8 1,-4 3-1,-4 2 121,2 3-127,-4 1 1,5 4 301,-2 2-276,-4 4 1,5 3 0,-6 2 0,-2 3 0,0 0 539,2-1-536,-4 0 0,6-6 1,-7 1 104,0 1-863,0-5 1,0 7-416,0-4 904,-7-3 0,4 1-125,-6-7 266,-1 0 0,-4 0 0,0-2 0,0-1-23,-1-2 43,1 0 1,0 1 381,0-1-55,6 0 1,0 5 535,3 0-757,-3 0 1,1-1 4,2-4-35,3 3 1,9-4 0,2 6-1,4 0 1,2 0 79,4 0-54,-3 0 1,9-2-1,-4-1 35,1-1-7,2-1 1,0 3-1,-1-1 1,1-3-1,0-1 36,-1 1-79,1-5 1,3 9 0,-2-4 82,-1 0-84,0 4 1,-1-4 0,-1 6 0,-1 0-1,-4 0 186,-1 0-123,-2 0 1,-4 0 191,-1 0-156,-6 6 0,4 2 0,-7 6-73,0 1-53,0-1 1,0-5-549,0 1 391,0-1 1,-2-1 0,-3-2-196,-4 1 253,-4-6 1,-1 6 0,-2-7 52,-3 0 58,3 0 0,-4 0 1,6-2-1,0-3 280,-1-4-219,1-4 0,5 4 0,1-1-32,1-1-810,3-1 0,4 2 0,0 1 1,1-1 766,4 2 0,47-4 0,18 4 0</inkml:trace>
  <inkml:trace contextRef="#ctx0" brushRef="#br0" timeOffset="34">22237 3312 7954,'8'-6'-145,"3"3"1,-5-5 0,1 0-1,0 0 1956,1-3-1298,-4 5 1,7-2-1,-5 5 1828,2-2-1298,-5 0-754,3 5 1,-7 0-186,-4 0 1,-9 0 0,-10 0 0,-4-1 202,-6-4-303,4 3 1,-15-4 0,2 6 0,-1 0 0,-7 0 1,2 0-1,-3 0 1,5 0 0,4 2-229,5 2 282,-3-2 1,11 9 0,-3-5-53,3 2 1,8-3 0,1 3-1,2 0 83,0 0-143,0-5 1,7 5-1,1-5-23,1 2-267,7-1 155,-3-4 0,7 0 0,4 0-104,4 0 0,9-6 0,2-2 0,2-1-182,4-1 409,1 1 0,1-5 0,-1 1 106,-3 3 1,1-2-1,-6 4 1,-2-2-18,-1 1 134,-8 6 0,3-10 94,-6 4 1,-2 2 0,-8 3 119,-4 2-397,-10 2 1,1 0 0,-4 2 84,2 2 1,-1 3-1,4 5 1,-2 1 287,1 3-259,3 1 1,5-1 0,2 1 67,2 2 1,1 2 0,7-4 0,3 2-164,4-2-9,4-1 0,2-1 0,3-3-321,1-2 1,4 1 0,-4-7 0,-1 1-1762,-2 1 1540,-2-4 1,0 4 0,0-6 556,0 0 0,-31-31 0,-8-9 0</inkml:trace>
  <inkml:trace contextRef="#ctx0" brushRef="#br0" timeOffset="35">17829 3483 8258,'8'0'1606,"0"0"-339,-3 0-1131,-3-6 0,6 3 0,-5-7 0,3 1 0,0-1 0,2 1 0,0-4-1,3-4 0,2-1 1,1-5-1,2-3-86,3-1-215,-3-1 1,9-5 0,-5-2 50,2-1 1,-4-2 0,2-3 0,-2 3-541,-4 5 249,3 9 107,-15 3 285,4 14 0,-7 7 0,-4 9 1,-5 4-1,-1 2-156,2 4 340,-4-3 0,7 5 1,-3-7-104,4 0 1,-2 2-1,3 1 1,1 2 104,1-1-158,2-3 0,0 0 0,0-1 94,0 0 1,2 0 0,2 1 60,6-1-163,2 0 1,3 0-1,-1 0-11,0 1 0,-4-6 1,-3 1-1,1-1 41,0-1 171,-5 5 0,4-10 94,-7 6 0,-7-6 0,-4 2 396,-6-3-742,1-2 0,-4 0 0,4 0 55,-3 0 0,3-5 0,-3-1 0,3-1 71,2 1-122,0-5 0,0 5 1,1-5 193,4 1 0,1 5 38,3-4-148,3-1-473,-10 3 1,10 2 361,-3 10 35,4 2 1,1 3-1,0-1-130,0 2 1,5-3 0,1 0 0,2 0-280,3 0 255,1-5 0,4 8 0,2-6-116,1-2 1,4-1 0,-4-2 0,0 0-347,2 0 661,-5 0 1,9-5 0,-6-1 54,-2-2 0,-1-2 1,-2-2-1,-1 1 827,-4 1-749,4 1 0,-12-1 1,6 1 956,-1-2 0,-4 3 369,2-2-1211,-2 7 0,-4-3-722,-2 6 1,2 1 31,-3 4 276,4 3 1,1 6-8,0 0 1,0 1-1,0-1 1,1-2-203,4-2 180,3 3 1,6-10-1,2 5 146,3-2 0,-3-1 0,3-5 0,-3 0 37,-2 0 205,0 0 0,0-7 0,0-2 88,1-4 1,-7-1-1,-2 0 1,-1 0 359,-1-1-459,1-5 0,-5 4 1,-2-3-13,-2 3 0,-4 2 1,-6 0-1,-1 1-172,1 4-17,0-4 1,0 12 0,0-4-438,-1 3 308,1 2 0,0 7 0,1 2 0,2 4 0,3 1-220,2 0 259,-5 0 0,9 1 0,-2 0-451,2 4 345,2-3 1,0 0-1,0-7 1,2 2-1,4 0-943,8-1 817,0-4 1,12-6 0,-6 0 250,2 0 1,2 0 0,4-1-1,1-4 781,-1-5-614,-6-2 0,4-2 0,-7-1 209,-2 1 0,-3 0 0,-3 1 0,-3 2 1822,-1 2-811,-3-1 418,3 2-1739,-6-4 1,4 10 0,-10-1-537,-4 6 577,2 5 0,-1 6 1,5 1-110,-1-1-153,-1 0 0,0 0 1,0 0-1,2 1-1184,2-1 730,1 0 1,6-1-1,2-2 283,0-2 1,4-6 0,-2 2-1,2-3 380,3-2 7,5 0 0,-4 0 0,1-2 69,-6-3 1,2-2 0,-3-8 0,2 1 1276,2 0-988,-6 0 1,3-1 0,-6 1 1296,-2 0-1265,-1 0 0,-1 6 0,3 2-1044,0-1 571,1 6 84,-5-6-48,0 14 0,0 1 0,0 6 0,2 0 1,1 0-473,2 0 149,6 1 0,-3-3 0,6-1-735,0-1 963,0-7 0,5 8 0,0-6 0,0-2 0,0-3-228,0-5 497,0 4 0,-5-12 0,-1 3-306,-4-2 796,4-2 0,-10-5 1,5 0-1,-2 1 1914,-3 3-1983,-1 7 0,-4-3-458,-2 6 1,1 2-342,-7 7 279,7 4 1,-8 7 0,6-1 96,2 0-157,1 0 1,-2 0 0,-1 1 0,2-1 0,1 0-415,2 0 176,0-6 1,0 5-265,0-4 1603,0-2-823,0-1-246,0-6 1,0-6 0,0-4 12,0-2 1,0-4 0,0-2 0,2-1 82,2 2-63,-2 1 0,6 2-271,-3 0 0,3 0 0,6 1-517,0 3 588,0 4 1,-4 6 0,-1 0-247,2 0-5,2 0 0,1 0 0,0 0 0,2 2 0,1 1-1726,2 2 1480,0-1 1,-4 1 680,-1 0 0,19 0 0,5-5 0</inkml:trace>
  <inkml:trace contextRef="#ctx0" brushRef="#br0" timeOffset="36">19322 3256 14754,'10'0'73,"-1"0"-479,1 0 326,-2 0 0,4 0 1,-2 0-1,2 0 144,3 0 273,-7 0 0,-1 0 80,-2 0 0,-2-2 121,7-3-461,-7 4 0,3-7 16,-6 3 1,0 2-289,0-7 106,0 7 0,-1-3 1,-4 6-308,-4 0 327,-4 0 1,2 0 0,-2 0 0,-3 1 0,-1 3-96,-4 0 230,6 7 1,-7-1-1,4 7-82,-1 2 68,0 0 0,10-3 0,1 1 1,2 2-1,2-1 68,3-2 52,1-2 1,6 0-1,5-1 24,7-4-192,4 4 1,5-12 0,-2 4 0,-1-3 0,-1-2-801,-1 0 521,5 0 0,-6-5 1,2-1-1742,-4-2 1526,4-2 1,-8-4 0,4 1 0,-3 2 0,-2 2-1976,0-2 2166,-6-2 0,5 4 0,-5-1 37,0-1 1,-2 3-1,-4-1 399,2-2 42,-2-2 1,4 4 1443,-6-1 0,0 1 1100,0-6-1993,-6 7 0,3 2-417,-7 6 0,1 0 1,-5 0 26,-1 0-246,1 6 0,5 1 0,-1 4 79,-1-2 1,3 1-1,0 4 1,2 0 159,3 0-320,1 1 0,2-1 1,0 0 66,0 0 0,2-4 0,4-1 0,9 1-123,7-2-8,4-2 0,8-6 1,0 0-648,3 0 486,-6 0 1,4-2 0,-8-2 0,-2-6 0,-3-1-2416,-1 2 1641,-2-4 0,-11 10-1283,-4-7 2269,-2 7 0,-34 3 0,-7 8 0</inkml:trace>
  <inkml:trace contextRef="#ctx0" brushRef="#br0" timeOffset="37">18697 3810 8118,'0'-9'1030,"0"-1"0,-2 1 1238,-3 1-1916,4 1 0,-7 7 0,3 2 0,-4 3 0,-2 4 0,0 5 203,1 5 1,1-1 0,-6 5-1,1 1 34,0-2-655,0 5 0,0-6 0,1 2-238,3-4 0,-1-3 0,5-2-1107,-2 0 722,5-6-501,-3-1 950,6-14 0,8-7 0,4-10 0,6-2 0,1-3-1054,1 1 1312,-4-1 1,11 1-1,-5-1 1046,0 1-645,-1 0 0,-7 5 0,-2 4 0,-1 4 967,-1 0-1060,-7 8 217,10 0-257,-12 20 0,6-2 0,-6 11 1,2 0-1,2 2 1053,-2 6-1217,-1-8 0,3 11 0,-1-9 299,-1 3-469,-1-5 0,3 3 0,0-6 0,-2-2-1108,-2-1 787,-1-2 1,0-4-1858,0-1 1104,0-5 0,0 0-1602,0-8 2162,0-4 1,-6-2 0,-2 1-1301,0-2 1862,-11-2 0,13-1 0,-11 1 0,-1 2 0,2 2 0,1-2 176,0 4 1,1-4-1,0 5-121,0-2 1126,6 5 0,-5-8 2013,4 6-2132,2 0-410,-5 5-621,16 7 1,-7-4 0,14 5 0,4 0-1,4-2-256,3 0-23,1-1 0,1 0 0,0-1-594,1 0 671,2-3 0,0-1 1,-2 0-1,-1 0 1,1-1-482,2-4 580,1-3 0,-1-2 0,-2 1 345,-1-2-203,0 5 1,3-7-1,-2 5 1,-3-1-1,-1 1 624,-4 1-509,-8 3 0,4-1 80,-3 0-136,-4 0 1,2 5-1,-5 2 202,2 3-568,-1-4 305,-4 6-148,-6-7 0,4 1 0,-4 2 0,0 2 1,-4-2-29,-2-1 95,-2-2 0,-1 1 0,1 3-22,0 0 75,0 1 0,-5-3 0,0 1 1,1 2-1,3-1 407,0 3-427,1-6 0,0 10 0,0-4 16,-1 0-33,8 3 0,-4-1 0,6 1 0,0 1-6,-1 2 32,4 1 0,2-5 0,10-1 59,2-1-114,2-3 1,7-4-1,3 0 1,3 0 0,-1-1-101,-2-4-51,3 3 1,-6-12-1,4 1-40,-2-4 198,-5-2 0,2 0 0,-5-1 0,-3-2 0,-2-4-39,-6-1 56,-2-1 1,-2 0 0,0 1-110,0 3 569,0 3 0,0 7-264,0 0-175,-6 6 1,4 8 0,-3 10 24,4 2 150,1 2 0,0 5 0,0 2 0,0 1 0,0 2 739,0-2-885,0 5 1,0-11-1,0 3-184,0-4 18,0 0 0,0-1 0,1 0 0,4 0-1254,5 0 1174,2-6 0,-2-1 0,-1-7-375,2 0 432,2 0 0,3-2 0,1-1 1,2-3-1,-2-2-432,-1-3 679,-2-2 1,5 0 0,0 2-178,-1 2 303,4-1 0,-11 2 0,5 2 0,0 1 602,1 1-793,2-1 1,-7 3-1,0-1 116,-3-2-69,-6 1 0,5 4 148,-3 0-46,-4 0 2,6 0 1,-9 0-170,-3 0-135,-3 0 0,-1 0 0,0 0-451,-3 0 459,0 0 1,-2 0-1,-1 1 1,1 2-1,-2 4-273,-3 1 323,4 1 1,-6 1 0,7-1 84,0 2-2,-1 2 0,6 1 0,1 0 1,2 0-1,1 1 267,-1-1-195,4 0 0,-3-1 1,10-2 22,5-2-133,2-6 0,4 4 0,1-7 1,4 0-1,-1 0 25,1 0-117,-2-7 1,0-1 0,1-6-86,3 0 187,-6 0 0,3-2 1,-5-1-1,-1-4 1,-1-1 16,-4-3 69,4 4 1,-12-6 0,4 5-87,-3 0 98,-2-5 0,0 11 0,0-3 0,0 4 260,0 0-631,0 8 1,-2 0-373,-3 7 717,4 7 1,-6 0-1,7 9 1,0 3-1,-1 3 1154,-4 0-1062,3 5 1,-4-6 0,6 4 230,0-1-345,0-7 1,0 8-1,0-6 1,0-1-1,2-2-315,2-2 190,-2 0 1,11-4 0,-4-3-539,4 0 445,1-3 1,2-4-1,1 0 1,2-1-1,0-2-545,2-2 728,-6-6 0,11-2 0,-7-6-72,-2 2 1,-1-4-1,-2 2 1,-1 1 333,-4-3-127,4 12 1,-12-10 644,4 9-356,-3-3-350,-2 6-410,0 0 359,-7 20-25,6-4 0,-6 12 1,9-7-1,1 0 115,2 1-87,6-8 1,-8 6 0,7-5 42,1 0 1,-3 4-1,1-2 146,2 3-199,-5 1 1,6-5-1,-6-1-25,2-1 1,-3-1 0,4-3-103,2 2 113,-5-1 1,7-4 0,-4 0-93,4 0 1,1 0-1,1-1 1,-1-2-25,0-2 92,0-6 1,5 3 0,0-8-1,-2-3 1,-1 3-1,-1-2 1,-3 0 17,-2-1 4,2 3 1,-10-4 0,3 6 46,-4-1 1,-1 6 0,-1 1 221,-4 2-387,-3 1 0,-2 5 0,1 2 80,-2 2 50,-2 4 0,4 6 1,1 1-1,0-1 0,2 0 514,-1 0-513,3 1 0,4-1 0,0 0 47,0 0-86,0 0 0,1-1 1,4-2-1,4-3 1,4-2-528,1-3 423,7 5 0,-4-6 0,5 3-86,-1-4 1,4-5 0,-3-3 0,2-1 42,0-3 117,-1-1 1,1-7 0,0 0-109,1 1 222,-4 3 0,4 0 0,-6 1 0,0 1 0,0 2 850,0 2-703,-7 6 0,1-4 364,-4 7-456,4 7 0,-5-4 0,-3 6 1,-4 2 114,-1 2-236,0 1 0,0 1 1,0-1-159,0 0 1,-1-6-1,-2-2 1,-4-1-1019,-1 0 860,5 6 0,-9-10-172,2 4 0,-3-3 423,-1-2 17,0 0 0,4 0 178,1 0-82,6 0 1,-10 0 453,4 0-188,2 0-120,1 0-157,6 0 1,2 4 0,2 1-259,6-2 135,3-1 1,1-7 0,0-1-28,0-2 0,2 3 1,1-4-1,4-1-125,1 2 214,-5-4 1,9 5 0,-6-4 129,2 2 1,-3 4 0,3-3 0,0 2 535,1 3-457,-6 1 0,4 2 0,-7 0 452,0 0-501,0 0 1,-4 5 0,-2 1-1,-2 2 336,-3 3-337,-1-5 1,-2 7-41,0-3-152,0-4 1,-7 2 0,-2-5 0,-4 3-1409,-1 2 1043,0-5 0,0 4-362,-1-7 386,1 0 1,0 4-236,0 1 736,6 0 0,-3-7-298,6-3 459,0 4 0,5-12 233,0 4-328,0 2 1,7-4 1,2 7 0,-1-1 0,1 5 59,2 0-92,2 0 1,-3 0 86,-1 0-1449,1 0 0,-3 2-1553,-2 2 2769,-3-2 0,-65 29 0,23-15 0,1 0 0</inkml:trace>
  <inkml:trace contextRef="#ctx0" brushRef="#br0" timeOffset="38">25024 3924 7348,'0'-8'1009,"0"-5"70,0 4-174,0 2 184,0 1-174,0 6 643,0 0-1302,6 0-198,-4 0 0,9 2 1,-5 1 51,2 2 0,-3 1 0,4-1-82,2 4-7,-5-3 1,2 5 0,-5-4 43,2 1 1,5-4 0,-4 4 0,0 0 293,1 0-283,4 2 1,-3-1 0,6 1 81,0 1 1,0 1-1,0 2 160,1 1-297,-1-1 1,0-1 0,0-2 136,1-2-196,-1 1 1,-5 2 0,1-1 0,1-1-61,1 1 135,3 1 1,-7-2-1,-2-2 121,0-2-122,2 5 0,2-8 1,-3 7-1,1-1 0,0 1 201,3-1-211,2-6 0,1 8 0,0-4-11,1 1 0,-1 0 0,0 3 0,0-2-171,1 2 158,5-5 0,-9 7 1,3-5-28,-1 0 1,0 5 0,1-4-1,0 2-22,0-1 36,-6 2 1,5-5 0,-4 4 6,4-2 1,1 1 0,0 2 0,1-1-6,-1-1-8,0-1 1,0 5-1,0-1-29,1-3 1,-1 2-1,0-2 1,2 2-89,3 2 57,-3-6 1,4 5 0,-6-4 69,1 4-8,-1-5 0,0 5 1,0-5-1,-1 1 0,-2 1-63,-2 1 96,1-5 0,3 7 0,-2-6-71,-2 1 52,1 5 0,-1-10 0,-1 7 0,0-1 1,0 1 24,3-1-19,-5-6 1,7 8-11,-4-6 56,-2 6 1,0-9 256,-2 2-239,-3 4 29,10-6 10,-10 4-38,4-6 9,-6 0 71,0 0-31,-6-6-129,4 4-59,-4-4 69,6 0 1,0 2-1,0-5-197,0-2 108,0-2 0,-5-1 0,1 0-63,0 0 68,-3-1 0,5 1 0,-4 0 0,1 0-308,0 0 482,-6-1 1,10 1-167,-4 0 154,3 6 0,-3-5-337,1 4 131,-1 3 7,5-1 143,0 7 1,0 2 0,0 3 0,0 4 329,0 4-280,0 1 1,0 0-1,0 2 107,0 3 0,5-3 1,-1 3-1,1-4 115,2 0-304,-6 5 1,5-9 0,-6 3 200,0-1-203,0 0 0,5-4 0,0 1-154,-2 1-22,-8-5 0,2 0 0,-6-6-1503,-2 0 627,-8 0 1,1 0 0,-4 0 1063,2 0 0,-31-19 0,-3-4 0</inkml:trace>
  <inkml:trace contextRef="#ctx0" brushRef="#br0" timeOffset="39">23360 3000 7348,'-12'-15'169,"2"1"1,2 5 752,3-1-686,4 7 1,-10-10-1,4 6 1,1-3-1,-2 2 926,0 2-838,5 1 0,-9 5-13,2 0-198,-3 0 1,-1 0 0,0 2 0,0 1 99,0 2-223,-1 6 1,1-8 0,2 6-82,2 2 113,-3-4 1,5 5-1,-4-2 1,1 1-1,3 0 73,2-2-116,-5 1 0,4 4 0,-2 0 43,4 1 22,-3-1 1,7 2 0,-6 1 0,2 2 0,1 0 203,1 1-289,1-4 1,-3 11 0,-1-3 136,-2 3-84,5-5 1,-8 5-1,6-5 1,0 1 0,1 1 142,-1 1-124,-6 2 1,9-5 0,-3-1 57,4-1-42,1 2 0,0 1 0,0-4 1,0-4-1,0 0 158,0-1-175,0 0 0,0 0 0,1-1 13,4-4-37,-3 4 0,4-5 0,-4 6 0,1 0 0,2 0-187,-2 1 124,-2-1 0,4 0 0,1 0-75,2 1-23,-5-8 0,10 12 1,-3-1-220,2 2 247,2 1 0,-1-7 0,-2 0-51,-1 1 108,-1-8 1,7 1-1,1-5 1,2 2 0,0-2 120,2-1-36,-6-2 1,11 0 0,-6 0 55,2 0 107,2 0 0,3-5 1,-2 0-1,-1 2 0,0 0 584,-2-2-598,5 4 1,-12-10 0,4 6 370,-3 2-408,5-5 1,-6 5 0,4-5 0,-3 0 0,-2 2 413,1-1-436,5-4 1,-4 3 0,5-6 195,-1 0-214,-4-7 0,9 6 1,-6-4-1,0 1 0,0-1 393,0-4-501,6 2 0,-9-4 1,3 4 184,-3-1-98,-2-1 0,-4-6 0,-3 1 1,0-1-1,-4 1 194,-2-1-208,-1-5 0,0 2 0,-1-4 142,-4 1-214,-3 2 0,-6 0 0,-2-2 1,-1 0-1,-4 0-411,-1 4 284,-1 1 0,-6 1 1,1 2-377,-1 4 321,1-4 1,-1 13 0,-1-2-1,-3 5 1,-5 1-610,-3 2 538,5 2 0,-5 6 1,4 0-1301,1 0 1036,-5 6 1,6-2 0,-4 5 0,2 4 536,3 4 0,7 5 0,6 7 0</inkml:trace>
  <inkml:trace contextRef="#ctx0" brushRef="#br0" timeOffset="40">10223 14515 8574,'0'-14'-703,"0"4"281,0 1 439,0-1 0,-2 1 0,-2 1 0,-6 2 0,-2 1 0,-3 0 0,0 0 0,-3 2 1538,-1 2-1376,0 1 1,0 0 0,0 0 0,0 0-1,0-2 1,0-1 0,2-2 855,1 2-974,2 1 0,0 2 0,-2 0 417,-3 0-549,3 0 0,-6 0 1,3 2-1,-3 1 0,-3 2-130,-4-2 113,10-1 1,-14 2 0,10 1 22,-4-2 62,-2 5 1,-1-1-1,-1 4 1,-3-2 0,3 1 10,1-3 6,1 6 0,3-5 0,0 6 5,3 0-17,5 1 1,-4-1-1,5 0 1,-2 0 0,1 0-73,3 1 69,7-1 1,-5 5 0,4 0-21,-4-2 21,-1 5 0,0-6 1,1 5-1,2-2 1,1 0-3,-1-2 100,5 5 0,-2-6 0,5 3-71,-2-3 143,0-2 1,1 2 0,-1 3 0,2 3 244,1 0-471,2-2 1,-5-5-1,1-1 225,1 0-171,1-6 0,2 5 1,0-4-1,0 4 1,2 1-202,2 0 251,-2 0 0,9 0 1,-5 1 192,2-1-223,2 0 0,2 0 0,-1 1 0,-1-1 1,1 0 18,2 0 1,1 0 1,0 1-1,0-1 123,0 0-142,7 0 1,-4-1-1,7-2 1,0-2-1,-1 3 53,1 0-11,0-4 0,4 5 1,1-5 309,-1-1-319,1 6 1,-6-10 0,1 5-1,1-1 1,0-3 283,-1 3-274,3-6 1,-5 5-1,5-6 117,-3 0-167,3 0 1,-5 2 0,6 1 0,1 2 0,-1-2 16,0-1-44,1-2 1,4 0 0,2 0 21,1 0 24,2 0 0,0 0 0,0 0 0,0 0 0,0 0 111,0 0-126,0 0 0,-1 0 0,1 0 16,2 0-18,-5 0 1,6-2-1,-5-1 1,2-2 0,-2 2-179,-1 1 146,-2 2 0,-4-4 0,-1-1-174,0 2 194,1 1 1,-1 2-1,1-1 1,-1-2-1,-1-2-34,-3 2 133,3 1 1,-1-3 0,9-1-43,2-2 59,0 5 1,5-8 0,-3 5 0,-1-1 0,1-1 487,3 0-556,0-1 1,-4-1 0,-2 1 178,-1-2-180,-2 5 0,-1-7 0,-2 4 0,-3-4 0,0 0 304,0 4-263,-5-4 0,5 0 0,-5-5 210,0 0-144,5 2 0,-10 2 1,5 0-1,0 0 1,-1-1 523,-1 1-572,-1 0 0,-5-2 1,1-1 232,-1-2-254,0 0 1,0 5-1,1 0 1,-3-2-1,-1-2 390,-1-1-381,-1 0 1,1 0-1,-2-1 406,-2-2-352,-1 4 0,-5-8 1,0 4-1,0-2 0,0 2 403,0 1-626,-7-4 0,-1 8 0,-7-7 279,-4-1-361,-3-2 0,-8-2 0,-5 1 1,-8-1-1,-7 1-1369,-6 0 1212,-7 5 0,-2-3 1,-7 3-646,-4 1 730,3 2 0,32 12 1,-2 2-1,-36-7 1,39 8-1,0 0 0,0 3 1,-1 0-813,0 1 0,0 0 577,-30 1 0,3 2 0,18 2-1936,7 6 1912,0 9 1,13 3 485,-3 6 0,-15 1 0,-10 2 0,-3 3 0,-1 0 0</inkml:trace>
  <inkml:trace contextRef="#ctx0" brushRef="#br0" timeOffset="41">13010 14870 19704,'6'-14'-513,"-4"5"0,2-1 0,-1 1 1,1-1 1160,0 1 303,1 6-1068,-5-4 0,-1 9 0,-3 3 0,-2 4 987,-2 4-766,5 1 1,-8 5 0,5 1-41,-2 3 0,3-4 0,-5 3 0,-1-2-424,-1-2 427,4 4 1,-5-7-1,5 4 92,0-3-255,-4-2 0,9 1 0,-5-1 1108,1 0-1063,3-6 1,4-3-749,0-10 833,0-3 0,6-6 0,4-2 0,1-3 0,0-3-242,-2 0 102,1-5 0,2 5 1,-1-5-169,-1 3 266,-7-3 1,8 12 0,-5-4-1,1 3-127,-1 2 308,5 6 0,-5 3 0,5 8 670,-1 2-566,-1 12 1,6-6-1,-1 12 1,-2-1 0,-1 0 549,-1 3-717,-1 2 1,6-3 0,-1-2 391,0-2-671,-6 6 1,3-11 0,-5 4-1,1-3-962,-1-2-371,-1-6-1276,-5 5 1399,0-12 1,0 4-3073,0-10 4527,-7-3 1,-38-37-1,14 18 1,0 0 0</inkml:trace>
  <inkml:trace contextRef="#ctx0" brushRef="#br0" timeOffset="42">12953 15084 21511,'0'-8'-433,"0"0"0,1 5 1624,4-2-578,-3 0 0,6 0 0,-5-1-802,1-2 0,8 5 1,-3-2-1,4 4-3380,1 1 2727,0 0 1,0 0 915,1 0 0,30 0 0,9 0 0</inkml:trace>
  <inkml:trace contextRef="#ctx0" brushRef="#br0" timeOffset="43">13365 15112 9042,'-8'-14'811,"-3"4"0,5 1 0,-2-2-696,5 5 0,-10-7-1032,4 3 1,1 4 916,-2 1 0,39 16 0,4 5 0</inkml:trace>
  <inkml:trace contextRef="#ctx0" brushRef="#br0" timeOffset="44">13735 14941 8514,'0'-19'0,"0"-1"0,-2-1 1019,-3 1 0,4 1 0,-4 5 4266,4 0-4866,1 6-410,0 1 0,4 9 1,1 3 184,-2 4 0,-1 8 0,-2 4 0,0 0 126,0-1-259,0 5 0,0-4 0,0 4-222,0-1 1,1-2-1,3 3 1,0-3-626,-1-1 493,5-2 1,-6 0-1,4 0 112,1-2 0,0-3 0,9-3-185,3-1 359,-3-7 0,6 2 0,-5-10-280,2-4 255,0-4 1,-4-3-1,-1-1 1,0-4 0,-1 1-373,-4-1 392,4 2 0,-12 5 0,4 0-143,-3 0 35,-2 6 1,-7-3 0,-2 6 0,-5 2 0,-4 1-363,-1 2 425,-6 0 0,9 2 0,-4 1 222,-1 2-138,5 6 0,1-8 0,5 5 0,-1-2 4,-2-3 77,6-1 543,0 4-533,20-4 0,-4 2 0,12-7 0,-2-3 1,1-2 228,2-3-270,2-2 0,-2-2 1,-1-3-45,-1-1-10,-4-6 0,3 9 0,-9-4 0,-6 1 1,-2 0 116,-2 1-264,0-4 1,-8 11-1,-6-2 45,-8 6-191,-5 2 1,-3 5 0,-2 0 0,-1 0-1,1 1-978,2 4 709,8 3 0,-1 8 0,7 1-1041,3 2 803,8 0 0,-1 0 1,8 2 776,2 1 0,49 1 0,16 6 0</inkml:trace>
  <inkml:trace contextRef="#ctx0" brushRef="#br0" timeOffset="45">14218 15126 8514,'8'-6'3549,"-3"-4"-2068,-4 4-211,-1 0-1748,0 0-532,0 4-694,0-4 1208,0 6 0,0 1-215,0 4 1020,0-3-523,0 4-645,0-6 405,0 0 1,-19 0 0,-4 0 0</inkml:trace>
  <inkml:trace contextRef="#ctx0" brushRef="#br0" timeOffset="46">14602 14970 8514,'0'-14'0,"0"-5"978,0 0-393,0 0 0,0 5 0,2-1 574,2 1 215,-2 6-1181,4-4 1,-6 12-1,-1-2 1,-4 7-165,-5 3 172,-2 1 0,-2 7 0,-1 1 168,1 2-352,0 0 1,1-3-1,2 1 1,3 2 0,0-1-158,1-2 56,3-2 1,-2 0 0,6 0 189,0 0-63,0 1 1,0-1 0,2 0 0,2-1 125,6-4-195,3-3 1,1-1 0,0 0-383,0-2 0,0-1 0,1-2-753,-1 0-781,0 0 1,0 0 1941,0 0 0,7-26 0,1-5 0</inkml:trace>
  <inkml:trace contextRef="#ctx0" brushRef="#br0" timeOffset="47">14915 15112 8514,'0'-8'2635,"-5"-4"-19,0 2-1790,-6 4 1,10-2 0,-6 5 772,1-2-2030,5 0-489,-6 5-586,7 0 1046,0 0 41,7 7 0,-1-4 1,5 5-355,-2-2 121,-5-1-113,2-5 1,-5 4-1872,4 1 1942,-3 0 694,4-5 0,-12 0 0,-2 0 0</inkml:trace>
  <inkml:trace contextRef="#ctx0" brushRef="#br0" timeOffset="48">15142 14956 8514,'0'-15'1444,"0"1"0,0 0 109,0 0 815,0 6 13,0-5-2515,0 12 0,0-4 0,2 10 360,3 4 1,-4-1-1,4 2 1,-3 2-41,-2 6-125,0-3 1,0 6 0,0-7-50,0 0-268,0 1 1,0-1 0,0 0-1,0 0-1054,0 0-186,0 1 0,0-1-1364,0 0 1431,0-6 0,0 0 1429,0-3 0,9-37 0,7-23 0,0 3 0,-1-1 0</inkml:trace>
  <inkml:trace contextRef="#ctx0" brushRef="#br0" timeOffset="49">15213 14927 8514,'0'-14'1384,"0"0"0,0 4 647,0 1-1449,0-1 1,0 1 513,0-1-816,7 7 1,-4-3 0,6 6 0,2 0 642,2 0-846,8 0 1,-4 6 0,5 4-78,-1 2 1,4 3 0,-3-1 0,2 0-242,-1 0 168,-5 0 1,2 1 0,-5-1-115,-1 0 0,-5-4 1,-1-1-95,-2 2 401,-1 2 0,-5-4 1,-1-1 1,-4-2 1,-5 4 0,-7-5 0,-3-1 141,-3 3-878,0-6 0,-6 7 0,2-5-281,4 2 1,-4 5 0,3-4-1,-1 0-1671,1 1 2566,-3 4 0,-7 9 0,-11 10 0</inkml:trace>
  <inkml:trace contextRef="#ctx0" brushRef="#br0" timeOffset="50">17175 15169 8392,'0'-14'166,"0"-1"0,2 3 1,1 1-1,2 1 1,-2-1 2094,-1-1-1617,-2 4 1,0 3-1,-2 10-60,-3 4 1,-3 9-318,-6 1 0,0 4 0,0-2 0,0 1-76,-1 3 0,-2 2 1,1 0-1,4-2 187,-1-1-523,0 0 1,4-2 0,1-2-162,2 1 212,1-12 1,0 10-184,0-9 631,1-4 1,5-1-519,4-10 0,-2-3 0,5-6 1,0-2-658,0-3 456,1-3 0,4-6 0,0-1 41,1 1 1,-8-1 0,8 2-1,-1 2-111,0 1 411,1 7 0,-2-8 0,0 7 265,-3 6 0,-4-1 1,4 8 441,2 2-488,2 8 1,-4 4 0,-1 9 233,-1 1 1,2 4-1,-3-2 1,1 1 763,-1 3-951,-1-4 1,1 6 0,2-5-29,0 0 0,0 3 0,-3-6 1,2-1 446,1-3-748,5 0 0,-10-1-211,7 0-1018,-1 0 530,-1-6-27,-2-2 1,-6-7-622,0-4 608,0 4 1,-1-12-1201,-4 3 0,-3-2 2026,-6-2 0,-32-26 0,-8-6 0</inkml:trace>
  <inkml:trace contextRef="#ctx0" brushRef="#br0" timeOffset="51">17090 15382 7754,'0'-8'1239,"-1"2"-267,-4 6 165,3 0 0,-9-2-171,6-2-889,1 2 0,5-4 0,4 6 0,5 0 0,2 0 660,2 0-625,7 0 1,-4-2 0,7-1 0,0-2 0,-2 2 387,-3 2-309,-3 1 0,-2 0 0,0 0 431,0 0-629,-6 0 0,3-2-1757,-6-3 1362,0 4 0,-7-6 0,-3 7-664,-4 0 0,-4 0 0,-1 0 0,-2 2 1066,-3 3 0,-28 15 0,-13 10 0</inkml:trace>
  <inkml:trace contextRef="#ctx0" brushRef="#br0" timeOffset="52">17730 15212 8276,'6'-15'64,"-4"7"0,11-4 0,-6 2 1,3-1 744,-1 2-445,-5-4 0,2 10 0,-5-5 793,4 2-439,-3 1-187,4 5-158,-6 0-1432,0 0 1113,-6 0 61,4 6 0,-6-4 1,5 4-88,-2 1 98,-6-6 0,3 10 1,-6-4-1,0 0 1,0 3 185,0-2-264,-1 4 0,-4-4 0,0 5-15,2-4-48,1 4 0,2-7 1,0 5-1,0-1-222,-1 1 192,1 2 1,6-4-129,3 1 319,4-7 0,2 8 0,6-5 1,7 0 737,8 1-455,5-2 0,6-5 0,2 1 524,1 4-762,-4-4 1,-2 6 0,-8-7 0,-1 0 0,-4 0 627,-1 0-1140,-2 0 475,-6 0-589,-2 0 1,-7 0 0,-4 0-3323,-5 0 2536,-2 0 0,-9 0 1221,-3 0 0,-34 12 0,-10 4 0</inkml:trace>
  <inkml:trace contextRef="#ctx0" brushRef="#br0" timeOffset="53">16706 15169 8312,'8'-8'306,"0"-3"1,-5 5 0,2-2 0,0-2 1532,1 2-290,-4 2-1151,4 6-313,-6 0 0,-6 5 0,-4 1 0,-4 0 0,-3 2 302,-2 0-483,-7 2 1,6 4 0,-5 0 0,1 0 0,-1 1-279,-2-1 387,5-6 0,-4 4 0,7-2-13,2 2 1,1-2-43,2-1 223,6 1 0,3-2 1,12-3 608,7-4-568,0 5 1,13-4 0,-5 4-1,2-1 1,-1 0 367,3-2-498,1 5 1,1-7-1,-1 6-208,-3-1 150,-4-4 1,-6 4 0,1-4-882,-1 2-530,-6-2-1264,-2 4 2008,-6-6 0,-2 2 0,-2 1 0,-7 2 633,-7-2 0,-42 5 0,-16 0 0</inkml:trace>
  <inkml:trace contextRef="#ctx0" brushRef="#br0" timeOffset="54">16308 15467 8312,'8'0'-51,"0"0"1,-3 0 607,4 0 1,-1 0 1041,2 0-915,-1 0 1,1 0 560,-1 0-713,0 0 1,6 0-318,-1 0 1,5 0 0,1 0 0,1 0 281,-1 0-564,6 0 1,-4 0-1,6 0 381,1 0-813,-7 0 1,3 0 0,-6 0-1170,-2 0 122,-7 0 0,-7 5 94,-12 0 1452,-7 6 0,-30-8 0,-12-4 0,-4 4 0,0 0 0</inkml:trace>
  <inkml:trace contextRef="#ctx0" brushRef="#br0" timeOffset="55">15967 15297 8312,'-8'-14'-29,"0"1"0,5 2 0,-2 1 1456,2-1 1,0 0 223,-2 2-1341,4 3 0,-7 7-127,3 4 0,2 3-50,-7 6 1,6 5 0,-4 0 0,0 0 409,0 1-460,5-4 0,-8 9 0,6-4 0,2 0 0,1-1 13,2-3-197,0-1 1,0-2 0,3-1 370,7-3-156,-1 2 0,18-10 1,-2 3-1,5-4 0,5-1 235,2 0-255,-6-6 1,4-2 0,-7-8 161,1-3-237,-7 3 0,-2-6 0,-7 5 0,-3-4 0,-6-1-472,-2-3 19,-8 4 1,-2 1-1,-8 6-325,-3-1 0,-5 8 0,-7 2 0,-3 3-2051,3 2 1637,1 7 0,1 0 1173,1 8 0,-7 30 0,-1 9 0</inkml:trace>
  <inkml:trace contextRef="#ctx0" brushRef="#br0" timeOffset="56">18142 15240 8312,'0'-14'-885,"-4"4"0,-3 1 885,-1-2 0,-7 11 0,-8 1 0</inkml:trace>
  <inkml:trace contextRef="#ctx0" brushRef="#br0" timeOffset="57">17602 15467 8280,'-6'-7'395,"4"-6"0,-6 10 1517,3-7-680,4 1-939,-5 1 0,6 3 0,1 8 391,4 2-579,-4 6 1,11-8-1,-6 5 58,2-1 1,3 2 0,6-3 0,2 1 138,-1-1-151,4-1 0,-7-1 0,4 1 22,-3-2-130,-2-1 0,1 3 0,-1-1 185,0 0-951,0-3 381,-6-1-1445,-2 0 1,-7 0 1786,-4 0 0,-28-6 0,-13-2 0</inkml:trace>
  <inkml:trace contextRef="#ctx0" brushRef="#br0" timeOffset="58">18142 15311 8159,'0'-14'-43,"0"0"1,2-1-1,1 1 1316,2 0-976,-1 0 1,-4 0 0,2 1 0,1 2 0,2 1 0,-2-1 949,-1-1-1132,4 4 1,-3 1-10,7 7 1,-6 0-41,6 0 1,-1 0 0,6 2-122,-1 3 15,-6 3 0,3 1 1,-7 1-1,1 1 0,0 1-218,0 3 278,-1-1 1,-5 2-1,-4 1 322,-4 2-316,-4 0 1,4-3 0,-1 1 0,-1 2 0,-2-2 131,-1-1-178,0-2 1,0 1 0,1-1 147,4 0-127,-4 0 0,10-4 0,-5-1 606,2 2-379,7-4 0,7-1 0,8-6 565,3 0-595,-3 0 1,9 0 0,-5 0 0,3-2 0,0-1-88,-1-2-85,-1 1 0,-12-1 1,1 0-802,1 2 29,-5 1-2206,1-4 2138,-14 5 0,4-6 1,-6 7-1744,-2 0 1909,-2 0 648,-1 7 0,12-6 0,4 5 0</inkml:trace>
  <inkml:trace contextRef="#ctx0" brushRef="#br0" timeOffset="59">18569 15283 8280,'-7'-8'44,"6"-5"1,-7 10 0,5-7 0,-3 1 114,-2 1 114,4 2 1,-3 1 0,3-1 514,0-2-746,-1 5 194,5-4 345,0 7 454,0 0-676,0 7 673,0-6-413,0 6 612,0-7-2654,0 0 0,6-2 861,4-3 201,2 4 0,3-6 0,0 7 266,4 0 0,-1-4 0,4-1 0,0 2 114,0 1-154,-5 2 1,4 0 708,-7 0 17,0 0 1,-7 0 768,-7 0-1128,-13 0 1,-4 0 0,-7 0-3,-1 0-229,-2 0 0,0 0 0,2 0 0,3 0 0,1 0 186,4 0-232,1 0 1,6 0 209,1 0-467,6 0 0,-5 0 313,3 0 144,4 0-55,1 6 7,1 2 1,10 2 0,-6-1-1,-2 2 222,-1 2-233,-2 1 1,0-4-1,0-1 234,0 2-277,0-4 0,0 5 1,0-2-465,0 2 229,0-4 1,0 0-143,0-3 336,0-4 1,1 6-178,4-7 124,3 0 0,6 0 0,0 0-60,1 0 57,-1 0 0,0-5 1,0 0-1,2 2 0,1 2 349,2 1-200,0 0 0,-4 0 1,-1 1-48,0 4 23,0-4 1,-1 12-1,-2-5 1,-3 1-1,-2 1 547,-3 1-451,-1 2 0,-4-1 0,-2-1 496,-6-1-660,-3-1 1,-1 1-1,-2-2 1,-3 0-1,-4-2-1300,-4 0 1071,5-1 1,-3-5-1,6 0-1164,1 0-1032,9 0 2412,-4 0 0,49-13 0,5-3 0</inkml:trace>
  <inkml:trace contextRef="#ctx0" brushRef="#br0" timeOffset="60">19152 15283 8280,'8'-7'434,"0"4"1,-5-6 491,1-2 1,7-2 14,-1-1 1088,3 6-1176,-5-5 0,3 10-573,-7-6 1,-1 5-235,-7 0-229,-4 2 1,-6 2-1,-1 0 1,0 0 0,-3 0-670,-1 0 743,-6 0 1,9 0 0,-3 0-413,3 0 431,2 0 1,0 0-1,0 0 1,0 0 466,-1 0-94,7 0 121,-4 0-566,10 0 502,-4 0-72,6 6 1,0 2 177,0 7-310,0-1 0,0-5 0,0 1 0,0 1 210,0 1-512,-6 3 0,4-1 250,-3 0-433,4 0 0,1-4 0,0-1-149,0 2 567,0-4 1,1-1 0,4-6 43,4 0-35,4 0 1,1 0 0,1 2 0,-1 1 0,2 1 379,3 0-312,-4-3 0,11-1 0,-6 0 420,2 0-464,-4 6 0,2-4 1,-6 4-1,1-1 1,-3 1-82,-2 2 171,2-5 1,-10 10 619,3-3-597,-4 2 0,-7 1 0,-5-2 0,-5-3 0,-4 0 822,-3 0-1155,0 1 0,-6-1 1,1-2 281,-1 1-978,1-6 0,4 6 0,2-6 0,2 2 1,2 2-2719,2-2 3532,2 5 0,38-13 0,9 4 0</inkml:trace>
  <inkml:trace contextRef="#ctx0" brushRef="#br0" timeOffset="61">26687 12013 8565,'0'-8'628,"0"0"1,-1 5 105,-4-2-617,-3 0 1,-2 4 0,1-2 0,-2-2 0,-2 2 0,-1 1-1,-2 2 266,-3 0 1,2 0-270,-7 0 0,5 0 0,-3 0 0,0 0 0,0 0 1,-2 0 425,2 0-467,2 7 1,1-4-1,0 5 35,1-2 0,2 5 1,2-2-1,0 4 149,0 1-234,0 1 1,-1-1 0,3 2 12,2 2 0,-2-2 0,4 5 1,-2-2 69,1 0-178,6 6 1,-8-8-1,6 5 53,2-1 1,-4 3 0,3-5-1,0 0 116,3 1-55,1-4 1,0 5 0,0-6 37,0 4 0,0-3 0,0 3 0,0-3 197,0-2-247,0 0 1,0 0-1,1 1-10,4-1 1,-2-5 0,5 1 0,0 1 106,0 2-125,2-6 1,-1 6 0,0-5 15,3 0 0,0 4 1,2-4-1,1 2 8,-1-1-49,0 1 0,0-1 0,0-1 36,1-1 1,-1-1 0,0-3 0,2 2 92,3-2-92,-3-2 1,6-1 0,-5 0 53,2 0 0,5 0 0,-5-1 0,0-2 145,1-2-163,-4 0 0,6-1 0,-4-2 88,1 0 1,-1-4-1,-3 4 1,1-2 234,2 1-268,-8-1 1,14-4-1,-10 0 30,2 0 1,-1-5 0,0 0 0,-1 1 244,0 2-283,0 2 1,-4-5 0,-1-1-1,2-2 0,-4 4 1,-1-2-1,-1 1 225,-1 0-333,1-6 1,-5 7 0,0-4-35,0 2 1,0-6 0,0 4 0,-1-2-104,-4 1 45,3 5 1,-10-7 0,2 6-116,-2 2 1,-3-4 0,1 4 0,-2 3-382,-3 3 406,4 1 0,-11-3 0,6 2-233,-2 2 0,3 6 0,-3-2 0,-1 3-1015,1 2 1020,-1 0 1,1 0 0,3 0-449,3 0 0,2 2 1,-1 3-1,1 3 869,0 0 0,-13 11 0,-3-4 0</inkml:trace>
  <inkml:trace contextRef="#ctx0" brushRef="#br0" timeOffset="62">26218 12098 7811,'0'8'2398,"6"-2"-1706,-4 1 0,6-6 639,-4 4-974,-2-3 1,11-1-1,-4 2 433,4 2-678,-5 6 0,4-8 1,-4 7 123,0 1 0,5-3-92,-4 1 0,4 2 1,3 7-1,1 1 187,2-2-282,0 5 0,2-5 1,2 7-1,3 0 0,-1 0 1,-2-1 30,1-5 1,0 7 0,-2-6 10,-1-2 1,-3-1-1,-3-2 47,-1 0-102,0 1 0,-6-6 1,-2-1-197,1-2 1,-6 1-7,4-3-62,-3-2-451,-2 4 249,0-6-4086,0 0 1650,0-6 1482,0-2 1384,0-6 0,-13-57 0,5 28 0,0 1 0</inkml:trace>
  <inkml:trace contextRef="#ctx0" brushRef="#br0" timeOffset="63">26772 12098 8029,'-1'-8'3166,"-4"4"-2427,4 2-344,-6 2 0,6-5 826,-4 0-1058,3 1 0,-4 5 0,4 2 0,-1 4 308,-1 1-411,-1-5 1,0 9 24,0-2 1,-4-2 0,3 1 172,-2 2-157,4 2 1,-7-3 0,5-3 153,-2 0-165,5 4 0,-10-8 0,4 6 0,-4 2 98,-1 2-128,0-5 1,4 3 0,1-5 6,-2 2 1,-2 2 0,-1 4-1,0-1 180,0-4-172,-1 10 0,1-13 0,0 12 24,0-1 0,-5 1 0,0-4 0,1 0 144,3 0-233,0 7 1,-4-6-1,0 4 53,2-3 1,6-3 0,2-2 0,-3-2 183,0 2-346,4-4 0,0 1-154,3-4 99,4-2-107,-6 4 0,9-7-130,3-4 1,-2 3 0,5-4-2119,-2 0 1595,5 4 0,-3-6-2514,6 4 3428,0 2 0,7-17 0,1 3 0</inkml:trace>
  <inkml:trace contextRef="#ctx0" brushRef="#br0" timeOffset="64">27227 12326 7924,'-14'-8'240,"5"1"0,1 6 1,0-2 786,0-2-429,-1 0 0,1 4 264,3-4-621,3 3 1,4-4-1,3 6 35,4 0 0,5 0 0,5 0 0,5 0 332,3 0-482,1 6 0,1-4 1,1 3-1,1-4 0,4-1 529,1 0-573,2 0 0,10 0 0,-1 0 136,-1 0-199,4 0 0,1 0 0,4 0 0,-1-1 0,-3-3 190,-2 0-100,4-1 0,-4 5 0,3 0 13,-4 0 1,-4 0 0,-3 0-1,-1 0 204,-3 0-306,-11 0 0,5 0 0,-12 0-39,-1 0 0,-7 0 1,-2 0 82,2 0-174,-4 0 97,-1 0-68,-6 0-1991,0 0-56,-6 0 336,4 0 1,-11 2 1791,4 2 0,-35 17 0,-10 9 0</inkml:trace>
  <inkml:trace contextRef="#ctx0" brushRef="#br0" timeOffset="65">29118 12112 8045,'0'-9'82,"0"-1"1,0-1 801,0-1-466,0 4 1,0 0 0,0 3 0,-1-3 1167,-4 0-1395,3 2 0,-5 6 0,2 0 0,-5 0 426,-2 0-493,-2 0 0,-1 0 0,1 0 1,-2 2-1,-1 2 489,-2 6-535,0 3 1,0-4-1,-2 0 349,-1 3-427,5 6 0,-8-2 1,6 3-1,1-3 0,3-2-56,0 0 120,1 7 1,0-4 0,1 5-91,4-1 0,-2 3 0,6-5 0,0 0 94,-1 1-45,4-4 1,-4 9 0,6-4-17,0 1 0,0-3 0,2 3 0,2-2 49,6-2-101,-4-2 0,7 3 1,-2 0 30,6-2 0,1-1 0,4-2 0,0-1 275,0-4-142,2 4 0,4-7 0,1 5-35,-1-1 1,0-7 0,1 1 0,-1-2 181,1-2-198,-1 0 0,1-2 1,-3-2 35,-2-6 0,3 2 0,-5-3 0,2-3 162,0-3-151,-7-2 1,3 3-1,-7-1-17,-3-2 1,1-2 0,-7 2 0,0-3 188,-3 0-333,-1-11 1,0 14 0,0-10 23,0 2 0,-5 5 0,-1-1 0,-2-1-529,-3 2 441,-2 1 1,-1 7 0,0 1-383,0 4 0,-5-2 0,0 5 0,1-1-2191,3 1 2207,0 1 0,-3 5 1,-1 0-212,1 0 1,-2 0 0,1 0-1,0 0 687,-2 0 0,-14 7 0,-9 0 0</inkml:trace>
  <inkml:trace contextRef="#ctx0" brushRef="#br0" timeOffset="66">28820 12155 8045,'-8'-14'1581,"-5"6"785,4 3-1144,2-3-795,1 7 0,8-4 1,4 10 1685,8 4-1733,0 10 0,12-1 1,-6 5 706,2 2-892,2 2 1,5-3-1,-1 0 1,0 1-1,-1 0 555,-3-1-851,3 3 1,-7-7 0,4 6 121,-5-3 0,-3-5 0,-2 1-1358,0-4 859,-6-7 1,-2 0-4614,-6-3-13,0-3 5104,0 4 0,-6-50 0,-2-12 0</inkml:trace>
  <inkml:trace contextRef="#ctx0" brushRef="#br0" timeOffset="67">29303 12255 8359,'0'-8'1319,"0"0"269,0 3-631,-6 3 0,3-4-150,-7 6 0,1 0 0,-5 2 0,-1 2 1460,1 6-1692,0 9 0,-2-2 0,-3 5 437,-5-1-804,4 4 1,-2-4 0,4 4 0,-2-3 0,-1 0 178,1 0-752,1-4 1,5 2 0,-1-6-529,1 1 0,2-1 1,1-1-1,3-2-4099,1-2 4992,3-6 0,4-3 0,0-8 0</inkml:trace>
  <inkml:trace contextRef="#ctx0" brushRef="#br0" timeOffset="68">26005 11899 7937,'8'0'1436,"4"-5"-283,-2 1-586,-4-7 1,-1 7 0,-10-3 0,-4 0 1204,-4 4-1493,-1-5 0,-1 5 0,0-5 151,-4 2 1,1-5-261,-5 1 1,-6 2-1,-6-1 1,1-2 194,-1-2-294,-5-1 0,3-5 0,-9 0 1,-3 0-1,0-1 143,0-4-148,-5 3 0,8-6 0,-4 4-159,1-4 0,1-1 0,6-1 1,-1 1-171,0-1 212,1 1 0,1 1 0,1 2-14,2 1 1,5 0-1,-2-3 1,4 4 31,4 4-126,8 9 1,-6-1 0,6 5-37,1-2-65,9 5-358,3-3-262,6 6 1,1 0 0,2 1 140,2 4 0,6-4 0,-1 6 739,2-1 0,15 2 0,3 6 0</inkml:trace>
  <inkml:trace contextRef="#ctx0" brushRef="#br0" timeOffset="69">23687 10620 8013,'0'-8'601,"0"-5"1,0 4 1555,0-4-1963,0 5 1,0 0 0,2 5 0,3-2-1,4 2 631,4 2-738,7-6 1,2 6-1,7-4 1,1 3 0,1 2-1,3 0 1,-1 0 336,1 0-453,-4 0 1,0 0 0,-7 0 47,-3 0 1,-1 0 284,-5 0-55,-6 0 288,-1 0-478,-7 0 1,0 2-1,-2 1 1,-1 3 543,-2 2-391,0-5 0,1 10 0,-1-3 470,2 2-541,1 9 0,-3-4 1,1 7-1,-1 1 0,0 2 566,0 1-746,1 1 1,2-1-1,-1 1 296,-2-1-253,0-6 0,5 4 0,0-8 0,0 1 0,-1-1-248,-4-4-888,4 3-543,-6-15 454,7 4-311,0-6 1,-1-6 225,-4-4-1113,-3 4 2419,-6-6 0,-15-17 0,-7-7 0,-3-7 0,1 0 0</inkml:trace>
  <inkml:trace contextRef="#ctx0" brushRef="#br0" timeOffset="70">23659 10620 8013,'0'-8'502,"0"0"1371,0 3-367,0 4-352,0-6-838,0 7 0,-2 5 0,-1 3 0,-2 3 0,2 5 594,2 0-833,1-1 1,0 4 0,0 2 415,0 1-569,0-5 1,0 5 0,0-4 0,0 2 0,1 1-421,4-1 363,3-1 0,6-4 0,0-1-502,0 0 496,7-6 0,1 3 1,5-6-1,-2-2 1,-3-2-457,-1-1 526,4 0 0,-9 0 0,3 0 147,-3 0-71,-8 0 0,-1 0 1,-3-1 93,0-4 542,1 4 623,-5-6-447,0 7-673,0 0 0,-6 0-90,-4 0 0,-7 0 0,-2 0 0,0 0-922,-2 0 690,-1 0 1,-1 0 0,1 0-197,1 0 1,-3 0 0,4 0 0,-1 0-380,1 0 686,1 0 0,5 0 0,-1 2 14,1 3 0,5-4 142,-1 4 241,7-4 1,-2-1 2,10 0-81,-3 0 1,9-1 0,-5-2 683,2-2-323,1 0-271,-1 5 5,-1 0-284,-1 0 64,-5 0 1,4 0 79,-10 0-233,4 0 1,-12 5-1,5 1 1,-1 2-1,-1 2-199,-1-2 242,-1 4 1,-3-4 0,1 6 28,0 1-65,0 5 0,0-4 0,1 3 0,2-5 0,3-3-144,2-1-547,-5-7-126,9 9 19,-4-10 345,6 11 163,0-12-160,0 5-174,0-6 0,0-1 1,1-2-1095,4-2 1451,-3 0 0,9 4 0,-5-2-525,2-2 537,-5 0 1,10 0 0,-4-1 0,4-2 271,1-3 0,13-19 0,4-9 0,4-4 0,0 0 0</inkml:trace>
  <inkml:trace contextRef="#ctx0" brushRef="#br0" timeOffset="71">24057 10961 8013,'9'0'2299,"1"0"-745,-7 0-267,3 0-686,-6 0 0,0 6 1,-1 4 474,-4 2-1065,-9 3 0,-4-6 1,-4 0 14,2 3 1,-6-5-1,1 1 1,-5 0 161,-3 0-253,-7-5 0,9 8 0,-5-4-161,1 1-34,-5-5 0,6 8 0,-6-6 0,4-1 0,3 1-839,6 0 446,-2-1 195,13 3 299,2-6 0,10 6 0,8-7 1,7 0-1,8 0 6,10 0 142,-1 0 0,12 0 0,-7 0-57,-2 0 1,-1 0 0,-1 0 0,-1 0-1023,1 0-1231,-7 0 2321,5 0 0,7-19 0,11-5 0</inkml:trace>
  <inkml:trace contextRef="#ctx0" brushRef="#br0" timeOffset="72">24284 12823 8061,'-8'0'1410,"1"-1"401,2-4-1359,3 3 0,-6-9 0,5 5 1,0 0 144,5-1 0,4 3-475,8 4 1,2-5 0,1 0 0,4 2 268,1 1-308,8 2 1,0 0 0,5 0-1,-1 0 1,4 0 123,3 0-145,8 0 0,0 0 0,5 0-185,-2 0 172,0 0 1,10 0 0,0 0-1,-1 0 1,1 0 472,-1 0-441,7 0 1,-4 0-1,2 0 7,-4 0 0,-6 0 0,-2 0 1,-3 0 59,-2 0-86,-2 0 0,-11 0 0,-2 0-5,-4 0 1,-7-1 0,-1-2 51,-1-2-219,-8 0-33,-7 5 0,-8 0 0,-2 0-88,-6 0-555,4 0 0,-8 0 1,1 0-279,-4 0 1,-9 0-1,1 0 1064,-7 0 0,-8 8 0,-7 3 0,-5 1 0,-1 0 0</inkml:trace>
  <inkml:trace contextRef="#ctx0" brushRef="#br0" timeOffset="73">23630 12752 8143,'-14'-6'895,"5"4"0,1-4 1209,1 0-549,3 4-1018,-3-4-427,12 6 1,3 0-1,16 0 1,3 0 0,3 0 453,3 0-700,-3 0 1,9 0 0,-4 0-44,1 0 1,-4 0-1,0 0 1,-6-2-379,-2-3 463,-7 4 0,-1-6 157,-6 7 636,-7 0 125,3 0 12,-6 0-531,-6 0 2,4 0 0,-9 2-60,7 3 0,-3 3 1,4 6-1,-2 0 327,2 0-389,2 1 1,-1 5 0,-1 4-78,-2 3 0,0-4-1,5 1 1,0 1-33,0 2-151,0 2 1,0-3 0,0 0-163,0-3 1,0-5 0,0 1 0,0-3-1489,0-2 756,0-6-2516,0 4 729,0-10 2757,0 4 0,-50-50 0,18 16 0,1 1 0</inkml:trace>
  <inkml:trace contextRef="#ctx0" brushRef="#br0" timeOffset="74">23645 12795 8056,'-7'-8'265,"4"-5"-212,-6 4 1398,5 2 0,-2 0 264,6 2-1224,0 3 0,-5 2 0,1 10 0,-1 2 832,-1 3-1082,4-1 1,-9 5 0,5 1-1,-1 1 1,1 1 34,3 0-297,1-5 1,2 9 0,0-7-768,0-2 580,0-1 0,3-4 1,5 0-1,7-3 1,2 0-1575,3-1 1509,-4-1 1,11-7 0,-3 0-54,3 0 1,-5 0 0,-2-2 0,-1-1 193,0-2 103,0-6 0,0 8 0,0-5 510,-2 2-297,-1 1 0,-6 0 0,-1 1 0,2 0 916,2 3-526,-5 1 2,4 0-45,-10 0 0,4 1 451,-6 4-851,-6-3 0,-7 9 0,-7-6-188,-2-2 1,-2 3-1,-4-1 1,1-1-2240,3 3 1814,-3-6 1,10 7 0,-5-5-424,1 2 0,2 5 0,7-4 1,1 0 904,1 1 0,7 4 0,-3-3 0</inkml:trace>
  <inkml:trace contextRef="#ctx0" brushRef="#br0" timeOffset="75">23588 13136 8124,'0'-10'1180,"-2"3"-15,-3 0 0,2 3 1,-6 4 183,-2 0-1085,4 0 0,-5 4 0,2 4 26,-2 5 1,-3-2 0,1 9 0,0 1 682,0 3-783,-1 2 0,-3 3 0,-1-1-51,1 1 0,2-1 0,2 1 1,-2-1 274,-3 1-547,4-7 1,-4 0 0,8-6-189,1-2 1,7 3 0,-3-9-1345,-1 0 1360,6-2 1,-4-7 0,10-2-1972,4-2 1734,4-6 0,1 3 1,2-6-1,3-2 0,5-2-1253,2-1 1326,3 1 0,-1 3 0,1 1 469,-1 0 0,7 0 0,-5-1 0,3 1 0,-3 0 0,-1 0 0,-1 0 16,0-1 1,-5 3 0,-5 1 31,-2 1 468,-1 1 0,-1-1 0,0 2 0,-1 0 2585,-4 1-1582,-3 3 47,-6-2-1133,0 6 0,0 2 1,0 2-1,-1 7 1373,-4 7-1512,3-2 1,-9 4 0,5-6-62,-2 1-195,5 5 1,-8-4 0,6 3-1,1-3 1,-1-2 97,0 0-679,0 0 1,4-4-348,-4-1 565,3-6 1,-6 8 603,4-6-457,-4 0 0,-11-5 0,-2 0 14,-1 0 1,-1 0 0,-6 0 1,-1 0-1,-1 0 0,-4 0-1277,-2 0 970,6 0 0,-2 0 0,9 0-989,5 0 621,3 0 0,8 2 0,5 1 838,6 1 0,68-18 0,-24 2 0,0 1 0</inkml:trace>
  <inkml:trace contextRef="#ctx0" brushRef="#br0" timeOffset="76">26019 13022 7980,'0'-8'479,"-2"-3"1,-1 5 1200,-2-2-1296,-6-1 0,8 1 0,-6 3 0,-2 3 1047,-2 2-1159,-1 7 1,-2 2 0,-1 9 0,-4 2 0,-1 2 85,-3 3 1,-7 2 0,-3 3-1,1 2 217,-1 1-557,-5 7 0,4-9 1,-7 7 65,1 2 1,-6-1 0,3 1 0,2-4 77,3-1-263,2 4 1,-4-7-1,1 4 15,3-1-55,-3-2 0,9-5 0,-6 1 0,-1-1 0,-1 1-358,2-1 252,4 1 0,5-6 0,2 1-121,4 1 126,-4 2 0,13-3 1,-2-2-1,5-2-545,0-2 649,-2-2 0,-1-4 163,0-2-139,6-4 0,-5-1 0,4 0-711,-4-2 487,-1-2 0,4-1-1360,1 0 1143,6-6 0,-10 4 1,3-2 554,-2 2 0,-2 2 0,-13 13 0,-3 2 0</inkml:trace>
  <inkml:trace contextRef="#ctx0" brushRef="#br0" timeOffset="77">24569 14074 8003,'-7'-8'128,"4"-3"510,-6 7 225,6-7-85,-10 9 1,5-9 289,-6 6-67,6 0-364,2 5 530,6 0-1113,0 0 1,6 0 0,5 0 187,6 0-233,5 0 0,7 0 0,1 0 246,3 0-423,-3 0 1,3 0 0,-7 0 0,-4-1 0,0-2-584,0-2 599,-11 0 0,8 5-4,-10 0-8,-2 0 38,-1 0 214,-6 0 0,-2 2 924,-2 2-771,2 4 0,-9 7 1,6-1-1,2 0 0,2 0 991,1 0-915,-7 7 1,6-4-1,-4 5 107,3-1-361,2 4 0,0-7 0,0 4 0,-1 0 0,-2-2 175,-2 1-329,0-2 0,5-5 0,0 0 161,0 1-1152,0-1 0,-5 0-1658,1 0 443,-1-6 376,5-2 1022,0-6 1,-2-1 0,-2-2 898,-6-2 0,-21-38 0,-7-4 0</inkml:trace>
  <inkml:trace contextRef="#ctx0" brushRef="#br0" timeOffset="78">24469 14160 8003,'-6'-8'0,"3"0"0,-7 3 770,1 3 1,-4-5 160,4 2 1,1 3 448,3-3-933,3 4 0,-4 7 541,6 4-796,0 2 1,0 4 0,0 2 0,0 2 0,0 1 616,0-1-654,0 5 0,-5-2 0,1 3 299,0-2-516,-3 3 1,5-5 0,-4 5 0,1-3 0,0-5-581,2-4-261,1 0 1,4-1 191,3 0 527,9 0 0,3-6 0,7-3 0,1-5 0,2-5-1546,2-4 1472,-1 2 0,0-5 0,1 4-253,-1 0 481,-6-5 0,-1 10 0,-7-5 411,0 2-252,-6 1 1,-1 4 673,-7-4-537,0 3 1,-2-4 425,-3 6-330,4 0 0,-6 1 1,6 3 571,-4 0-763,4 1 0,-12-3 0,3 1 1,-2 2 156,-2-2-749,-1-2 0,1 4 0,-2 0 211,-3-2 1,2-1 0,-5-1 0,0 2-380,0 2 149,4 0 0,-4-5 335,3 0 0,3 4 0,-3 1 648,4-2-147,0-1 464,8-2 84,0 0 204,7 0-764,0 6 0,0-3 382,0 7-625,0-1 0,0 6 0,0-1 0,-1 0 0,-3 0 554,0 0-698,-1 1 1,0 0-1,1 3 38,0 1 1,-2 0 0,1-5-1,1 0-12,-3 0-385,6 1-2294,-6-1 65,7 0 1841,0-6 0,7-3-90,2-10 1,4-3 0,3-6 0,1 0-1196,2-1 2035,6 1 0,-3 0 0,20-18 0,8-7 0,4-4 0,-1 1 0</inkml:trace>
  <inkml:trace contextRef="#ctx0" brushRef="#br0" timeOffset="79">24853 14487 8003,'24'0'387,"-2"0"0,-2 0 893,-2 0-454,-2 0 1,-10 0 121,-6 0-496,-6 0 0,-10 6 0,-3 5 0,-5 6 0,-1 5 1673,1 1-1678,-3 3 1,7-4 0,-4 7 284,5-1-770,3 1 1,4-6 0,1 1 0,3 0 0,1-2-919,4-3 650,2-3 1,-4-2-1192,0 0 1,-1-6-96,1-3 840,-3-4 0,-12-5 1,-4-3 383,-3-1 1,-8-1 0,-1-5 0,-2 1-275,0 4 1032,7-4 0,-3 7 0,11-4 2131,4 5 57,3-2-2173,21-1 0,6 0 1,22 1 50,5 1 0,9 5 0,5-6 0,2 2-1176,-2 1 418,4-7 1,-12 9-1,3-3-1536,-3 4 0,-7-1 1838,-4-3 0,-3-21 0,-2-12 0</inkml:trace>
  <inkml:trace contextRef="#ctx0" brushRef="#br0" timeOffset="80">25863 10236 8186,'-8'0'10,"0"0"0,3-2 1,-5-1 721,-2-2-429,4 1 1,0 4 0,5-2 12,-2-3-508,0 4-153,5-6 48,0 7-280,7 0 1,-4 0 0,5 2 576,-2 3 0,18 41 0,0 15 0</inkml:trace>
  <inkml:trace contextRef="#ctx0" brushRef="#br0" timeOffset="81">26019 10492 8186,'22'0'302,"-1"0"0,-7 0 751,0 0-15,0 0 54,-6 0-261,-2-7-2259,1 6 1239,-6-5 0,7 6 0,-5 1-1235,2 4 1424,6 3 0,-5 30 0,-4 14 0,5 2 0,0 1 0</inkml:trace>
  <inkml:trace contextRef="#ctx0" brushRef="#br0" timeOffset="82">26332 11089 8139,'36'14'-55,"-1"0"0,-13-4 1475,-3-1 6,-10-6-377,4 4-627,-11-7 0,2 0 137,-8 0-1201,2 0 1,-6 1 0,5 4 323,-2 4 0,-4 10 1,4 5-1,2 3-1528,1 1 1409,2 1 1,0 6-1,0 1-496,0 0 915,7 5 1,0-6 0,8 5 0,-1-4 0,-1-1-172,-4-4 509,-3-1 1,-1-3 0,0-2 20,-2-1 23,-1-7 0,-7-1 0,-2-8 0,0 0 727,-4 0-885,-2 1 0,-1 1 174,-1-1-524,8-5 1,-1 7 0,4-5 0,0 2-667,1 3 626,1 1 1,2 3-318,0-1 443,0 0 0,5 0 0,1 2 0,0 2 0,1 0-92,-4 0 154,5-2 1,-7-2 0,4 0-162,-3 0 167,-2 1 1,0-1 0,0 0 0,0 0-8,0 0 44,0 1 1,0-6-16,0 1-113,0-1 0,1 5 1,2 0-403,2 1 198,0-1 0,-5-5 0,0 1 285,0 1 0,0 2 0,13 32 0,2 9 0</inkml:trace>
  <inkml:trace contextRef="#ctx0" brushRef="#br0" timeOffset="83">26559 12482 8139,'8'8'1035,"-2"5"-653,-6-12-73,0 12-439,0-12-206,0 6 1,0-6 0,0 4 0,-1 3-1037,-4 0 1180,4 4 1,-11-4-1,8 7 192,1-1 0,-5 0 0,6 0 0,-3 2 0,4 3 0,1 3 0,0 0 0,0 5 0,0-5 0,0 7 279,0-1 35,6 0 0,-4-1 0,4-3 0,-1-3 1,-1-3 1098,0 1-986,-3 0 0,-1-9 0,0-1 329,0 2-783,0-4 0,-5 5 1,-1-4-1,0 2 1,-2-1-1219,0 2 632,-1 2 0,-6-2 0,3 2-1290,2 2 1386,-2 3 517,10-4 0,-4 19 0,6 5 0</inkml:trace>
  <inkml:trace contextRef="#ctx0" brushRef="#br0" timeOffset="84">26502 13349 8073,'5'14'101,"1"1"310,2-1 1,-5 0 208,2 0-957,-3 1 1,-2-6 322,0 0-266,-7 1 0,0 4 0,-8 0 0,1 1-948,0-1 1089,6 0 1,0 2 0,5 1-78,-2 2 338,0 0 0,5 0 0,0 0 0,0-2 0,0 1 901,0 1-913,0-3 0,0 6 0,0-5 104,0 2-162,0 0 1,-4 0 0,-3 1 0,1 1 0,-2-1 129,0-2-232,-1 4 1,-1-5-1,2 5 519,2-1-254,-5 4 1,9-9 0,-4 5 0,1-2 0,1 0 776,0-2-825,3 5 1,1-6 0,-2 3 222,-2-3-379,2-2 1,-4 5-1,4 0 1,-1 0-1,-2 0-81,2 0 0,-5 0 1,5-1 0,-5 1-110,2-1-3,-5-9 1,4 4 0,-4-4 0,2 4 0,-2 0-695,-2-4 690,-1 4 1,1-10 0,2 6-679,2 2 581,6-4 0,-8 5 1,4-2-1,-1 3 283,-3 1 0,-1 0 0,-3 19 0,1 5 0</inkml:trace>
  <inkml:trace contextRef="#ctx0" brushRef="#br0" timeOffset="85">26076 14700 8046,'0'14'0,"-2"0"0,-3 0 1306,4 1 0,-5-1-817,6 0 1,-2 0 0,-3 1-613,-4-1 116,-4 0 1,2 0 0,-2-1-465,-2-4 441,-3 4 1,2-5-1,-1 6 1,-2 0-1,2 0-284,1 1-15,2-1 0,0-5 0,-1 1-96,1 1 611,0-5 0,0 5 1,1-4-1,2 0 935,1 5 74,1-6 0,1 2-47,3-3-467,-3-4 0,5 5-811,-6-6-1018,6 0 0,-8-1 1148,6-4 0,-9-32 0,-2-16 0,0-5 0,0-1 0</inkml:trace>
  <inkml:trace contextRef="#ctx0" brushRef="#br0" timeOffset="86">25649 10250 8042,'8'-2'612,"-3"-2"1,-4-6 875,-1-2-1316,0 4 0,0-5 1,0 4-1,0-4 0,0-1 4,0 0 1,-6-1 0,-2 1 0,-1 0 284,-1 0-465,1-1 0,-7 1 0,-1 0-76,-2 0 1,-5 0 0,3-2 0,-2-2-231,-7-1 1,1 0 0,-12 5 0,3 0-764,-3 0 827,-1 0 0,-3-1 1,-2 1-1,-4 2 1,-1 1-701,0 1 564,0 1 0,-5-6 0,0 1-363,0 0 745,7 0-43,-5-1 1,-15-18 0,30 14 0,-1 0 0</inkml:trace>
  <inkml:trace contextRef="#ctx0" brushRef="#br0" timeOffset="87">24043 9681 8042,'-29'0'52,"1"-6"0,-1 0 1,1-5 732,-1 1-646,1 1 0,0-4 0,-1 2-78,1 2 1,-5 1-1,-1-3 1,3 3 18,1 1-122,-5 3 0,3 4 1,-6 0 217,-1 0-518,-2 0 1,-8 6 0,-3 2-1,-3 1 1,-2 1-1278,0 1 1418,0 2 0,6 1 201,4 0 0,-29 0 0,35-7 0,0 0 0</inkml:trace>
  <inkml:trace contextRef="#ctx0" brushRef="#br0" timeOffset="88">22777 9738 8042,'-8'0'128,"-4"0"282,2 0-324,-2 0 1,-3 0 0,0 0 314,-4 0-780,-3 0 0,-13 0 0,-3 2 0,-3 1 0,0 3 379,3 2 0,-29 8 0,0 6 0</inkml:trace>
  <inkml:trace contextRef="#ctx0" brushRef="#br0" timeOffset="89">26218 12027 10979,'-8'0'555,"2"-1"1,6-4 376,0-5-704,0 4 0,-2-2 0,-1 3 1,-2-4 27,2-4 1,-3-1-1,1 0 1,2 0 16,1-1-280,2 1 1,0-5 0,-1-1 0,-2-1-1,-2-1-323,2 0 312,1-2 0,4-4 1,1-1-56,2 1 54,-1-1 0,1 1 0,1-2 0,1-2 1,-1-1-173,-3 2 191,5 1 0,-5 1 0,5 1-33,-2-1 0,1 1 0,-4-1 1,3 1-82,2 0 110,-5-1 0,10 5 0,-4 2-5,4 2 12,-5 1 1,9 5 0,-2-1 0,2 1 0,3 0-20,4 0 10,-3 0 0,10 1 0,-2 2-115,1 1 114,0 1 0,0-5 0,1 0 0,3-1 0,-3 3-41,-1 2 31,-8-2 1,4 5-1,-8-4-46,0 2 158,-2-1 0,-4 1 0,-1 1 300,-1 2-232,-1 1 1,-1 3 356,-3-3-335,-3 4 0,-1-5 0,2 4 69,2-3-38,0 4-49,-5-6-66,0 7-636,0 0 211,0-6 0,-7 4-652,-2-2 849,-4 2 1,-1 2 0,0 0 0,0 0 0,-1-1-580,1-4 503,0 3 1,0-6 294,0 4-34,6 2 1,-3-6 0,4 3 346,-1-4-209,5 3 1,-3-2 37,6 3-167,6 3 0,-3-9 1,7 7 6,1 0 6,2 3 0,-4 1 1,1 1 74,1 4-29,-5-3 0,5 10 0,-5-2 0,1 2 0,1 3 741,-1-1-819,-3 6 1,2-4 0,-6 3-229,0-3 125,0 5 1,0-6-1,0 4 1,0-3 0,0-2-1307,0 1 1134,-6-1 1,2 0-1,-5 0-2522,-2 0 1368,5 1 1381,-1-1 0,7 0 0,0 0 0</inkml:trace>
  <inkml:trace contextRef="#ctx0" brushRef="#br0" timeOffset="90">27128 10293 7857,'0'-10'871,"0"1"1069,0-2-1477,0 4 1,1-4-1,3 8 15,0 5 0,3 4 0,-4 10 0,2 1 182,-2 2-527,-2 6 1,-1-2 0,0 5-54,0 0 0,0 1 1,2-2-1,1-2 145,2-1-145,0-1 1,-5 1 0,0-2-380,0-1 35,0-2 0,0-5 424,0 0-22,6-6 0,-5-3 1,4-10-234,-3-4 120,-2-4 1,0-6-1,0-2 1,0-1-1,0-3 195,0-2-379,0-1 1,0-2 0,0-2-161,0-1 338,0 0 0,0 11 0,0 1 0,0 2 71,0 0-158,0 0 83,0 11-9,0 2 0,-5 12 1,0 4-1,2 2 1,0 4 144,-2 3-113,4-3 1,-6 6 0,6-4 30,-4 0-268,3 1 1,-4-4 0,6 0 0,-1 1 0,-3 0-2260,0-3 1772,-1-2 1,5 3-1753,0 0 1601,6-6 837,2 5 0,32-37 0,5-1 0</inkml:trace>
  <inkml:trace contextRef="#ctx0" brushRef="#br0" timeOffset="91">27384 10307 7936,'0'-14'1262,"0"-1"302,0 1-784,0 6 0,-2 2 0,-3 6 692,-4 0-1249,3 0 0,-5 6 0,4 5 390,-1 7-443,5-2 0,-8 9 1,6-5-1,1 3 1,-1 2 431,0 2-560,1 1 0,4-1 1,0-2-135,0-1 48,0-7 0,1 9 0,4-8 1,4 0-1,4-4-324,1-4 220,7-4 0,-4-1 0,7-1-185,1 0 338,-4-9 1,5-3 0,-3-6 0,0-2 0,-1-2 212,-1 0 29,-2-8 1,-10 4 0,-1-6 102,-1-1-256,-3-5 0,-4 4 0,-1-4 0,-4 4 1,-6 3-230,-6 4 9,1-4 0,-11 13 0,5 0-288,0 7-107,-5 6 1,5 1-1,-5 0 1,3 1 0,5 4-2738,3 4 2693,8 4 0,2 8 0,6 1-2098,0 0 2663,0 5 0,38 26 0,-14-19 0,-1 0 0</inkml:trace>
  <inkml:trace contextRef="#ctx0" brushRef="#br0" timeOffset="92">27753 10506 7936,'0'-14'365,"0"6"0,0-5 2300,0 4-1889,0-4 1,-1 4 905,-4-1-742,4 7-1179,-6-3 1,7 7 12,0 4 173,0-3-420,0 10 185,7-10 0,-4 4-203,6-6 665,-6 0 1,5 0-1002,-3 0-52,-3 0 0,4-2 879,-6-2 0,-19 21 0,-5 1 0</inkml:trace>
  <inkml:trace contextRef="#ctx0" brushRef="#br0" timeOffset="93">27995 10236 7875,'8'-8'217,"-2"0"1,-4 5-1,1-3 1403,2-2-977,0 4 1,-5-3 0,1 3-40,4 0 1,-3 1 0,2 7 171,-2 6-632,-2 2 1,0 3-1,0 0 28,0 4 1,0-1-1,0 4 1,0 0 6,0 0-82,0-5 0,0 9 1,0-6 76,0 2-180,0-4 1,0 2-1,0-5 1,0-1-276,0 0 301,0-6 207,0-2-241,0-6 0,0-8 0,0-4 0,0-6 1,0-1-70,0-1 15,0-2 0,0-2 0,0 0-109,0-1 154,0-2 1,0 3 0,0 2-1,0 2-17,0 2 150,0 3-174,0 0 0,0 9 0,-2 6-72,-2 8 327,2 5 0,-4 6 1,6 1-20,0 2 0,0-3 0,0 3 0,0 0 182,0 1-377,0-6 1,0 3-1,0-5-347,0-1 1,0 0 0,0 0-1502,0 1 470,0-8 40,0 6 0,1-11 0,4 2 1361,4-2 0,29-40 0,8-9 0</inkml:trace>
  <inkml:trace contextRef="#ctx0" brushRef="#br0" timeOffset="94">28322 10278 7923,'0'-14'233,"0"0"0,0 0 0,0 0 2316,0-1-1930,0 1 0,0 5 0,-1 1 0,-4 1 1494,-5 4-1819,4 2 1,-7 2-1,4 4 271,-4 5-403,-1 2 0,0 2 1,1 2-1,2 2 1,3 2 652,2 2-726,-5 2 1,9 3 0,-2-2-4,2-1 0,2-2 1,0 3-1,0-3 84,0-1-419,6-2 1,2-7 0,6-1 83,1-1 1,5-7 0,4 2 0,3-4-67,1-1 231,1 0 0,-1-6 0,-1-5 39,-3-6 0,1-1 0,-6-4 0,-2 0 93,-1 0-134,-8-2 1,3-4 0,-6-1-81,-2 1 0,-8-1 1,-4-1-1,-4 0-615,-1 2 441,-7 3 0,1 11 1,-6 1-313,3 3 0,1 4 1,-4 6-1,4 2-1254,2 2 846,1 4 0,9 11 1,2 2 975,2 1 0,20 14 0,10 8 0</inkml:trace>
  <inkml:trace contextRef="#ctx0" brushRef="#br0" timeOffset="95">28649 10406 7925,'0'-14'1124,"0"6"0,0-4-69,0 2-324,0-2 1,0 2 0,-1 2 1374,-4 2-1743,3 1 1,-6 5-278,4 0 1,2 2-1,-3 2-387,4 6-265,1-4 0,0 7 365,0-4-117,6-2 0,-3-1 0,7-6 0,1 0-1132,1 0 1115,-4 0 0,5 0-430,-4 0 1,-2-6-845,-3-4 191,-2 4 1418,-2 0 0,-25-1 0,-7-1 0</inkml:trace>
  <inkml:trace contextRef="#ctx0" brushRef="#br0" timeOffset="96">28976 10136 6003,'0'-8'-110,"0"2"125,0 6 5124,0 0-3783,0-6-346,0 4-322,0-4-423,0 6 273,0 0 1,0 6 33,0 4-448,0 2 1,0 3-1,0 0 358,0 4-361,0-3 0,0 11 1,0-3-1,0 1 0,0 0 244,0-1-346,0-7 1,0 9 0,0-8-113,0 0 0,0-2-13,0-2-6,0 0-1686,0-6-57,0-2 804,0-6 0,0-1-244,0-4 0,5 2 0,1-5 1295,2 2 0,21-43 0,9-7 0</inkml:trace>
  <inkml:trace contextRef="#ctx0" brushRef="#br0" timeOffset="97">29189 10236 7909,'8'-14'139,"-1"4"1,-7 1 945,0-2-45,0 4 0,0-5 1260,0 2-1289,0 4-787,0 0-72,0 6 1,0 1 0,0 4-1,0 4 1,-2 4 573,-3 1-616,4 0 1,-7 1 0,5 0 16,-2 4 1,0-3 0,5 3-1,0-3-185,0-2 3,0 0 0,2-1 1,1-2-19,2-1 1,6-3-1,0 3 1,5-5 204,3-4-82,6-1 1,-8-1 0,7-4 185,1-5 0,-3-2 0,0-2 0,-3-2 792,-6-3-789,1 3 1,-12-6 0,3 3-121,-4-5 0,-2 2 0,-4 0 0,-6 1-120,-7 4-498,3 1 1,-11 4-1,6 2 103,-2 5 0,3 4 0,-3 1 0,1 0-3027,4 0 2713,1 6 1,2 4 0,1 7-2364,4 2 3073,-4 0 0,30 27 0,1 7 0</inkml:trace>
  <inkml:trace contextRef="#ctx0" brushRef="#br0" timeOffset="98">29644 10335 7909,'0'-14'0,"0"0"0,0 0 947,0-1 0,0 6 0,0 0 3545,0-3-3345,0 6-617,0 0-328,0 6-297,0 0-505,0 6-452,0 2 399,0 0 418,0 5 0,2-12 67,3 4-829,-4-4-542,6-7-1058,-7 5 1411,0-6 1186,0 7 0,-13 13 0,-3 3 0</inkml:trace>
  <inkml:trace contextRef="#ctx0" brushRef="#br0" timeOffset="99">30000 10037 7907,'-8'-8'-198,"-3"0"0,5 5 1398,-2-2-739,5-6 1,-4 8-1,9-5 1,1 0-1,3 2 2107,2-1-2140,-5-4 1,5 10-1,-3-4 175,4 3 0,-2 4 0,-2 3 396,-4 4-728,5 4 1,-4 6-1,3 1 119,-4 3-316,-1 0 1,0 4 0,0-2 0,0-1 0,0 0 168,0-2-316,0 5 0,5-10 0,0 5 129,-2-1-500,-1-9 1,-2 1 709,0-4-297,0-2 0,0-7 0,0-10 36,0-2-1,0-3 0,0-5 1,0-2-1,0-2 0,-2-1-44,-3-5 58,4 1 1,-7-4 0,5 8-206,-2 1 163,0 7 1,5-8 0,0 6 0,-1 3-789,-4 5 640,3 4 0,-4 9 1,6 3 52,0 4 93,0 4 1,0 7-1,0 4 1,0 1-1,0 1-72,0-3 153,0-5 1,0 7 0,0-6-133,0-2-340,0-1 1,0-2 0,0 1-908,0-1-4,0-6 393,0-2-1824,0-6 2759,0 0 0,19-19 0,5-5 0</inkml:trace>
  <inkml:trace contextRef="#ctx0" brushRef="#br0" timeOffset="100">20943 10321 7925,'-6'-8'677,"4"-4"0,-4 8 1,4-3 1593,-2 0-2025,2 2 0,-4 12 1,6 2-1,0 5 0,0 4 1,0 2-1,0 3 491,0 2 0,4-3-603,1 2 0,0-5 0,-5 3 1,0-2 44,0-2 0,0-3-182,0 0 0,0-6 0,2-1-408,2-2 193,-2-1 1,4-7-1,-6-2-600,0-6 745,6-2 1,-4-9 0,3-1 34,-4 0 0,-1-5 0,0 3 1,0-3-115,0-1 332,0 6 1,0-3-1,0 6 416,0 1 1,0 2-424,0 2-219,0 6 1,-1 4 16,-4 8 0,3 9 0,-2 6 1,1 0-200,-2 1 61,3-4 0,-4 10 0,6-6-570,0 2 1,-5-4 0,0 2 0,2-1-1962,2 0 2246,7 0 452,-4-5 0,42-6 0,3-2 0</inkml:trace>
  <inkml:trace contextRef="#ctx0" brushRef="#br0" timeOffset="101">21270 10378 7954,'0'-14'0,"-5"0"0,1-1 0,1 1 289,-5-6 0,6 9 1,-4-2 1322,-1 5 0,4-1 0,-6 4 710,-2 2-2063,4 1 0,-4 8 0,7 4 13,0 2 1,-2 4 0,1 2-1,2 2 583,2 2-849,1-4 0,0 9 1,0-5 43,0 0 1,0-2 0,1-5 0,2 0-928,2 4 684,6-9 0,-3 7 0,6-11-162,1 2 0,0-5 0,3 2 0,2-6-414,2-9 729,-4 1 1,7-13-1,-4 3 519,1-5-390,-5 3 0,-1-5 0,-8 2 0,-2-3 0,-3-1 741,-1-1-683,-9 1 1,0 4 0,-8 2-367,1 1-125,-6 2 1,2 10 0,-4 1 0,0 2 0,1 4-1598,1 5 777,1 5 1,5 6 0,1 2-248,4 3-123,2-3 1534,7 11 0,38 20 0,10 13 0</inkml:trace>
  <inkml:trace contextRef="#ctx0" brushRef="#br0" timeOffset="102">21626 10435 7954,'8'-13'303,"-2"10"0,-6-16 0,0 10 2989,0-4-2432,0-1 1,0 4 276,0 1 1,-2 1-1715,-2-2-448,2 4-2269,-4 6 2524,6 6 0,0-2 770,0 5 0,12 26 0,4 11 0</inkml:trace>
  <inkml:trace contextRef="#ctx0" brushRef="#br0" timeOffset="103">21810 10222 7954,'0'-15'369,"0"1"0,0 0 0,0 0 1184,0 0 0,0 4 70,0 1-965,0-1 1,0 4 489,0 6-916,7 6 1,-6 10-1,4 1 55,-3 2 1,-2 6-1,0 1 1,0 4 291,0 3-560,6 0 1,-4-4 0,2-1 402,-2 0-538,-2-5 0,0 2 0,0-5 1,0 1-1037,0-1-378,0-1 49,0-4 937,0-8 0,1-2 0,3-10 1,2-4-2552,2-4 2662,-5-1 0,10-5 433,-4 0 0,8-18 0,4-8 0,2-1 0,0-1 0</inkml:trace>
  <inkml:trace contextRef="#ctx0" brushRef="#br0" timeOffset="104">22081 10193 8408,'7'-6'4249,"0"4"-2513,-7-4-398,0 6-781,0 0 1,-2 6 0,-1 4 0,-3 2 507,-2 3-940,5-1 1,-8 0 0,6 0-101,2 0 0,1 1 0,2-1 0,0 0-599,0 0 308,0 1 1,2-3 0,2-1-579,6-1 595,3-7 1,6 3 0,1-6-1,2-1 1,2-3-264,-2 0 426,5-14 1,-11 7 0,3-11 873,-4 2-662,-7-6 1,-1 4-1,-7-6 1,-2-1 0,-3 1 95,-4 0-385,-4 5 1,-3 0 0,-3 7-263,-4 3 1,1 9 0,-2-1 0,0 3-842,2 2 865,-5 7 1,11 5 0,-2 9-1840,2 1 1841,8-5 1,2 8 398,6-6 0,25 13 0,6-2 0</inkml:trace>
  <inkml:trace contextRef="#ctx0" brushRef="#br0" timeOffset="105">22450 10250 7954,'0'-8'5838,"0"-4"-4514,0 4 0,0-2 77,0 1 0,0 4-1515,0-5-3719,0 7-2110,0-3 3970,0 19 1973,0-4 0,7 24 0,0-3 0</inkml:trace>
  <inkml:trace contextRef="#ctx0" brushRef="#br0" timeOffset="106">22664 10108 7954,'7'-14'-217,"0"4"1,-6 1 0,2-2 2184,2-2-1290,0 5 1,-5-5-1,0 4 845,0-4 0,0 4-194,0-1-1225,0 7 0,0-1 607,0 8-514,0 10 0,0 4 0,0 6 0,0 1 1,0 2 753,0 1-926,0-6 0,0 5 0,0-3 360,0 3-644,0-5 0,0-2 0,0-6 1,0 2-794,0 3-1131,0-3-454,0-2 1737,0-7 1,2-7-1,2 0 1,4-2 899,0-3 0,30-66 0,-18 25 0,-1-1 0</inkml:trace>
  <inkml:trace contextRef="#ctx0" brushRef="#br0" timeOffset="107">22934 10051 7979,'0'-8'593,"0"-5"1651,0 4-842,0-4 80,0 5 1,-2 2 469,-3 6-1626,4 6 1,-7 2-1,5 7 432,-2-1-756,0 0 1,0 0-1,1 2 1,1 1-1,3 2-216,4-1 188,4-2 1,8-7-1,1 0-163,2 3 1,7-6-1,-3-1 1,3-4-264,-3-1 487,4 0 0,-6-6 0,2-4 176,-4-2-4,-3-2 1,-3-7-1,-4-3 1,-4-3-1,-5-1-87,-5 0-151,-3-1 0,-7 5 1,-4 2-1145,-5 2 802,-3 1 1,0 11 0,2 3 0,3 4 0,0 1-3502,0 0 3185,11 6 0,-8 7 0,11 6-1065,0-2 1754,1 5 0,39 25 0,8 13 0</inkml:trace>
  <inkml:trace contextRef="#ctx0" brushRef="#br0" timeOffset="108">23389 10079 7976,'8'-14'955,"4"0"1,-4 0-338,0 0 1303,-2-1 1,-6 6-643,0-1-2085,0 1-462,0 1 1268,0 2 0,19 31 0,5 7 0</inkml:trace>
  <inkml:trace contextRef="#ctx0" brushRef="#br0" timeOffset="109">23645 9937 7963,'0'-20'170,"0"4"1,4-5 0,3 7 1787,1 0-1520,-5 0 1,9 0 0,-2-1 279,2 1 0,3 6 0,-1 3 1,0 4 501,0 1-1346,1 0 0,-1 6 0,-2 4 303,-2 2-159,2 9 1,-10 1 0,3 8-1,-5 2 1,-3 1-46,-2-2 70,-6-1 1,3-1 0,-6-2 93,0-4 22,6-2 1,-3-7 0,6 0 1310,2 1-1224,7-8 1,12-7 0,13-9 418,7-4-626,5-7 0,-3-2 0,0-5 0,0 3 0,-2 5 6,-3 3-2065,-9 2 1,-8 6 2019,-7 4 0,-50 19 0,-28 12 0,1 1 0,0-1 0</inkml:trace>
  <inkml:trace contextRef="#ctx0" brushRef="#br0" timeOffset="110">21071 12951 8005,'0'-14'704,"0"6"1,0-5 0,0 4 1515,0-4-1903,0 5 0,0 4 0,0 8 0,0 6 0,0 4 0,2 3 0,1 4 1710,2 1-1838,-1 2 1,-4 0 0,0-1-1,0 1 1,0 0 462,0-1-720,0-5 1,2 4 0,1-5 0,2 2 0,-2-2-1479,-1-1 780,-2-8 1,0 5-3275,0-4 1869,6-2 2171,-5 5 0,18-54 0,-3-7 0</inkml:trace>
  <inkml:trace contextRef="#ctx0" brushRef="#br0" timeOffset="111">21299 12980 8005,'0'-21'831,"0"10"1,0-3 1203,0 1-230,0 7 0,0-2 739,0 3-2231,0 4 0,0-4 0,-2 10 249,-3 4-370,4 4 1,-6 6 0,7 0-1,0-2 1,0 0 148,0 2-377,0-3 1,2 5 0,3-7-80,4 0-7,4 0 1,1-1 0,0-4-1,2-2 1,1-3-805,2 1 641,7 0 1,-9-7-1,5-2 411,-1-6-52,4-2 1,-9-9 0,1-3-1,-6-1 1,-6-2 577,-3-1-651,-2 2 0,-2-8 0,-4 5-198,-9 1 1,-4 1 0,-6 3 0,3 7-534,2 6-6,-6 5 0,6 6 0,-4 1-119,5 4 1,2 3 0,-1 8 0,1 3-1720,4 4 1977,5-2 0,8 6 0,0-5 597,0 0 0,45 17 0,10-1 0</inkml:trace>
  <inkml:trace contextRef="#ctx0" brushRef="#br0" timeOffset="112">21739 12965 8005,'15'-8'0,"-8"-4"0,0 2 0,-1-2 3010,-4-2 1,4 4-352,-6 1 0,-5 4-2793,1-5-740,-1 7 0,3-3-3224,-3 6 3541,4 6 1,-4-3 0,8 7 556,2 1 0,12 33 0,-1 10 0</inkml:trace>
  <inkml:trace contextRef="#ctx0" brushRef="#br0" timeOffset="113">21967 12738 7983,'-6'-14'0,"2"-1"0,-4 1 3156,2 0-1051,1 0 1,5 4 487,0 1-2491,0 6 0,2 7 255,3 11 0,-2 4 0,5-2 0,-2 4 466,-3 1-673,5 1 0,-6 1 0,4-2-314,0-1-130,-4 4 1,4-9-1,-6 3 1,0-3 0,2-2-1553,3 0-247,-4-6 0,6 4 365,-7-2 126,0 3 1602,0-6 0,12-32 0,4-14 0</inkml:trace>
  <inkml:trace contextRef="#ctx0" brushRef="#br0" timeOffset="114">22223 12724 7983,'0'-15'732,"0"-5"1,0 7 1058,0-6-712,0 7 0,-2-7 739,-3 9 1,2 4-276,-6 6-1266,-1 6 0,-4 7 1,1 7 259,4 3-456,3 0 0,1 6 1,0-1-1,2 1 1,1-3-102,2-2-196,7 3 0,-4-10 1,6 5-576,2-1 471,8-2 0,-1-10 1,4-1-1,0-1 1,0-6-293,3-4 543,2 1 0,0-16 0,-2-1 195,-1-7 0,-6-2 1,-1-2-1,-4-2 507,-4-1-513,-6 0 0,2 0 0,-8 0-201,-2 1 0,-11 4 1,2 4-1,-3 5-485,-4 3-284,5 8 0,-11 2 0,5 6-43,0 0 0,-3 11 1,6 5-1,2 4 893,1 6 0,14 38 0,4 12 0</inkml:trace>
  <inkml:trace contextRef="#ctx0" brushRef="#br0" timeOffset="115">22607 12695 7983,'0'-20'403,"0"4"1,0-5 0,-2 7 2412,-3 0 1,4 0-1443,-4 0 262,3 6-1643,2 1 1,2 7 0,1 2-444,2 3-394,6-4 0,-9 12 0,4-4 297,0 4-1547,-4 1 0,6 0 2094,-4 1 0,4 11 0,7 4 0</inkml:trace>
  <inkml:trace contextRef="#ctx0" brushRef="#br0" timeOffset="116">22820 12510 7983,'-6'-20'147,"2"-1"1,-3-2 995,0 4-741,2 3 0,1 2 1,-1 0 2754,2-1-894,1 1-1252,2 6-734,0 2 1,2 7 0,1 4-1,2 5 510,-2 2-721,-2 3 1,-1 0 0,0 3 333,0 1-467,0 6 0,0-3 0,0 6 1,0-1-1,0-1-758,0-3 548,0 1 1,0 0 0,0-2-420,0-2 362,0-1 0,0-3 0,0 1-1382,0 2 493,0 0-655,0-11 1366,7-1 512,-6-14 0,18-45 0,-3-17 0</inkml:trace>
  <inkml:trace contextRef="#ctx0" brushRef="#br0" timeOffset="117">23047 12425 7983,'0'-14'1426,"0"0"1,0 0 1097,0-1-1321,0 7-338,0-4 1,-1 10-413,-4-3-320,4 10 0,-11 8 1,8 6-62,1-2 1,-1 4 0,1-2 0,-2 0-171,2 1-128,2-4 1,5 4 0,3-5 6,1-1 112,1 0 0,5-1 0,1-4 1,-1-2-1,0-3-299,0 1 459,7 0 0,-5-7 0,3-3 687,-4-4-595,0-10 0,-3 2 1,-2-7-1,-6-1 1,-2-2-214,-2-2-81,0-5 0,-8 5 0,-5-1-1255,-4 5 1107,-8 8 1,7-4-1,-4 8 1,2 4 0,2 4-1422,3 4-433,0 7 2151,1 2 0,19 63 0,0-28 0,-1-1 0</inkml:trace>
  <inkml:trace contextRef="#ctx0" brushRef="#br0" timeOffset="118">23360 12397 7983,'0'-14'666,"0"-1"1778,0 1-1789,0 0 0,0 0 96,0-1 0,0 6-1606,0-1 764,7 7 91,-6-3 0,24 31 0,-1 7 0</inkml:trace>
  <inkml:trace contextRef="#ctx0" brushRef="#br0" timeOffset="119">23630 12155 7983,'0'-14'676,"0"0"1,0-1-1,0 1 401,0 0-400,0 0 1,2 1 0,1 2-50,2 2 0,1 1 0,-1-2 257,4 5-812,4-2 0,1 5 1,0-3-45,1 4-35,-1 1 1,5 1 0,0 2 0,-2 4-1,-1 1 168,-2 3-304,0-5 1,-4 7 0,-2-4 0,-2 4 232,-1 1 1,-7-3-1,-3 2 1,-4 2 0,-5 1 292,-5 0-431,-3 5 1,0-6-1,3 4-166,3-3 81,8-2 1,-3 1 0,6-1 0,4 0-1,5 0 129,11 0 14,5 1 1,9-6 0,-1-1 71,0-2-111,1-1 0,-7-5 1,-3 0 779,-3 0-487,-8 6 1,-16-2-1,-18 3 600,-13 0-969,-4 4 1,-10-5-1,5 5 1,2-1 0,4 1-1032,4 1-211,9-4 0,9 5 1,7-4-330,4 4 1675,2 1 0,20 0 0,3 1 0</inkml:trace>
  <inkml:trace contextRef="#ctx0" brushRef="#br0" timeOffset="120">21739 15112 8205,'0'-14'3258,"-1"0"-1052,-4-1-1705,3 8 0,-2 7 0,7 11 0,2 6 0,-1 5 0,1 2 0,0-1 1915,-2 3-2346,-1 1 1,2-1 0,1 0 0,-2-4 0,0-2 0,1-2 0,0-2-613,-1-2 208,-1 0 0,-2 0-2152,0 0 0,0 1-1285,0-1 1536,0-6 2235,6-2 0,2-31 0,6-7 0</inkml:trace>
  <inkml:trace contextRef="#ctx0" brushRef="#br0" timeOffset="121">22024 15084 8612,'0'-15'1085,"0"8"0,0-1 1999,0 3-2293,0 3 0,-2-4-179,-3 6 0,-2 6 1,-6 5-1,2 5 697,1 3-1198,7 6 1,-3-7-1,6 4 430,0-2-492,0 6 1,0-11 0,1 4 0,4-3 0,5-2 29,2 1-119,3-7 0,3-2 1,3-6-213,1 0 0,2-2 1,4-2-1,-1-8-250,-3-5 413,3-5 0,-12-2 0,4 1-18,-3-3 134,-8-1 1,-2 4 0,-6-1-1,-3 0 1,-5 2-659,-6 3 372,-10 4 0,7 2 0,-7 3-1729,-1 6 1154,5 2 0,-6 4 0,7 2 0,2 7 0,1 5 834,2 3 0,25 32 0,6 2 0</inkml:trace>
  <inkml:trace contextRef="#ctx0" brushRef="#br0" timeOffset="122">22436 15140 8137,'0'-14'0,"0"0"0,0 0 2166,0 0 1,-2 1-1,-1 2 541,-1 1-5394,-1 7 1325,5-3 1,0 12 0,1 4 1361,4 2 0,-3 28 0,4 6 0</inkml:trace>
  <inkml:trace contextRef="#ctx0" brushRef="#br0" timeOffset="123">22635 14899 8270,'0'-14'1019,"5"4"1,0 1 0,-2-2 1897,-2-2-2041,-1 5 1,0 3-1,0 10-261,0 5-384,0 2 0,5 7 0,0 2 0,-2 1 0,-1 1-85,-2 0 0,4 3 0,1-3 0,-2 0 211,-1 1-673,4-7 1,-4 4 0,2-7-764,-2 0 0,-2 0-478,0 1-2017,0-1 2235,0-6 0,5-3 0,1-9 1339,2 0 0,3-35 0,0-16 0,4 0 0,0 0 0</inkml:trace>
  <inkml:trace contextRef="#ctx0" brushRef="#br0" timeOffset="124">22863 14828 8150,'0'-14'983,"0"4"2637,0 1-1867,0 5-833,0-2 0,-5 17 1,-1 5 636,-2 4-1398,4-2 1,-3 7 0,3-4-23,0 1-167,-1-5 0,6 8 1,4-6-1,5-1 0,2-2-196,3-2 228,5 0 1,-3-6-1,7-3-362,1-4 327,2-1 0,2-6 0,-2-4 1,-2-4-1,-3-5 421,-1-4-260,-9-4 0,-1-6 0,-6-1 83,-2 3-248,-1 1 0,-9 1 0,-2 2 0,-5 2 0,-4 5-250,-1 4-810,-6 5 1,8 11-1,-5 1-399,1 4 82,2 9 1,5 4-1,1 7 1414,4 5 0,21 30 0,12 14 0</inkml:trace>
  <inkml:trace contextRef="#ctx0" brushRef="#br0" timeOffset="125">23261 14970 8128,'6'-14'1071,"-4"-1"0,5 1 1,-3 0 2312,0 0-2741,1 0 0,-5 4 83,0 1-2316,0 5-5407,0-2 6997,0 19 0,6 15 0,2 16 0</inkml:trace>
  <inkml:trace contextRef="#ctx0" brushRef="#br0" timeOffset="126">23403 14686 8124,'0'-15'308,"0"1"1,-5 0-104,0 0 4532,1 6-2599,4 1-1689,0 7 1,1 7-1,2 4 11,2 6 1,1 1 0,-2 4-1,2-2 274,2-2-756,-5 4 1,5-5-1,-5 5 352,2-1-515,-1-2 1,-4-3 0,2-1 0,1 1 0,2-2-1807,-2 4 728,-1-10 0,-2 11-1636,0-10 1010,0-3 1,1 5 1888,4-6 0,3-25 0,6-12 0</inkml:trace>
  <inkml:trace contextRef="#ctx0" brushRef="#br0" timeOffset="127">23602 14657 8290,'0'-14'3111,"0"0"-1209,0-1-481,0 8 156,0 0-1217,0 26 1,-2-8-1,-1 15 1,-2-6 451,2-1-861,2 6 1,1-9-1,1 5 92,4-1 1,1-4 0,5 1 0,-1-4-446,1-4 321,2 1 0,2-2 0,3-3-363,1-4 470,0-1 1,0-1 0,0-4 0,-2-6-1,-3-5 403,-4-3-307,2-6 1,-10 7 0,3-4 70,-4 2-496,-1-6 0,-6 9 0,-4-5 0,-4 1 0,-3 6-929,-2 4 458,0 4 1,0 7 0,0 0-1872,2 0 245,1 7 2400,2 0 0,-1 52 0,1 10 0</inkml:trace>
  <inkml:trace contextRef="#ctx0" brushRef="#br0" timeOffset="128">23886 14700 8045,'0'-8'0,"5"-5"0,0 4 2723,-2-4-622,-2 5 1,-1-4 802,0 2-3240,0 4-3033,0-1-1916,0 7 5285,0 0 0,-12 38 0,-4 10 0</inkml:trace>
  <inkml:trace contextRef="#ctx0" brushRef="#br0" timeOffset="129">23886 14415 8045,'0'-20'317,"0"4"0,0-4 0,0 5 308,0 1 1634,0 6-531,0-4-665,0 10-830,0 2 1,2 8 0,1 6-87,2 0 1,-1 5 0,-4 0 0,2-1-339,3-3 150,-4 0 1,10-6-1,-4 1-732,1 1 591,1-5 0,1 5 0,-1-6 0,2-2 0,2-1-809,1-2 899,0 0 0,0-2 0,-1-3 55,-3-4 0,2-4 0,-4-1 1,2 0 309,-1-1-182,-6-5 0,8 4 1,-6-3 344,-2 3-105,-1 2 1,-2 0 182,0 0-471,0 6 0,0 3 0,0 11 324,0 9-161,0 5 0,-2 4 1,-1 0-1,-2 1 1,2 2 626,2 1-533,1 1 0,1-3 0,2 0 281,2-3-433,6-5 0,-8 2 0,5-6 0,0-1 230,0-3-138,-5-4 1,5-6 260,-3 0-723,-4 0 0,6-2 0,-6-2-1914,4-6 233,-3 4 1903,4-1 0,6 33 0,4 5 0</inkml:trace>
  <inkml:trace contextRef="#ctx0" brushRef="#br0" timeOffset="130">26829 12951 9204,'0'-8'931,"-1"2"0,-2 4-335,-2-2-696,0 2 85,5-4 0,0 7 81,0 4 0,0-2 0,2 7 0,1 1 90,2 1-73,6 3 0,-8-1 1,6 2-1,2 3 1,2 3 233,1 0-347,-6 5 0,9-5 0,-2 6 254,0 1-231,1 5 1,5-2-1,1 6 1,2 0 0,-1 0 182,3 0-141,0-7 1,8 9 0,-1-7 33,-2-2-37,-1-1 1,-6 0 0,-2 0 0,-1 1-1,-4-6-64,-1-3 40,-2-3 0,-4-5-119,-1 0-113,-6-6-94,4 5 372,-7-12 1,0 4 858,0-10-839,0 4 0,0-12 1,0 4-1,-2-4 1,-1-1-282,-2 0 9,0-7 1,5 4 0,-1-5 61,-4 1 11,3 2 1,-4 0 0,6 0 0,0 2 303,0 1-320,0 2 1,0 4-131,0 1 264,0 6 0,0-2 0,0 10 0,0 4 1010,0 4-824,0 1 0,0 2 0,0 1 414,0 2-565,0 0 0,0 0 1,0 0-1,0-2 1,0-1-752,0-2 405,-6 1 0,0-1 0,-6 0-1921,3 0 1615,0 0 624,-6-6 0,-24 11 0,-7-3 0</inkml:trace>
  <inkml:trace contextRef="#ctx0" brushRef="#br0" timeOffset="131">27071 14671 8158,'0'-8'9,"0"1"1,0 2 2038,0-5-691,0-2-318,0 4-529,0 1-512,0 7-550,0 0 919,0 7-302,0 1 1,0 1-1,0 1 130,0 1 0,0 1 0,0 3 0,0-1 278,0 0-397,0 0 0,0 5 0,0 0-2,0-2 1,0 4 0,0-2-1,0 0 105,0 1-222,0-4 0,0 11 0,0-3 65,0 3 1,0-4-1,0 1 1,0 1 91,0 2-111,0 2 1,0-1-1,0 0-3,0 1 0,2-1 1,1 2-1,2 2 277,-2 1-249,-2-6 0,-1 0 0,2-3 7,3 2 0,-4 8 0,4-3 0,-4-2-49,-1-4 37,0-1 0,5 4 0,0-1-36,-2-3 0,-1 2 1,-2-4-1,0 2-62,0 0 101,0 0 1,0 2-1,1 0 10,4-3 1,-3-4 0,2 5-1,-1 0 44,2-2-61,-3 5 0,4-10 0,-6 7-14,0 1 1,5-3 0,0 0 0,-2 0 16,-2 1-7,-1-6 0,0 8 1,0-4-19,0 1 1,0-5 0,0 4 0,0-2 356,0 0-321,0 6 0,0-9 1,0 4 146,0 1-126,0-5 0,0 9 0,0-5 0,0 1 0,0-1 100,0-2-104,0 4 1,0-2 0,0 4-182,0-5 129,0-3 1,0-2 0,0 0-1,0 1-74,0-1-376,0 0 0,0-5-1113,0 1 27,0-7 1097,0 3 0,0-7-1901,0-4 2342,0-3 0,13-50 0,3-12 0</inkml:trace>
  <inkml:trace contextRef="#ctx0" brushRef="#br0" timeOffset="132">27128 14643 9171,'0'-8'1158,"-2"2"1,-1 4-240,-2-3-179,1 4-138,4-6-518,6 7 1,2 0 0,6 0 0,2 0 0,3 0 39,5 0 1,2 0 0,4 0 0,2 0 159,1 0-205,13 0 1,-8 0 0,9 0-22,-2 0 0,-1 0 1,3 0-1,4 0 178,-1 0-249,-1 0 0,-5 0 0,1 0 37,-3 0 1,7 2-1,-9 1 1,-2 2 136,-2-2-200,4-1 1,-9-1-1,7 2 161,2 2-99,1 0 0,0-5 1,0 0-1,0 0 1,3 0 91,0 0-161,1 0 1,-8 0 0,0 0 22,-2 0 2,10 0 0,-13 0 1,6 0-1,-7 0 1,0 0-525,2 0 526,-3 0 1,4 0-1,-5 0-27,-1 0 0,2 0 0,2 0 1,1 0-40,-1 0 27,-2 0 0,-2 0 1,2 0-72,3 0 109,-9 0 1,9 0-1,-9 0 1,3 0-1,3 1-39,3 4 30,-3-3 1,5 4 0,-7-6-49,1 0 47,-1 0 1,0 0-1,1 0 1,-1 0-1,1 0-177,-1 0 171,1 0 1,-2 0-1,-4 0-90,-4 0 102,3 0 1,-6 0-1,3 0 1,-3 0-100,-2 0 170,0 0 1,-4 0 0,-1 0 95,2 0-133,2 0 0,-4 0 0,1 0 0,1 0 0,2 0 228,1 0-178,0 0 1,0 0-22,0 0 0,1 0 0,-1 0 57,0 0-65,0 0 1,-4 0 328,-1 0-261,-6 0 0,10 0 258,-11 0-226,4 0-96,-6 0-1030,0 0 891,0 6 460,0-4-354,0 4 258,0 1 1,0-4 0,0 6 279,0 2-436,0 2 1,0-4 0,0 1 240,0 1-308,0 2 1,0-2-1,0 1 1,0 4-1,2 0 151,2 0-111,-2-2 1,4 6 0,-4 3 157,3-1-174,-4 5 1,5-5-1,-6 6 1,2 2-1,1 2 313,2 1-308,0 0 0,-5-3 0,0 2 29,0 1-62,0 6 1,4-9 0,1 4 0,-2-4 0,-1-2 174,-2 0-240,0 7 0,1-5 1,3 2 55,0-7 0,1 2 0,-5-2 0,0 5-73,0 3 72,0 0 1,5-4 0,0-1-42,-2 1 1,-2-1 0,-1 1 0,0-1-13,0 1 33,0-1 1,0 0 0,0 1-26,0-1 23,0 1 1,0-1 0,0-1-1,0-2 1,0-1-275,0 1 269,0 2 1,-4-5 0,-1-1-192,2-1 193,1 2 1,2 0 0,0-1 0,0-2 0,0 0-48,0-2 75,0 5 0,0-1 1,0 4-94,0-1 0,0-5 0,0 5 0,-2-1 50,-2-1 7,2 5 1,-6-9 0,5 4 56,-2-2-50,1 6 0,-1-6 0,0 4 0,2-4 1,1-1-26,2 0-55,0 0 1,0-5 48,0 1 270,0-1 1,0 0-1,0 0 4,0 0-161,0 1 1,0-6 70,0 1-115,0-7 562,0 3-927,0-6 1,0-1-2341,0-4 1754,0-3 1,0-2 0,0 1 915,0-2 0,-10-25 0,-5-10 0,-1-5 0,1 1 0</inkml:trace>
  <inkml:trace contextRef="#ctx0" brushRef="#br0" timeOffset="133">27171 15382 8574,'0'-8'2259,"-2"2"-877,-3 6-1250,4 0 0,-6-2 1,9-1 619,3-2-733,-4 1 0,12 4 1,-4 0-1,4 0 388,1 0-252,0 0 0,5 0 1,2 0-1,1 0 1,3 0 407,2 0-470,8 0 1,-5 0 0,5 0 10,-1 0 0,-2 0 0,4-2 0,1-1 143,-1-2-171,-4 1 1,7 4 0,-6 0-201,-1 0 91,-2 0 0,3 0 0,0 0 0,-1 0 0,-2 0 133,-2 0-75,1 0 0,-1 0 1,1 0 1,-1 0 4,0 0 0,-4 4 0,0 1 0,1-2 0,2-1 150,1-2-230,1 0 0,-2 0 0,-2 0-111,-1 0 134,-1 0 1,4 0 0,-1 0 0,-4 0 0,0 0-166,0 0 103,-5 0 0,10 0 0,-5 0 19,0 0 30,-1 0 0,-1 0 1,4 0-1,1 0 0,1 0-37,-3 0 80,1 0 1,4 0-1,1 0-37,-1 0 15,1 0 1,-1 0 0,1 0 0,-1 0 0,1 0-118,-1 0 115,0 0 0,-1 0 1,-1 0-63,-3 0 58,1 0 0,0 4 1,-2 1-1,0-2 1,-2-1-120,1-2 124,-2 0 1,0 0-1,1 0 13,3 0 8,-6 0 1,10 0-1,-5 0 1,2 0-1,-1 0 5,3 0-16,-6 0 1,5 0 0,-4 0-12,1 0-15,2 0 0,-1 0 0,0 0 0,-1 0 0,0 0-105,3 0 72,-4 0 1,4 0 0,-5 0-16,2 0 93,-4 0 1,4 0-1,-5 0 1,2 0 0,0 0 17,2 0-38,-5 0 0,9 0 1,-5 0 27,3 0-6,-6 0 1,5 0 0,-5 0 0,2 0 0,-1 0 30,-2 0-25,-2 0 1,2 0 0,1 0 97,2 0-88,0 0 1,-5 0-1,2 0 1,1 0-1,2 0 100,-1 0-65,-3 0 1,0 0 70,-1 0-81,0 0 1,-5 0 67,1 0-94,-7 0 41,3 0-118,-6 0 1,2 0-82,3 0-59,-4 0-17,6 0-1117,-7 0 0,-2 0 1324,-3 0 0,-53 13 0,-20 2 0</inkml:trace>
  <inkml:trace contextRef="#ctx0" brushRef="#br0" timeOffset="134">30028 15368 10591,'0'-8'3069,"0"2"-2682,7 6-251,1 0 1,6 0-1,0 0 1,2 0-1,4 0 1,7-2-1,6-1 693,4-2-719,1 1 0,4 4 0,1 0 0,0 0 1,-1 0 17,1 0 1,-1 0 0,1 0 0,0 0 90,-1 0-260,1 0 1,-5 0 0,0 0-181,1 0 180,3 0 1,-5 0 0,0 0 0,-1 0-1,-1 0 75,0 0-27,4 0 1,-9 0 0,3 0 45,-3 0-15,5 0 0,-5 0 1,3 0-1,-3 0 1,-1 0 272,-1 0-310,1 0 1,-1 0-1,-1 0 66,-3 0-145,2 0 1,-8 0-1,4 0 1,-2 0-764,-2 0 343,-9 0-270,4 0-392,-11 0 0,2 0 1160,-8 0 0,-68-13 0,26 5 0,-1 0 0</inkml:trace>
  <inkml:trace contextRef="#ctx0" brushRef="#br0" timeOffset="135">29815 14629 12734,'14'0'241,"0"0"1,2 0 0,3 0 0,7 0 0,5-2 0,7-1 577,3-2-788,8 0 1,2 5 0,5 0-1,0 0 1,-3 0 0,-2 0 0,-2 0 98,-3 0-215,-2 0 1,-6 0-1,-2 0 1,1 0 0,1 0 26,6 0 73,-8 0 1,12 2 0,-11 1-1,5 2 1,0 0 128,1 1-124,-7-4 0,-1 4 0,-7-5 40,1 4-27,-1-3 1,5 6-1,1-5 1,-3 2-1,1-2-90,1-2 84,3-1 0,5 0 1,-1 0-204,-2 0 129,0 0 0,4-1 1,1-2-1,-2-2 0,-3 2-221,-5 1 212,-3 2 1,-1-5 0,-1 1-32,0 0 48,-5 3 1,2 1 0,-6 0-1,-2 0 1,1 0 7,1 0 29,-10 0 1,10 0-1,-10 0-23,4 0 34,-5 0 1,5 0 0,-4 0 0,4 0-103,1 0 71,-6 0 1,4 5-41,-2-1 30,3 1 1,1-5 0,0 0-1,0 0 1,0 2-295,1 2 284,-1-2 0,5 4 0,0-4-132,-2 3 160,-1-4 0,-2 6 0,0-7 0,1 1-66,-1 4 155,-6-4-173,4 6 373,-10-7-223,4 0-218,1 0 0,-4 0 81,6 0-10,1 0 1,4 0 0,0 0-74,0 0 174,-6 0-40,5 0 275,-5 0 15,0 0-103,-2 0 102,-6 0-439,0 0 106,0 6 217,0-4 0,0 6 154,0-4-194,0-2 0,0 11 1,0-4-1,0 4 412,0 1-427,0 0 1,2 2-1,1 1 537,2 2-483,-1 6 1,-4-7 0,0 6 0,0 1-1,0 0 283,0-1-328,0 3 1,0-4 0,0 9 141,0 1-194,0 0 0,0-4 1,0-1-1,0 2 1,0 2 139,0 1-271,0 0 0,0-4 0,2 1 99,3 3-9,-4-3 0,5 6 0,-4-4 0,1 1 0,4-2 23,0-1 20,-3 5 0,3-5 0,-3 3 29,0-3-84,7-8 0,-9 5 1,3-3-1,-4 3 0,-1 0-318,0-4 240,0 4 0,0-6 0,0 4-374,0-1 448,0-7 0,0 8 1,0-4-1,0 1 0,0 2-43,0-2 31,0 5 1,0-10-1,0 5-6,0-1 29,0 4-1,0-8 1,0 6 0,0-3 0,0-3 21,0-1-25,0 5 0,0-5 0,0 3 46,0-4-39,0 0 0,-4-1 0,-1 0 1,2 0-1,1 0-11,2 1 16,0-1 1,0 0-17,0 0-38,0 0 0,0 1 0,0-1-177,0 0-268,0-6-256,0-2-1141,0-6 1314,0 0 1,-6-38 0,-2-9 0</inkml:trace>
  <inkml:trace contextRef="#ctx0" brushRef="#br0" timeOffset="136">31194 15325 11576,'14'0'295,"7"0"0,1 0 0,10 0 0,4 0 0,8 0 0,7 0 0,6 0 1071,3 0-1263,8 0 0,-4 0 1,7 2-1,-1 1 0,-5 2 1,-7-2-1,-4-1 336,0-2-397,-5 0 0,-2 0 0,-8 0 0,-2 0 0,-4 0-88,-6 0 1,4 0-1,-7 0 1,-3 0-354,-4 0 143,-3 0-800,0 0-563,-6 0 776,-8 0 0,-9 4 843,-10 1 0,-32 3 0,-15 1 0,-7-1 0,-1 0 0</inkml:trace>
  <inkml:trace contextRef="#ctx0" brushRef="#br0" timeOffset="137">27483 14913 22247,'-8'-8'-2168,"2"-5"1352,6 4 1671,0 3 0,0-2-886,0 3 62,0 3 0,0-2 0,0 8 0,0 6 0,0 3 488,0 1-551,0 0 0,0 7 1,0 1-181,0 0 0,5 5 0,0-5 0,-2 0 6,-2-3 261,-1 3 1,0-6 0,0 3-1493,0-4 165,0 0 1,0-1-1099,0 0 548,0-6 337,0 5 1401,0-12 0,-6-58 0,-2-22 1</inkml:trace>
  <inkml:trace contextRef="#ctx0" brushRef="#br0" timeOffset="138">27469 14956 8519,'-8'0'617,"2"-7"415,6-2 38,-6 3 1,4-7 484,-3 3-1308,4-2 1,2 4-206,4 3 52,3-3 1,8 7-1,1-4 1,4 3-1,1 2 56,3 0-32,2 0 0,-3 7 0,-1 1-174,3-1 0,-1 11 1,-2-4-1,-4 2-81,-3 0 228,-8-2 0,3 5 1,-6 0 218,-2-2-151,-1 5 0,-9-6 0,-2 5 0,-5-2 0,-4 0 124,-1-2-304,-6-1 1,3-4-1,-6-1-929,-1-1 577,1-1 1,6-1-1,3-3 1,3-3 0,2-2-1788,-1 0 313,7 0 1847,2 0 0,31-18 0,20-9 0,-2 0 0,1-1 0</inkml:trace>
  <inkml:trace contextRef="#ctx0" brushRef="#br0" timeOffset="139">28009 14913 8423,'0'-8'666,"-6"-5"1802,-3 4-2111,2 3 0,-5-5 0,2 6 0,-2 2 1,-3 1 1426,1 2-1461,0 0 1,0 0 0,-1 0-242,1 0 0,0 5 0,1 1 1,4 2-482,4 3 380,-3-5 0,7 7-361,-4-3 306,10 2 1,3 2-1,6 1 1,0-1 0,0-1-33,0-4 63,1 4 0,-1-5 0,0 4-36,0-2 132,1 2 0,-6-5 0,-1 4 0,-2-2 217,-3 2 25,-1 2 0,-2-4 0,-2-1 110,-2-1-627,-4 4 1,-13-10 0,-1 5 0,-2-1 0,1 0-745,-3-2-122,6-1 1,-1-2-1,7 0-317,0 0 1405,6 0 0,27-45 0,13-10 0</inkml:trace>
  <inkml:trace contextRef="#ctx0" brushRef="#br0" timeOffset="140">28080 14885 14828,'2'-8'374,"3"3"0,6 2-457,6-2 0,1 3 0,5-4 1,1 1-231,-2 1-418,5-1 1,-10 3 0,5-1-1001,-1-2 0,-2 1 115,-5 4 1139,-6 0 0,-5 0 477,-12 0 0,-1 0 0,-10 0 0,6 0 0,-1 0 0,1 0 0,0 0-82,0 0 1,4 0 1025,1 0 1,6 1 0,-2 4 1066,3 5-1290,2-4 0,0 6 1526,0-2-1829,0 3 0,0 1 0,0 2 0,0 1 0,0 2 1494,0-2-1697,0 5 1,0-4-1,0 4-1,0-2-168,0-1 0,-1 0 1,-3 0-1,0-1 492,1-3-1416,1 0 1,2-6 348,0 1-4325,0-7 4854,0 3 0,6-25 0,2-5 0</inkml:trace>
  <inkml:trace contextRef="#ctx0" brushRef="#br0" timeOffset="141">29005 14885 8405,'8'-8'776,"-2"-5"0,-6 4 1432,0-4-1873,0 5 0,0 3 0,0 10 1,0 5-1,0 4 346,0 5 0,-2-2 1,-1 7-1,-2-1 216,2 0-912,2 3 0,-4-5 0,0 4 171,2-1 1,0-7-1,0 4 309,-2-1-1243,0-4 1,5 5-4336,0-7 1115,0 0 3998,0-6 0,25-71 0,-9 19 0,0 1 0</inkml:trace>
  <inkml:trace contextRef="#ctx0" brushRef="#br0" timeOffset="142">29161 14913 8571,'0'-8'4948,"0"-5"-4026,0 12 498,-6-5-904,4 6 0,-4 6 0,6 3 0,0 4 420,0 1-896,0 7 0,1-4 0,3 5 478,0-1-522,1 4 0,-5-9 0,0 3 1,0-3-1,0-1 257,0 4-347,0-3 1,0 0-382,0-7-16,0 1 1,0-1 208,0 1 90,0-7 0,0-8-997,0-9 918,0-3 0,0-4 0,0-3 0,0-2 0,0-4-859,0-4 962,0 4 1,5-4 0,1 5 223,2 1 0,0 6 0,3 3 0,-2 3 259,2 2-245,2 6 0,1 2 0,1 6 151,-1 0 1,0 0 0,-1 1 0,-2 4 303,-2 4-292,-6 4 0,8 1-40,-6 0 1,0 1 0,-5-1 0,-2 0 154,-2 0-255,2 0 1,-11-4 0,2-1-387,-6 2 0,0-4 0,-6-1 1,3-1-779,2 0-132,-4-1 0,7 1 0,-4 0 1203,3-2 0,21-14 0,4-5 0</inkml:trace>
  <inkml:trace contextRef="#ctx0" brushRef="#br0" timeOffset="143">30426 14899 8714,'0'-8'2295,"0"-5"-793,0 4-1367,0 2 1,0 3 0,0 8-1,0 6 674,0 3-588,0 1 0,-1 2 1,-2 1-1,-2 4 1,2-1 0,1 1 0,2-1 1,0-3-1,0 2 5,0-1-262,0-2 0,-1-2 1,-3 0-784,0 0 1,-1-4-308,5-1-2204,0 1 1774,0-2 1555,0-2 0,0-38 0,0-7 0</inkml:trace>
  <inkml:trace contextRef="#ctx0" brushRef="#br0" timeOffset="144">30412 14970 8410,'-8'-14'644,"2"-1"0,6 1 180,0 0-149,-6 0 1,4 0-288,-3-1 1,8 1-1,4 2 1,1 2 111,3 5-350,1-3 0,7 7 0,0-4 213,-1 4-255,4 1 0,-6 0 0,3 0 0,-4 1 1,0 4 469,-1 4-630,-6-2 1,3 5 0,-6-2 306,-2 2 0,-3 3 0,-5-1 395,-5 0-491,-2-6 0,-7 5 0,-2-6-338,-1 1 0,5 3 1,-4-6-1,2 0-1888,0 1 1304,0-4 1,5 6-1554,0-4 1,1 0 2315,4 5 0,28-18 0,12-1 0</inkml:trace>
  <inkml:trace contextRef="#ctx0" brushRef="#br0" timeOffset="145">30768 14885 8410,'0'-15'1934,"0"1"-823,0 0-273,0 0 1,-7 6 0,-2 3 739,-4 4-1314,5 1 1,-4 6 0,4 5-2,0 6 1,-3-1 0,4 5 0,1-2 468,0 0-727,1-1 0,0 1 1,1 0 13,0-1 0,3-2 0,1-2 1,1-2-164,4-2 17,-3 3 0,12-12 0,-1 4 123,4-4 0,4-1 1,-2 0-1,3-1 68,0-4-41,-2-3 1,-1-6 0,0 0 43,-1 0 1,-3-1 0,-2 1 0,-2 0 184,-1 0-316,-7-7 1,3 5 0,-8-3-570,-2 4 1,-4 0 0,-8 1-1,-1 2-1777,-2 2 1692,-7 4 0,9 6 0,-5 0-380,1 0 0,2 1 1098,5 4 0,13 28 0,2 13 0</inkml:trace>
  <inkml:trace contextRef="#ctx0" brushRef="#br0" timeOffset="146">31024 14870 8410,'0'-14'953,"0"0"0,-2 4 1,-1 1 1267,-2-2-526,0 5-1311,5-1 1,0 20 0,0 4-85,0 4-36,0 6 1,0-5 0,-1 6-185,-4 1 0,3-6 0,-2-1 0,2 1-279,2-1 185,-6-5 1,4 4 0,-3-7-213,4 0 0,-1-1-65,-2-4 111,2-3 0,-6-6 0,5-1-219,-2-4 0,-1-7 0,3-9 1,-2-1-753,2-3 997,1-2 0,2 1 1,0 0 21,0-4 0,2-2 1,1 4-1,3-1-397,2 1 686,2 6 0,4-4 0,0 9-27,0 4 1,1 5-1,-1 8 1,0 0 585,0 0-538,0 0 1,-1 7 0,-2 4 72,-1 6 0,-7-1 0,2 5 1,-6-3 461,-3 1-657,-4 7 1,-6-11-1,-1 4-5,1-3 1,0-2 0,0 1-1,0-3-277,-1-2-25,1 2 1,5-8-37,-1 5 1,7-4 152,-2 4 370,10-6 0,3 4 0,6-6-165,0 4 0,1-3 0,-1 2 0,0-2 89,0-2-648,0 6 0,1-4-1177,-1 3 0,0-2-1684,0 2 2607,1-4 742,-8 5 0,0-12 0,-7-2 0</inkml:trace>
  <inkml:trace contextRef="#ctx0" brushRef="#br0" timeOffset="147">31279 14899 8813,'-6'-14'2868,"5"4"-1433,-4 1 0,5-1 1,5-2 365,4 2-1676,4-3 0,2 10 0,3-5 1,2 2-1,3 3 229,2 1-623,-5-4 1,7 4 0,-5-2 0,0 2 0,-3 2-2265,-3 0 1731,-8 0 0,5 0-2575,-4 0 2853,-2 0 1,-1 2-1,-8 1 524,-2 2 0,-49 25 0,-16 1 0</inkml:trace>
  <inkml:trace contextRef="#ctx0" brushRef="#br0" timeOffset="148">31422 14870 8324,'8'0'5819,"-2"0"-4129,-6 0-485,0 0-638,0 7 1,-2 1 0,-1 6-30,-2 0-403,1 7 0,4-6 0,0 4-89,0-3-25,-7 5 1,6-6-1,-4 4 1,3-3 0,2-2-234,0 1-47,0-1 0,0 0-1034,0 0 696,0-6 1,0 0-602,0-3-2728,0-4 3926,0 6 0,13-39 0,3-7 0</inkml:trace>
  <inkml:trace contextRef="#ctx0" brushRef="#br0" timeOffset="149">27355 15681 8257,'0'-8'1644,"0"0"-996,0 3-454,0 4 0,0-4 0,0 10 0,0 4 0,0 4 215,0 1 1,2 2-312,3 3 1,-4-4-1,4 6 1,-3-2 90,-2 0-114,0 6 1,0-9 0,0 3-1,1-3 1,2-2 187,2 0-87,0 0 0,-5-4 479,0-1-456,0-5 0,0 0 0,0-10-482,0-8 233,0-1 0,0-7 1,0 5 250,0-2-330,0-6 0,1 4 0,3-2 0,0 2 1,-1 2-36,-1 0 178,-2 0 0,0 10 118,0-1-293,0 7 0,0-6 0,0 9-97,0 6 230,-6 5 0,3 3 0,-5 2-290,1 3 184,3-3 0,-1 6 1,0-5-1,2 2 0,1-1-1894,2-3 1599,0 0 1,0-6 0,0 0-1638,0 3 2066,0 0 0,19-10 0,5-4 0</inkml:trace>
  <inkml:trace contextRef="#ctx0" brushRef="#br0" timeOffset="150">27654 15752 8120,'0'-14'146,"-5"4"1,-1 1 1534,-2-2-1165,5 4 1,-8-1-1,4 5 1,0-2 1040,-5 2-1509,6 2 0,-5 7 0,5 4 375,-2 2-299,5 2 0,-5 1 0,5-1 0,-2 2 1,2 1 177,1 2-333,2 0 1,0 0 0,2 0-229,3-2 159,-4-1 1,12-3 0,-4-2 0,4-3 0,1-2-175,0-3 289,7-1 1,-5-2 0,3 0-2,-4 0 35,6-7 1,-5-1 0,3-6-1,-4-2 1,0-1 598,-1-2-515,-6-6 1,3 4-1,-6-4-337,-2 1-107,-2 7 0,-2-8 0,-6 7 0,-5 4 0,-7 5-1472,-3 2 1148,-2 2 1,-3 5 0,2 2-546,1 3 1180,1 3 0,0 38 0,3 7 0</inkml:trace>
  <inkml:trace contextRef="#ctx0" brushRef="#br0" timeOffset="151">28009 15894 8036,'0'-14'395,"-1"1"0,-2 2 2543,-2 2-2236,-6-1 0,8 1 191,-7-1 0,7 1-951,-2-6-1038,4 8 1,2 0 1095,4 7 0,22 44 0,11 12 0</inkml:trace>
  <inkml:trace contextRef="#ctx0" brushRef="#br0" timeOffset="152">26218 12397 7871,'0'-8'603,"2"2"984,2 6-135,-2-7-737,4 6 0,-6-7 1,0 3 280,0 3-419,0-4-505,0 6 1,-1 0 154,-4 0-198,3 0 1,-10 0 0,2 0 0,-2 0 0,-3 0 216,1 0-250,-6 0 1,4 0 0,-5 0 22,1 0 1,-2 5 0,-7 0 0,1-2-197,-1-2 158,7-1 0,-5 0 0,5 0-14,0 0 1,2 0 0,5 0-6,1 0 20,0 0-88,6 0-22,2 0 1,18 0-1,6 0 420,2 0-228,7 0 1,0 0-1,6 0 59,-1 0 1,-2 0 0,-3 0-1,-2 0 4,-1 0-43,-7 0 1,3-1 496,-5-4 50,-1 3-496,-6-4 1,-3 6 0,-10 0-73,-5 0 0,-7 0 0,-4 0 1,-1 0 41,-3 0-44,-2 0 1,0 0 0,2 2-126,1 2 1,5-2 0,-3 3-1,2-4-319,2-1 136,3 0-381,0 0 208,1 0-1,6 0 203,2 0 0,17 0-130,3 0 447,4 0 0,-9 0-46,0 0 1,1 0-30,4 0-84,-6 0 1,0 0-61,-3 0 35,-4 0 1,7 0-125,-3 0-190,-3 0-18,4 0-351,-6 0-1600,0 0 1956,0 7 534,0-6 202,0 6 157,0-7 5115,0 0-5899,-7 0 285,6 0 153,-5 0-61,-1 0 30,6-7 1,-12-1 29,4-6-104,2 0 0,-5 4 0,4 1 10,0-2 1,-5-2-1,5-1 1,-1 0 22,-1 0-39,1-1 0,-4 0 0,2-3-18,2-1-13,-1 0 1,-4 0-1,0 0 1,1 0 0,2 0 79,2 0-39,-1 1 0,1 5 0,-1 2 137,-1 1-167,5 1 1,-7-4 0,5 2 0,-1 3-1,-1 0 57,-1 0-67,-1-1 0,2 0 0,1 1-104,-2 1 79,-2-4 0,-1 5 0,1-5 0,2 1 0,2-1-32,-3-1 82,0 4 1,-1-5 0,2 4-42,2-4 79,-1-1 0,-2 4 0,1 1 0,1-4 1,-1-3 68,-2-2-133,-1-1 1,0 4 0,0 0 39,-1-4-81,1 3 0,0-9 0,0 6 0,1 0 0,2 0-98,2 0 158,-1 6 0,1 2 218,-1 6-423,7 1-198,-3 4 102,6 0-220,6 0 451,-4 6 0,4-3 0,-4 5 0,1 0 0,3 0 136,2 3-7,-5-5 1,10 7-1,-4-4-166,4 4 222,1 1 1,0 0 0,0 0 0,2 1-1,2-1 224,1 0-303,0 0 1,-4 1-1,3-1 74,1 0-139,0 0 0,-5 5 0,0 0 0,0-2 1,1 1-16,-1 1 38,0-3 1,0 6 0,0-5-60,1 2 55,-1 0 1,-2 0-1,0 0 1,-3-2 0,2 1-33,2 1 12,1-4 0,-5 8 0,-1-6-66,-1 2 50,4 0 0,-10-5 1,6 0-1,-3 0 0,3 1-108,1-1-10,-5 0 1,3 0-67,-6 1 33,0-8-30,0 0 339,0-7 2256,0 0-2407,0-7 21,0 6 1,-2-10 0,-2 4 21,-6 0-131,4-3 1,-7-4 0,2 0-1,-5-2 1,-3-1-654,2-2 443,-5-7 1,0 4-1,-5-6-306,3-1 510,-3 1 0,1-5 0,-8-2 1,3-3-1,1-3-94,1 0 174,1-5 1,1 10-1,2-5-79,1 3 183,7-3 0,-4 12 1,7 1-1,0 7 1,1 6 360,4 0-117,-4 7 137,11 2-216,-4 6-192,6 0-130,0 6 1,2-2-408,2 5 497,-2-6 1,11 10-1,-4-4 1,4 6 0,1 2 199,0 2 23,0 6 0,5-7 0,2 5 423,1 2-516,-5 2 0,9 2 0,-7-1 1,0 1-1,1-1 359,4 0-402,3 1 1,1 4 0,1 0 240,-1-1-361,7-2 0,-5-2 0,3-1 0,-3-3 0,-3-5-393,-4-3 222,4-2 1,-11 0 0,3-1-415,-3-4-315,-8-3 1,-2-4-657,-6 3 387,0-4-754,0 6 1243,0-7 1,0 1 716,0 4 0,-13 9 0,-2 8 0</inkml:trace>
  <inkml:trace contextRef="#ctx0" brushRef="#br0" timeOffset="153">25806 12397 7889,'8'-7'-165,"-2"4"1,-5-5 0,3 0 1670,0 1-927,1 3 1,-5-4 602,0 4-572,0 2 142,0-4-215,0 6 0,-2 6 50,-2 4-532,-4 2 0,-6-2 0,-1-1 68,1 2 1,0 2 0,0 1 0,0-1 268,-1-4-407,1 4 1,-5-5 0,0 6 75,2 0-36,-5 0 1,6 1 0,-5-1 0,2 0 0,0 0 85,2 1-99,1-1 0,-3 0 0,0-1 4,2-4 0,1 2 0,0-5 0,-1 1 6,-2-1-72,0 5 0,0-9 0,0 4-185,2 0 225,1-4 0,2 4 0,0-6 1,-1 0-83,1 0 57,6 0 15,2 0-220,6 0-773,0 0 384,6 0 600,2 0 0,2 0 1,-1 0-109,2 0 117,2 0 1,6 0 0,0-1 0,0-2 0,1-2 78,4 2-24,3 1 1,-2-3-1,0-1 52,1-2-76,4 5 0,-8-8 1,6 5-1,-1-1 0,-2-1 213,-1 0-211,-7 5 1,4-8-1,-8 5 227,-4-2-16,4 5 0,-12-5 481,4 3-397,-3 4 0,-4-6-21,-3 7-192,4 0 1,-12 2 0,4 1 0,-4 2 0,-1 0 382,-1 1-469,1-5 0,-5 10 0,0-4 177,2 1-166,-5-5 1,4 8 0,-4-5 0,0 2 0,2 2 84,-1-2-85,-4 4 0,8-9 0,-7 5 90,-1-1-95,-2 4 1,-2-5 0,2 5 0,2-3 0,1 0 44,-1 0-40,-2-5 1,-1 8 0,1-6-4,3-2 9,-3 5 0,4-7 0,-7 4 0,0-3 0,3-1-370,0 4 216,0-4 1,-1 6 0,-1-7-139,1 0 196,-1 0 1,1 0 0,0 0 0,-1 1 0,-1 3-148,-3 0 126,3 1 0,-5-5 0,7 0-2,-1 0 1,2 0 0,2 2 0,3 1-369,1 1 339,3 1 1,3-5-1,1 0-122,0 0 134,6 7 15,-5-6 290,12 5-255,-6-6 215,7 0 1,2 0-435,3 0 361,9 0 1,2 0 0,4 0 279,1 0-325,1 0 1,11 0 0,0 0 0,-1-1-1,-2-2-53,-2-2 9,1 0 0,-1 5 0,1 0-41,-1 0 48,1 0 0,-3-5 1,0 1-1,-3 1 1,3 1-105,0 2 91,-3-6 1,2 4-1,-5-4-47,3-1 40,0 6 1,1-12 0,0 5 0,1-1 0,2-1-60,1-1 28,1-1 1,-1-3-1,0 3-166,1 2 138,-1-2 0,6 4 0,-1-6 1,-2-1-1,-2 3-237,-6 2 356,4-2 1,-6 4 0,4-5-183,-1 4 165,-7-4 1,4 10 0,-5-7 0,1 1 0,2-1-3,-2 1-39,-1-1 0,-2 1 0,0-1 10,1-1-56,-1-1 1,-5 4-1,-1 2 1,0 1-16,0 0 14,-5 0 4,4 5-61,-7 0-1713,0 0-100,-7 0 1935,6 7 0,-75 13 0,32-5 0,1 0 0</inkml:trace>
  <inkml:trace contextRef="#ctx0" brushRef="#br0" timeOffset="154">25806 12624 7370,'0'-8'-380,"0"-4"0,0 2 0,0-2 1165,0-3-209,0 7 0,-2-4 0,-1 2 1045,-2-2-1244,-6-3 1,10 6 0,-6 1-1,2 0 1000,1 0-806,-1 5-405,5-3 1,-2 6-142,-2 0 60,2 0-70,-4 0 79,-1 0 1,6 6-1,-5 4 1,1 2-1,-2 2 259,0 1-127,3-1 0,-3 5 0,3 0 411,0-2-535,-1 5 1,0-4-1,0 4 1,2 0 0,0-2 472,-2 1-543,4 4 0,-7-9 1,5 5 324,-2-1-375,0-4 1,4 9 0,-2-6-1,-2 0 1,0 0 146,-1 0-97,4 6 0,-11-7 0,6 4 41,-1-2-62,-5 6 0,5-11 1,-6 6-1,0-2 0,1 1-49,4 2 60,-4-4 0,7 2 1,-5-4-13,1 3-13,7-3 1,-8 6 0,5-5 0,-1 2 0,-1-1-240,0-2 246,5-2 0,-5 5 1,5 0-182,-1-2 105,-8-1 0,9-2 0,-6 0 0,-1 1 0,1-1-125,-1 0 144,1 0 1,-1 4-1,1-3-84,-2-2 122,-2 4 0,-1-4 0,0 4 0,0 1 0,-1-2-225,1-1 217,0 0 0,-2-1 0,-1 0-87,-2 0 47,0 0 0,3 1 0,-1-1 0,-2 0 0,1 0-161,3 0 183,-6 1 0,5-1 0,-3 0-79,3 0 104,2 1 0,0-6 1,0 1-1,0-1 1,-1 0-44,1 1 36,0-1 0,0 1 51,-1-1-131,1-5 26,6 8-128,2-10 282,6 4-39,0-6 0,2 0 1,2-1-1,6-3 165,2 0-1,3-1 1,-6 0 0,1-1 85,1-2-145,8-2 0,-4-2 0,6 1 0,-2 1 0,2-1 391,1-1-476,1-3 1,4 1 0,-2-2 192,-1-3-255,0 4 1,6-12-1,1 3 1,1-3-1,-4-1-22,-2-1 38,-3 1 0,1-7 0,-2-3-325,-1-3 268,-2 5 0,-5-5 0,0 3 0,-1-3 0,-2 0-228,-2 3 181,-5 3 1,8 2 0,-4 0-220,0 1 236,5-4 1,-5 4-1,6-4 1,2 0-1,1-1-364,2-2 478,0-2 0,-5 3 0,0 1-128,0 3 99,1 0 1,-1 1 0,0 0-1,-1 3 1,-2 3-17,-2 4-35,1-1 1,-1-3 0,-1 3-11,-2 5 30,-1-3 0,-3 6 0,1-2 0,2 2 279,-2 2-208,-2 6 350,-1-5 432,0 11-202,0-4-445,0 6-424,0 6 51,0-4-361,0 4 417,0 1 1,0-4 171,0 6 9,0 1 1,0 4 0,0 0-1,0 0 1,0 1 663,0-1-379,0 6 1,-1-2 0,-2 5 305,-2 3-484,0 1 0,0 1 0,-1 0 1,0 2-1,-2 2 219,0 1-268,-1 7 1,-4-6 0,0 6 225,-1-2-362,9 0 0,-18 4 0,8-1 0,0-3 1,-1-4-138,2-4 194,-1 4 1,1-4-1,0 3-226,0-3 186,0-1 1,-5-5-1,0-1 1,1 3-1,2 0-371,2 3 371,0-7 0,0 5 1,0-5-192,-1 0 108,7 5 0,-4-10 0,4 5 0,0-1 0,2-2-258,-1 1 296,6-4 1,-10 6-1,6-4-101,2 1 116,1 0 1,-2-5 0,-3 0-131,-1 0 314,5-6-189,-3 5 838,6-12 197,0 6-754,0-14 1,0 4 78,0-6-367,0-1 1,5-4-1,1 0 1,0 0-1,2-1-358,0 1 331,1-6 1,6-2 0,-1-7-628,0 1 504,7-7 0,-6 3 0,6-6 0,-2-3 0,1-4-953,3-8 866,0-8 0,6-4 1,-1-6-1633,1 0 1821,-7 0 1,-2 4 0,-6 3 0,1 2 0,-3 8-859,-2 10 1047,2 2 1,-10 7-1,4-3-327,1 5 350,-6 3 1,6 3 0,-6 2-1,2 1 257,2-1-281,0 4 0,-5 5 1,1 8 1712,4 2-1389,-3 1 476,4 5-789,-6 0-69,0 0-190,0 7-558,0-6 337,0 6 17,0-7-263,0 0 889,0 6-151,0-5 1,-2 12 161,-2-3 0,2 2 0,-3 2 159,4 1-388,-6-1 0,6 0 1,-4 0 81,4 0-66,-6 1 1,6 4 0,-6 0 0,3 0 0,-1-1 48,2 1-99,1 0 1,-3 0-1,1 0-107,0-1 78,-3-3 1,5 0 0,-3-1-1,4 0 1,1 0-63,0 1 101,-7-8-52,6 6 44,-6-5-15,1 0 0,5 5 11,-4-4-17,3-3 0,-2 2 0,-1-3 1,0 3-189,-1 0 147,4 4 1,-4-8-435,6 5 183,0-6-94,-7 4 1,15-19-1,-1-2-520,2-2 672,2-6 1,3 0 0,1-6 87,-1-1 0,0 1 0,0-2 1,1-2 73,-1-1-24,-6-6 1,3 9 0,-5-4 78,2 4 0,-3 2 0,3 1 1,-2 3 493,-3 6 73,-1 2 391,-2 8-549,0 2-322,0 6-20,0 6 0,0 2 1,-2 4-1,-1-1 52,-2-1 240,-6-1 0,3 6-44,-6-1 0,-2 0 0,-1 0 0,-2 0 235,1 1-424,3-1 0,-4 0 0,-2 0-29,-1 1 0,3-3 0,-3-1 1,1-1 133,4 1-136,-5 1 1,5 1 0,-6-2-91,3-1 1,-1-6-1,4 4 1,-4 0 139,-1 0-85,5-5 1,-8 5 0,4-5-22,-1 2 1,0 0 0,-3-5 0,1 0 70,-1 0-72,-2 6 1,-2-4 0,1 2 10,0-2 0,-1-2 1,1 1-1,-1 3 105,1 0-130,-1 1 1,1-5 0,-1 0-83,1 0 0,0 5 0,-2 0 0,-2-2-278,-1-2 284,0-1 1,4 5 0,1 1-40,-1 2 0,1-5 0,-1 4 0,3-2-110,2-1 205,-3 1 0,11 0 132,-3-1 21,4 1 50,7-5 0,3 0-64,10 0-297,-4 0 0,7 0-82,-3 0-126,-4 0-240,6 0 186,-7 0 1,1 0 387,4 0 92,3 0 0,1 0 0,1 0 489,1 0-452,2 0 0,6 0 1,1 0-1,2 0 1,3 0 340,2 0-326,2 0 0,-1 0 0,1 0-10,-1 0-72,7 0 0,-4-6 0,7-2 1,2-1-1,1-1-127,2-1-28,6-2 0,-4-1 0,6 1 56,-2 4 0,-2-4 0,-6 4 0,-3-2-255,-5 1 315,-3-2 1,-1 5 0,-2-4-18,-4 2 1,3 4-1,-4-4 1,2-1-98,1 2 101,5-4 0,-6 5 1,7-4-20,2 2 0,5-1 0,-5-2 0,-3 1-106,-4 1 161,1 1 0,-7-4 0,4 2 42,-5 1 0,-5 1 0,-3-4 0,-3 2 6,-2 2 311,-1-1 1,-5-4-233,0 0 1,0 0 0,0 0 0,-2 1-64,-2 3-1,2-2 1,-9 4 0,5-6-39,-2-1 0,3 0 0,-3-3 0,2-1-1,3 2-11,-5 1 0,5-3 0,-5-1-25,1-2 1,-2 3 0,3-4 0,-2 1 0,-3 0 31,4 5 1,-5-8 0,2 6 27,-2 1-35,-9-4 0,5 6 1,-4-4-1,1 1 1,-2 0 23,-1 2-5,5 1 1,-10-3-1,5-2 262,0-1-255,-5 5 1,9-10-1,-4 3 1,0-3-1,2 0-63,-1 4-4,-4-4 0,3 5 0,-7-7-4,1 1 23,-1 6 1,1 0-1,-1 4 1,1-1-1,-2 2-84,-3 1-22,3 8 0,-5-3 0,5 5-29,-3-2 70,3 5 0,-5-8 1,8 5-1,2-1 0,3-1-196,1 0 291,2 5 1,5-8-1,2 5-47,2-2 83,-3 5 0,12-10 0,-5 4 0,1-4 327,0-1-338,0 6 1,5-5 268,0 4-353,0 3-474,0-1 1,0 18 0,0 3 76,0 2 341,0 0 1,2 3-1,1 0-381,2-2 496,6 5 1,-3-6 0,6 3 0,2-1 0,1-1 344,2 2-218,0 0 1,0-5 0,2 0 195,1 1-279,1-1 1,1-5-1,0 1 1,-1 2 0,1 3 72,0-1-57,0 9 0,2-13 0,0 9 24,-3-3 33,1 4 1,4 1-1,-1 4 1,-1-1 0,-3 1 663,3 2-674,0 1 1,-2 1-1,-2-1 177,-1 1-259,-2-7 1,-5 3 0,-1-6 0,-4-2 0,-4-1-150,-4-2-206,-1-6-545,0 5 212,0-12 0,-6 6 0,-3-7-3760,-4 0 4412,5 0 0,8-7 0,8 0 0</inkml:trace>
  <inkml:trace contextRef="#ctx0" brushRef="#br0" timeOffset="155">25905 12383 7953,'-14'-7'-104,"4"1"1,1-5-1,-2 1 1,0-1 2706,1-1-638,-2 4-198,10 1-1609,-4 7 1,7 0 0,4 0 0,5 0 574,2 0-558,9 0 1,1 0 0,6 0 0,2 0 0,2 0 595,1 0-719,0 0 0,-4 5 0,-1 0 323,1-2-410,-7-1 0,3-2 0,-6 0 1,-2 0 284,-1 0-293,-8 0 224,-2 0-140,-6 0 0,-1 0 0,-4 0 1,-6 0-1,-6 0-323,-7 0 191,-3 0 1,-6 0 0,-2 0-506,-1 0 478,-2 0 0,0 0 0,2 0 0,1 0 0,3 0-24,2 0 85,2 0 0,-1 0 234,1 0 95,6 0 334,8 0-565,14 0 1,14 0-1,10-2 387,2-3-282,9 4 0,2-6 0,5 6 0,1-2 0,-2-2 867,-3 2-922,-3 1 0,-9-3 1,-2 1 189,-5 1-327,-3 1 156,-2 2-25,-12 0 0,1 0 0,-13 0 117,-1 0-592,-8 0 0,-3 0 0,-8 0 0,-3 0 0,-3 0-842,-1 0 962,3 0 1,10 0 0,2 0-1280,1 0 877,2 0 1,13 0 0,8 0-1997,10 0 2136,9 0 0,15 2 0,5 1 532,5 1 0,-2-3 0,4-3 0,1-2 0,0 0 0</inkml:trace>
  <inkml:trace contextRef="#ctx0" brushRef="#br0" timeOffset="156">25408 10790 7455,'7'-8'85,"6"-3"612,-3 7-593,2-1 0,-2 5 1,-1 0-1,2 0-99,2 0 0,1 1-1411,0 4 621,-6-3 785,-1 10 0,-7 34 0,0 16 0</inkml:trace>
  <inkml:trace contextRef="#ctx0" brushRef="#br0" timeOffset="157">28294 15681 7951,'-8'0'-147,"0"0"0,3-2 2429,-4-3-1277,2 4 1,1-7 119,6 3 0,0 2-811,0-6-142,0 5 0,0 0 117,0 8 0,0 0 1,0 5-1,0 2 519,0 2-679,0 7 1,0-2 0,0 4 13,0-2-118,0 6 0,0-11 0,0 4 0,0-1-240,0 1 10,0-4 0,0 6 67,0-7 457,0-6 0,2-2 122,2-6-440,-2-6 0,4-2 0,-6-6 112,0 0-151,0 0 1,0-2 0,0-2-1,0-2 1,0-1-86,0 1 156,0-6 0,0 11 0,0-4 187,0 3-166,0 2 0,0-1-668,0 1 325,0 6 0,0 4-74,0 8 273,0 4 0,0 6 0,0 2 0,0 2 1,0 1-530,0-2 387,0 5 0,-4-6 0,-1 3-307,2-3-147,1-2 0,2 0 1,-1 0-1,-3 1-1969,0-1 1886,-1 0 0,5-5 1,0 1 768,0 1 0,0-11 0,0-2 0</inkml:trace>
  <inkml:trace contextRef="#ctx0" brushRef="#br0" timeOffset="158">28422 15837 7537,'0'-14'-377,"0"4"3201,0 1-1422,0 6-325,0-4 0,-2 3 168,-3-1-603,4 0 0,-6 12 63,7 2-601,0-3 1,0 7 0,0-4 0,0 4-18,0 1-55,0 1 1,0-1-132,0 0-80,7 0 1,-4-1 0,5-2 0,0-3 0,0-2-433,3-3 570,1-1 1,4-2 0,2 0 479,0 0-262,1 0 0,0-6 0,0-4 0,-1-3 0,-4-1 862,-5 0-817,4 0 1,-7-5-1,4-2 112,-5-1-385,-4 5 0,-6-9 0,-1 8 1,-3 0-1,-6 2-437,-2 2-122,-2 0 1,0 6-1,-1 3-114,-3 4-122,6 1 1,-3 1 0,5 4 0,3 5-1,1 2-2834,1 2 2997,7 7 683,-3-5 0,18 36 0,4 2 0</inkml:trace>
  <inkml:trace contextRef="#ctx0" brushRef="#br0" timeOffset="159">28749 15951 7958,'8'-14'469,"4"-1"1,-10 6 2926,3-1-1992,-4 7 0,-2-8 596,-4 6-1759,3 1 0,-6 4-1419,4 0-523,2 0 1,-11 1-1379,4 4 3079,3 3 0,-1 31 0,7 7 0</inkml:trace>
  <inkml:trace contextRef="#ctx0" brushRef="#br0" timeOffset="160">28905 15752 7981,'0'-8'1294,"-5"-5"0,1 4 847,0-4-670,3 5-1153,1 2 1,0 8-1,0 2 664,0 6-913,0 2 1,0 3 0,0-1 71,0 0 1,0 5 0,0 1-1,0 1 237,0 0-502,0-2 1,0-5-1,0 2 249,0 2-322,0-8 1,0 9 0,0-10-176,0 4 775,0-5-191,0-2 1,0-22-169,0-2-92,0-5 0,1 3 0,3-4 241,0-3-225,1-1 0,-5-1 0,2 3 0,1 0 0,2 4 157,-2 2-146,-2 1 1,-1 4 32,0 1-362,0 6 1,0 4 0,0 8-601,0 6 734,0 9 1,-4-3 0,-1 4-507,2 1 430,1-6 1,-3 8 0,1-6-1,0 2 1,3-2-3590,1-1 3413,0-2 0,0 1 0,0-1 468,0 0 0,6-6 0,2-2 0</inkml:trace>
  <inkml:trace contextRef="#ctx0" brushRef="#br0" timeOffset="161">29062 15794 7981,'7'-14'1934,"0"5"-871,-7-1 190,0 7 1,-2-3 448,-3 6-1487,-2 6 1,-3 2 0,2 6 289,2 0-516,1 1 1,5-1-1,0 0 1,0 0-1,0 1 253,0-1-228,0 0 1,2 0 0,2-1-662,6-4 561,3 4 0,1-10 1,0 5-1,0-2 1,2-3 647,3-1-352,-3-8 1,4-2-1,-6-6 1024,1-1-1089,-7 1 0,-2-5 0,-6-1 1,0-1-1,0-1 593,0 0-836,0 5 1,-11-9-1,-3 9-1604,-2 4 991,0-1 1,2 12 0,0-2-1,-1 2 1,1 2-2732,0 0 1914,0 6 0,1 2 1528,4 7 0,9 30 0,8 9 0</inkml:trace>
  <inkml:trace contextRef="#ctx0" brushRef="#br0" timeOffset="162">29389 15624 7989,'0'-14'368,"0"-1"0,0 1 2321,0 0-1552,0 6 0,0 0 533,0 3-1435,0 4 0,0-4-44,0 10 1,0 3 0,0 6 0,-2 0 414,-3 0-434,4 1 1,-6 4 0,6 1 298,-4 2-387,3-4 1,-9 8 0,5-2 0,-2 3-1,-1 1 230,1 1-389,-5-1 1,5 1-1,-4-1 36,2 1 1,-3-1 0,6 0 0,-3-1-166,1-3 145,-1 3 1,2-10 0,2 4-252,0-5 30,4 1 1,-4-14-241,6 7 548,0-7 0,0 1-90,0-8-162,0-4 1,0-2-1,0 1 1,0-2-993,0-2 549,6 5 1,-4-4-163,2 2 570,4 4 1,-6-2 0,4 5 241,0-2-247,-4-6 58,4 9 244,1-4 0,-6 5-781,4-4 109,-3 3-1701,-2-4 640,0 6 1695,0 0 0,-7 13 0,-1 2 0</inkml:trace>
  <inkml:trace contextRef="#ctx0" brushRef="#br0" timeOffset="163">29275 16008 7989,'9'-13'-253,"-1"2"0,0 3 0,-2 0 2171,1 0-1101,-3-1 1,-4-1 0,0 1 1323,0-2-1510,0 4 1,-1 1-275,-4 6-158,4 0 1,-7 2-1,4 2-343,0 6 133,-1-4 0,5 2-128,0-3 1,0-2 0,2 5-462,2-2 590,-2-1 1,11-5 176,-4 0 1,4-5 0,-1-1 0,-1 0 836,-1-1-173,-7-4 1,8 3-350,-6-6 1,0 5 0,-5-1 218,0-1-916,0 5 0,-7 0-263,-2 6 0,1 0 0,-2 0-2104,-1 0 1687,-1 0 1,4 1 0,1 2-2694,1 2 2769,5 6 0,-7-8 819,3 7 0,10 18 0,-4 10 0</inkml:trace>
  <inkml:trace contextRef="#ctx0" brushRef="#br0" timeOffset="164">29417 15695 7989,'9'-10'2046,"1"1"-1252,-7-1-203,10-4 0,-12 5 0,4-1 0,-2 1 2561,2 1-2660,-3-5 88,4 12-309,-6-6 0,0 14 0,0 2 0,0 4 563,0 1-774,0 7 1,0-1-1,0 5 13,0-1-107,6 0 0,-4 3 0,4-2 0,-1-3 0,0-1-162,-2-4 197,-2-1 1,4-2-1,0 0 45,-2 0 186,-2-6 40,6-1 1,-6-9-156,4-3 0,-3-3 0,-2-7 0,0-3-83,0-1-355,0-6 0,0 8 1,0-7 106,0-1 1,0-2-1,0 0 1,-2 3-770,-3 5 648,4 3 0,-6 2-1375,7 0 0,0 9-650,0 10 1906,0 3 1,0 14-1,0-3-430,0 5 0,0 1 0,-1 0 884,-4-1 0,4 25 0,-6 11 0</inkml:trace>
  <inkml:trace contextRef="#ctx0" brushRef="#br0" timeOffset="165">29701 15652 7989,'8'-20'88,"0"4"1,-5-3 89,2 3 1032,6 2 0,-8 1 1,5 2 1442,-2 2-1700,-1 6-524,-5-4 0,0 14 0,0 2 787,0 4-851,0 7 1,0-4-1,-1 5-122,-4-1 0,2-2 0,-5 5 0,0 1 328,0-2-524,-1 5 1,-1-10 0,1 7 10,-2 1 1,3 1-1,-2-1 1,-1-2 152,-2 3-244,6 1 0,-6-2 0,3 0-85,-2 0 0,2 5 1,1-7-1,-2 0-302,-2 1 382,-1 0 1,4-2 0,3-3-258,0-3 1,-2-2-1,2 0-579,0 0 421,3 0-863,-2-6 374,6-1-368,0-7 166,0 0 0,2-5-2403,2 0 1863,-2 0 1684,4 5 0,-44-12 0,-9-4 0</inkml:trace>
  <inkml:trace contextRef="#ctx0" brushRef="#br0" timeOffset="166">28535 16420 7989,'0'-10'302,"-1"3"1,-2-1 0,-2 0 1392,2-3-1325,1 4 1,2-5-1,0 2 1,2-1-1,3 0 1196,4 2-1457,4 6 0,1-4 0,0 7 128,0 0 0,1 0-30,-1 0 0,0 2 0,0 1 215,0 2-302,-6 6 1,3-3 0,-6 7-116,-2 4 1,-1-3-1,-4 5 1,-2-2-32,-6 0-5,-3 6 1,-1-9 0,0 3-45,0-4 0,0 4 0,-1 0 1,1-3-83,0-5 38,6 2 0,0-7 318,3 4 0,5 1 207,0-7-94,7 1 0,12-5 0,0 0-82,-2 0 0,-1 0 0,-2 0 1,0 0-395,0 0-229,1-6 1,-1 4-1089,0-2 0,0 2-853,0 2 639,-6 0-1370,-1 0 3065,-7 0 0,0-6 0,0-2 0</inkml:trace>
  <inkml:trace contextRef="#ctx0" brushRef="#br0" timeOffset="167">28834 16434 7980,'0'-8'1948,"0"-9"-878,0 3 367,0-4 1,0 9 1057,0-1-1168,0 7-1241,0-3 1,0 7-1,0 4 1051,0 5-942,6 2 0,-4 3 1,3 0-1,-2 3 78,2 1-919,2 0 0,3-5 315,-1 0 1,1-1-1,4-4-472,0-4-253,1-4 0,-1-1 655,0 0 1,0-6-1,0-3 1,-1-4-258,-3-1 682,2-7 0,-9 5 0,5-2 555,-1 2 1,-1 2 0,-3-1 17,2 1-431,0 6 1,-5 3 116,0 10 0,-2 5 0,-1 7 0,-2 4 897,2 1-552,-5 1 1,5 11 0,-5-1-152,2-2 0,-1-1 0,4-1 0,-2 1 534,2 3-1016,2-9 1,-4 7 0,0-12 133,2-1 1,1-7 0,1-3-184,-4-2-204,4-1 0,-6-7-546,7-3 0,0 2 0,2-6 1,1-2-4272,2-2 3568,-1 5 1507,3-5 0,7-7 0,8-10 0</inkml:trace>
  <inkml:trace contextRef="#ctx0" brushRef="#br0" timeOffset="168">30654 15951 7945,'8'-14'192,"0"1"1,-5 2-1,2 1 1,-2-1 1500,-2-1-735,-1 4 1,0 0 0,2 5 236,3-2-980,-4 0 1,6 7-1,-7 3 524,0 4-527,0 10 0,0-3 0,0 3 0,0-3 0,0-1 602,0 4-719,0-3 0,0 5 1,0-7 302,0 0-159,0 0 1,0-4 0,1-1 911,4 2-677,-4-4-184,6 5 0,-7-12 1,0 0-1,0-8-177,0-4-214,0-2 0,0-2 1,0-2-70,0-1 0,0-4 0,0 4 1,0 0-188,0-2 294,0 5 1,0-4 0,0 6-107,0 0 0,0 4-54,0 1 161,0 5 0,0 0 0,0 10 827,0 8-485,0 7 1,0 2 0,0 1 0,0 1 0,0 2 1064,0 2-1209,0-1 0,0-6 0,0-3 405,0-3-535,0-2 1,0 0 0,0 1 122,0-1 26,0-6-557,0-2 1,0-19 0,0-4-55,0-3-195,0-7 1,0 9 0,0-5-175,0-3 343,0-1 1,0 4 0,-2 1 0,-1 1 0,-2 4-2724,2 1 2014,-5 8 1,5 2-1,-5 7 1191,2 4 0,-30 60 0,16-23 0,0 1 0</inkml:trace>
  <inkml:trace contextRef="#ctx0" brushRef="#br0" timeOffset="169">27171 16591 7968,'0'-15'114,"0"1"1,0 0 0,0 0-1,0-1 1,0 1 0,0 0 562,0 0-94,0 0 0,0 4 480,0 1-772,0 5 1,1 0 0,2 8 0,4 6 0,-1 3-1,0 1 2051,-3 0-2017,5 7 0,-6-6 0,3 4 853,-4-3-919,6 5 1,-6-4 0,4 5-1,-4-1 1,-1-2 1056,0 1-1155,0 2 0,0 4 1,0 0 25,0 4 0,-1 2 1,-2-2-1,-2 2-21,2 1-18,-5 13 1,6-13 0,-2 9 298,2-1-473,2-6 0,0 6 0,0-4 0,2-1 0,1-3-636,1-3 413,8-1 0,-9-1 0,5-1-472,-2-3 554,5-4 0,-9-4 0,2 3 1,-1 1-210,2-2 381,-3 1 1,4-11-251,-6 6 407,0-6 0,5 4 1,0-2-141,6-4 1,-8 5-19,6-6 18,-6 0 1,5-5-1,-3 0 1,5 0 0,2 0 324,2 0-296,1 0 0,0 0 0,3 0 421,1 0-353,6 0 1,2 0-1,6 0 1,0 0 0,2 0 587,3 0-551,3 0 0,2 0 0,-1 0 175,1 0-243,0 0 1,-1 0-1,1 0 1,-2 0-1,-2 0 375,-1 0-464,0 0 0,3 0 0,-1 1-37,-2 4 106,0-3 1,0 4 0,-1-6 0,1 0-1,0 0 237,0 0-246,0 0 1,2 0-1,-1 0-32,1 0 1,4 0-1,-8 0 1,2 0 70,0 0-140,6 0 1,0 0-1,2 0-127,-6 0 171,1 0 1,0 0 0,5 0 0,-4 0-1,-2 0-65,-1 0 32,-4 0 1,6 0 0,-3 0 42,3 0-35,-4-6 0,4 4 0,-2-3 0,5 4 0,4 1-130,-2 0 78,-2 0 0,-2 0 0,3 0-90,2 0 123,-3 0 1,5 0 0,-5 0 0,2 0 0,3 0-190,2 0 188,-5 0 0,3 0 1,-5 0-105,3 0 117,4 0 0,4-2 0,-1-1 0,-2-2 0,2 2-101,1 1 31,2 2 0,0 0 0,0 0 83,-1 0-28,-5-6 0,3 5 0,-5-4 0,0 3 1,-2 2-165,-6 0 144,2 0 1,-8 0 0,4 0-84,-1 0 121,0 0 0,3 0 1,-2 0-1,-1 0 0,2 0-80,1 0 108,-5 0 0,4 0 0,-6 0-49,3 0 76,-6 0 1,9 0 0,-5-1-1,-1-2 1,3-2-15,-1 2-29,-4-5 1,7 6-1,-6-4-45,-1 0 3,-8 4 1,1-6 0,-6 5-1,-2-2 1,-1 2-275,-2 1 104,-6 2 137,5 0 16,-5 0 1,1 0-1,1-1-155,1-4 167,1 4 1,3-6 0,-1 6 18,0-4 25,0 3 0,0-4 0,1 4 1,-1-1-1,0-1 9,0 0 57,0-4 1,1 5-119,-1-6 114,0 6 1,0-10 0,-1 4 0,-2-4 0,-3-1 88,-2-1-126,5 1 0,-7-6 0,3-4 38,0-3-144,-3-1 1,-4-7 0,0-3 0,2-5 0,1-4-1125,2-5 998,0-10 1,-5-2 0,0-8-786,0 1 888,0 30 0,0-1 0,0-39 1,0 36-1,0 0 0,0 1 1,0 1-1,-1 0 0,0 1-611,-1-1 0,-1 1 545,3-4 0,-1 0 0,-5 3 0,1 1 0,2-1 0,1 0-987,-1-34 648,-5 11 0,6 17 1,-4 17-1,0 15 527,-4 10 0,4 9 0,-2 11 0,-3 15 0,-5 13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05.717"/>
    </inkml:context>
    <inkml:brush xml:id="br0">
      <inkml:brushProperty name="height" value="0.053" units="cm"/>
      <inkml:brushProperty name="color" value="#FF0000"/>
    </inkml:brush>
  </inkml:definitions>
  <inkml:trace contextRef="#ctx0" brushRef="#br0">25976 5217 7771,'-8'-6'-119,"2"3"-17,6-7 278,0 7 0,-5-5 0,-1 5 116,-2-1-808,5-1-967,-3 5 1517,12 0 0,2 19 0,6 4 0</inkml:trace>
  <inkml:trace contextRef="#ctx0" brushRef="#br0" timeOffset="1">25891 5217 7771,'0'-14'128,"0"5"1,0-1 700,0-1 726,0 5-607,0 0-884,0 6 576,0 0-428,0 6-109,0-5 0,0 12 36,0-3 0,0-3 0,0 3 217,0 1-344,0 2 0,0-4 0,0 1-32,0 1 4,0-5 0,0 7 0,0-4 0,0 4 65,0 1-175,0 0 1,0 2 0,0 1 10,0 2 37,0 0 0,0-5 0,0 2 0,0 2 0,0 2-91,0 2 168,0-4 0,0 7 0,0-5-21,0 3 29,0 0 0,0-1 0,0-1 1,0-2-1,0 1 40,0 3-30,0-6 1,0 3 0,0-5 87,0-1-79,0 0 0,0 0 1,0 1-1,0-1 1,0 0 178,0 0-186,0 0 1,0 1-1,0-1 205,0 0-202,0 0 0,0 0 1,0 1-1,0-1 0,0 0 96,0 0-141,0-6 0,0 5 0,0-4 105,0 4-215,-6-5 1,4 5 0,-3-4-269,4 4 43,1-5-159,0-2-410,0-6-346,0 0 0,1-6 1273,4-4 0,3-34 0,6-10 0</inkml:trace>
  <inkml:trace contextRef="#ctx0" brushRef="#br0" timeOffset="2">25962 5274 7791,'-8'0'52,"-3"-1"1,5-2 990,-2-2-731,5 0 0,-2 0 1,10 1-1,4 0 1,4 3 1045,1 1-1257,0 0 1,-4 0 0,-1-2 0,4-1 0,3-2 313,3 2-395,0 2 0,-4 1 1,4 0-1,5 0 1,3 0-45,1 0 3,7 0 1,1 0 0,9 0-117,2 0 132,4-7 0,12 6 0,0-4 0,-1 3 0,-6 2-350,0 0 337,-7 0 0,1 0 0,-6-1-280,-1-4 226,-3 4 0,-12-6 0,0 7 0,3 0 0,-1 0-175,-2 0 216,4 0 0,-17 0 1,6 0 116,-1 0-92,-4 0 0,5 0 0,-7 0 0,0 0 0,0 0-19,1 0 101,-1 0 1,-5 0-80,1 0 282,-1 0 0,1 0 170,-1 0-25,-6 0 211,4 0 215,-7 0-86,0 0-846,-7 0 86,6 0 0,-5 2-97,6 3 60,0-4 0,0 12 1,0-4 184,0 4-121,0 1 0,1 5 1,2 0 94,2-2-77,0 5 0,-5-4 0,0 6 0,0 1 0,0 2 228,0 1-294,0 1 0,0-1 0,0 0 3,0 1 1,0-1 0,0 1 0,0-1 0,0 1 0,0-1-108,0 0 20,0 1 1,0-1 0,0-1 4,0-3 24,0 3 1,0-7 0,0 6 0,0-4 0,0 0-16,0 0 41,0-5 1,0 4-1,0-7-62,0 0 73,0 0 1,-5 1 0,0-1-1,2 0-99,2 0 102,1-6 1,0 0-15,0-3-46,0-4 77,0 6 10,0-7 771,0 0-353,-7 0-370,6 0 0,-10 1 0,4 2 104,-1 2-124,-1 0 1,-10-5-1,0 2 1,0 1 0,-2 1 41,-2 0-35,-4-3 0,-2 4 0,-1 0 30,-3-2-24,3 5 1,-6-7 0,3 6 0,-4-3 0,-1 1 135,1-2-135,-1 5 1,-2-6 0,-1 2-80,-3-2 62,4 4 0,-2-4 1,1 3-1,-7-2 1,-1 0 88,0 2-158,2-1 1,0-2 0,1 1 99,5 2-55,-2 0 1,13-5-1,-3 1 1,4 2-1,6 2 36,4-2 47,-3-1 1,6-2 24,-3 0-23,9 0 0,2 0 1,4 0 129,-6 0-149,4 0-216,0 0-579,6 0-2078,0 0 1866,6 0 0,-3 0-737,7 0 1286,-1-6 0,5 2 1,0-5-1,1-2 1,-1-2-1461,0-1 1856,0 0 0,5-18 0,2-7 0,2-4 0,0 0 0</inkml:trace>
  <inkml:trace contextRef="#ctx0" brushRef="#br0" timeOffset="3">26005 5516 7791,'-15'-8'1498,"8"-5"125,-6 12-727,11-12 262,-4 12-807,6-6 1,6 9 0,4 1 0,2 3 657,3 2-885,-1 2 0,5 4 0,1 2 38,3 3-58,0-3 1,4 6-1,-2-5 1,-1 4 0,3 1 483,4 3-608,0 2 1,8 1 0,-6 1 188,-1-1-222,4 1 0,-6-1 0,3 0 0,-3 1 0,-1-2-142,-1-4 206,1 4 0,-6-6 0,-1 2 105,-1-4-104,-2-3 1,-5-2 0,0 1 0,1-1 24,-1 0-114,-6-6-371,4 5-738,-10-12-404,4 5 1150,-6-6 0,0-6-1020,0-3 918,0-4 1,2-1-1,1 0 1,3-1 541,2 1 0,5-20 0,3-9 0,3-4 0,0 1 0</inkml:trace>
  <inkml:trace contextRef="#ctx0" brushRef="#br0" timeOffset="4">27014 5559 7816,'6'-8'1440,"-4"0"639,3 3-1006,-4-3 1,-1-1 852,0-1-1008,0 7-705,0-3 0,-1 7 0,-4 2 316,-4 2-363,-4 6 1,-3-3 0,-1 6 33,-2 1 0,-6 4 0,-1 1 0,-4 1 72,-3-1-153,-13 5 1,8-2-1,-9 5-35,3 0 0,-4 6 0,-1-1 1,0-2-100,0-1-61,2-1 1,9-2 0,2-2-107,1-1 0,2-7 1,6 4-1,2-3-235,1 1 357,7-6 0,-4 0 1,7-5 90,0 0 1,4 3-45,1-7 1196,6 1 476,-4-5-1201,7 0-919,0 0-615,7-6 1,0 3-1,8-5 1,0 0-3947,4 0 4309,-3 5 1,9-8 712,-6 6 0,19-19 0,0 1 0</inkml:trace>
  <inkml:trace contextRef="#ctx0" brushRef="#br0" timeOffset="5">24100 5601 7196,'-8'0'1248,"0"0"1,5-1 85,-2-4-607,0 3-263,5-4-94,0 6 1204,0 0-1349,6 0-29,-4 0 1,11 0-76,-4 0 1,-1 2-1,1 1 1,3 2 267,0-2-365,2-2 1,2-1 0,2 2 246,1 3-265,6-4 0,-5 5 0,6-4 0,-4 1 0,0 2 17,0-2-38,2-1 0,-1-1 0,-1 2 21,-1 2 1,3 0-1,-4-5 1,1 0 44,-1 0-16,6 6 0,-11-4 0,6 3-6,-1-4 1,-4-1 0,5 0 0,-2 0 101,0 0-115,0 0 0,-4 5 1,3 0-5,1-2 1,4-2-1,-4-1 1,-1 0 14,-2 0-25,4 0 1,-4 0-1,3 0-68,-3 0 56,4 0 0,-4 0 0,5 0 0,-2 2 0,1 1-294,2 2 270,-4 0 1,7-5 0,-5 0-161,2 0 159,2 0 1,0 0 0,0 0 0,1 0 0,2 0-182,1 0 200,-6 0 1,5 1-1,-5 2-17,0 2 0,5 0 0,-5-5 0,2 0 219,0 0-210,-7 0 0,8 0 0,-4 0-7,1 0 58,-5 0 1,4 0-1,-7 0 1,2 0 0,1 0 146,2 0-155,0 6 0,-3-4 1,1 2 9,2-2-59,7-2 0,-11 0 1,6 0-1,-2 0 1,0 0-16,-2 0 56,-1 0 1,-3 2-1,-2 1 91,-2 1-60,-6 1 429,4-5 111,-7 0-7,0 0-549,-7 0 92,6 0-170,-5 0-837,6 0 33,-7 0-3165,6 0 1046,-6 0 1357,7 0 1618,0 0 0,-31-19 0,-9-4 0</inkml:trace>
  <inkml:trace contextRef="#ctx0" brushRef="#br0" timeOffset="6">27370 5786 7958,'0'-14'919,"0"0"0,0 4-294,0 1 709,0 6-325,-7-4-953,6 1 1,-4 4 0,10-2 15,4 2 1,1 2 0,2 0 0,4 2 116,0 2-76,6-2 1,6 4 0,10-6 185,3 0-154,2 7 0,0-6 0,1 4 0,2-4 0,1 1 363,-1 3-407,-8-4 1,1 6-1,-4-7-86,1 0-9,-4 0 0,3 0 1,-7 0-1,2 0 1,2 0-108,1 0 135,0 0 0,-9 0 0,0 0-171,1 0 156,-5 0 0,6 0 0,-7 0 0,-2 0 47,-1 0-439,-2 0-1060,-6 0-809,-2 0-762,-6 0 1462,-6 0 1542,-2 0 0,-50 6 0,-12 2 0</inkml:trace>
  <inkml:trace contextRef="#ctx0" brushRef="#br0" timeOffset="7">26701 5047 8148,'-8'0'-807,"1"0"3138,2 0 686,3 0 281,-4 0-2416,6 0 0,-2-5-227,-2 0 1,2-6 0,-3 2-117,4-4-466,1-1 0,0 0 0,0 0 107,0-1-157,0-5 1,0-4 0,0-9-1,0-5 1,1-3 81,4-2-445,-3-12 0,6 3 0,-5-10-233,1 4 471,1 1 0,-5 2 0,0 4 1,0 8-1,0 10-300,0 8 441,0 4-225,0 7-111,0 6 1,5 4-978,0 8 664,-1-2 0,-4 6-658,0-3 511,0-4 1,0 12 0,0-4 0,0 6 0,0 3 756,0 6 0,-19 47 0,8-29 0,-1 0 0</inkml:trace>
  <inkml:trace contextRef="#ctx0" brushRef="#br0" timeOffset="8">26716 6383 8087,'6'-8'656,"-5"-4"1,6 4 0,-6-5-1,3 2 2566,0 2-2893,1 5 0,-5 0 0,0 8 314,0 6-541,0 9 0,0 3 0,0 8 0,0 3 0,0 5 156,0 3-225,-6 2 0,4 1 0,-3 2 0,4 3 0,1 0 70,0 0-18,0-2 1,0-3 0,0 1 35,0-3 1,0 2 0,0-10 0,-2-4 314,-3-5-301,4-5 0,-5-5 226,6-1 0,0-8 86,0-6 0,0-6-299,0-8-874,-7-1 0,6 0 0,-4-3 119,3-1 607,2 0 0,7-14 0,1-5 0</inkml:trace>
  <inkml:trace contextRef="#ctx0" brushRef="#br0" timeOffset="9">22791 5161 8153,'-14'-8'480,"6"-5"0,-4 11 1,4-4-1,-2 1 1677,1 1-1801,6-1 0,-2 5 0,10 0 1,4 0-1,5 0 468,5 0-701,3 0 0,15 0 0,4 0 1,6 0-1,4 0 205,3 0 0,-4 0-318,2 0 1,0 0-1,4 0 1,-6 0-382,-7 0 162,0 0 0,-15 0 1,0 0-1,-9 1 1,-6 3-662,-4 0 726,-5 1 1,0-5 357,-8 0 183,2 0 1,-11 0 1025,4 0-818,3 0 177,-7 0-268,11 0-339,-4 0-235,6 6 0,0-2 0,0 5 147,0 2 17,0 8 1,0-2-1,0 7 1,0 1-1,0 4 209,0 4-149,0-3 1,0 10 0,-2-6 93,-2 3-215,2-6 0,-6 4 0,5-8 0,-2-2 0,1-3-80,-3-1-89,6 4 1,-7-9-1235,3 3-1488,4-3-2060,-6-9 3713,7 6 1195,0-11 0,-19-47 0,-4-18 0</inkml:trace>
  <inkml:trace contextRef="#ctx0" brushRef="#br0" timeOffset="10">22905 5232 8163,'-14'-15'896,"6"1"1,-3 5 351,6-1-187,1 7-684,4-3 0,0 7-124,0 4 1,0 3 0,0 6-1,0 2 883,0 3-912,0-3 0,1 11 0,2-5 258,2 0-398,0 5 1,-5-5 0,0 6 0,0-1 0,0-2 94,0-1-128,0 0 1,-5 3 0,0-2-267,2-1 108,-5-7 0,7 3 1,-4-5-1,2-1-801,-2 0 641,3 0 1,-2-4-11,8-1 180,4-6 1,11 4 0,2-7 0,3 0 0,4 0-445,4 0 292,7 0 1,-7-5 0,4-1 23,-1-2 1,4 5 0,-2-4 0,-3 3-159,-5-1 331,-7 0 1,-8 0 3,0 1 236,-6-1 379,-1 5-40,-7 0 0,-2 0 43,-3 0-5,4 0 0,-7 0 67,3 0-702,3 0 0,-5 0 224,2 0-181,3 0 0,-10 0 0,2 0 0,-3 0 1,-1 0-541,0 0 390,-7 6 1,-1-4 0,-6 4-856,-1 0 690,1-4 0,0 4 0,-2-6 1,-2 2-1,-1 1-1845,1 2 1878,2 0 0,3-5 1,4 0-652,4 0 772,3-7 1,3 4-1,4-6-436,4-2 860,3 4 0,4-4 920,3 6-505,-4 1 0,10 2 1,-4-1 1196,1-2-1393,-5 0 1,5 5 262,-4 0 1,-2 2 17,3 3-420,-10 3 0,2 7 0,-7 3 25,-1 1-301,-1 0 0,-3 1 1,1 2-1,0 2 1,0 0 286,0 1-334,-1-4 0,1 4 1,0-6 123,0-2-796,6-1 1,0-2-1451,3 0 1517,4-6 0,1-1 0,9-7-1244,4 0 891,1 0 0,6-7 0,4-2 965,3-4 0,10-5 0,5-3 0,4-2 0,0 0 0</inkml:trace>
  <inkml:trace contextRef="#ctx0" brushRef="#br0" timeOffset="11">23360 5758 8101,'8'0'2690,"5"0"-1381,-12 0-923,6 0 0,-11 1 0,-5 2 259,-10 2 1,-2 6 0,-4-1-1,-2 2 1475,1 3-1847,-6-1 1,10 0 0,-5-1 300,3-4-834,-3 10 1,12-10 0,-4 10 0,3-3-698,2-2 775,6 1 0,-3-1-1082,6 0 824,-6-6 0,8 3 1,-7-6-1,-1-2 0,-1-1-2846,-3-2 2749,-5 0 0,-4 0 1,-9 0-900,-5 0 1305,-3 0 0,-2 0 0,-1 0 0,-2 0 0,0 0-125,5 0 375,5 0 1,9 0 0,3 0-282,5 0 827,10 0 1,4 0 0,10 0 0,6 0 0,8 0 2437,9 0-2264,14 0 0,5 0 1,8 0 294,4 0-1105,1 0 1,0-2-1,-2-1 1,-4-2-1,-4 0-2113,-4-1 1829,-8 4 1,0-4 0,-9 6-1640,-7 0 1499,-5 0 395,-9 0 0,-33-6 0,-15-2 0</inkml:trace>
  <inkml:trace contextRef="#ctx0" brushRef="#br0" timeOffset="12">25934 5402 8024,'-8'-8'491,"1"0"1,6 5-1,-2-3 1472,-2-2-310,0 5-643,5-3-891,0 6 1,0 1 0,0 4 135,0 4 0,2 4 1,1 1-1,2 0 311,-2 1-438,-2 5 0,4-2 0,0 5 197,-2 3-243,5 0 0,-6 3 1,4-1-1,-1 2 0,-1 2 296,-1 1-322,5 7 1,-6-4 0,3 5 2,-4-3-55,-1 3 0,0-9 0,0 4 1,0-1-1,0-4-30,0-1 68,-6-1 1,4-1 0,-2-1-6,2-3-41,-4-4 1,4-6 0,-3 1-1,2-3-90,-2-2-127,4 2-155,-5-10 4,6 4 0,0-7-459,0-4 280,0-3 0,0-1-2837,0-1 2323,0 1 0,4-6 1065,1 1 0,11-33 0,4-15 0,0-4 0,0-1 0</inkml:trace>
  <inkml:trace contextRef="#ctx0" brushRef="#br0" timeOffset="13">25934 5402 8231,'-8'-14'322,"0"5"0,5-1 923,-2-1 1,0-2-2,5-1-1083,0 6 1,2-3 0,1 5 0,3 0 51,2-1-98,2 3 0,9 4 0,1-2 33,2-3 1,3 4 0,7-4 0,1 3-18,-1 2-172,4 0 1,4 0 0,4-1 162,-3-4-117,-2 3 1,6-4 0,1 6 0,1 0 0,-1 0-93,-2 0 75,-1 0 0,-1 0 0,1-2-46,0-2-82,-1 2 0,1-4 0,0 4 0,-1-1 1,1-2-672,-1 2 675,-5 2 0,-4 1 0,-9 0-131,-5 0 71,-4 0 303,0 0-184,-7 0 1,-4 0 354,-8 0 1,2 1 47,-3 4-281,4-3 1,2 4-1,4-6 167,4 0-199,4 0 1,1 5 0,1-1 0,-1-1 0,0 1-56,0 0 70,0-2 1,-4 4-293,-1-6 156,-5 7 9,8-6 132,-10 6 216,4-7 492,-6 0-176,0 0-293,0 6 1,-2 0-1,-1 5 1,-1-1 752,0 1-825,3 1 1,1-1-1,0 2-88,0 3 1,0 3-1,0-2 1,0 4-29,0 1-117,0-5 0,0 10 1,0-3-1,0 3 1,0 1-1,0 0 1,0 1 102,0-1-113,0 1 1,0 4 0,1 0 109,4-1 0,-3-1 0,2 1 0,-2 1 95,-2-1-23,0-2 1,0-3 0,0-2 11,0-2 1,0-5 0,0 1 0,-2-3 185,-2-2-191,2-6 1,-6 0 22,4-4 1,0-2-1,-5 3 183,-2-4-280,5-1 0,-7 0 0,3 0-4,-2 0 0,-2 0 0,-2 0 0,-3 0 132,-5 0-176,-3 0 1,-6 0 0,-2 0-30,-1 0 1,-2 0 0,-5 0 0,1 0 0,-1 0-53,7 0 0,-5 2 1,3 1 1,-3 2 0,0-1 0,1-4 0,2 0-252,-1 0 295,-2 0 1,0 5-1,1 0-40,2-2 0,2 0 1,-4 0-1,2 2-116,-1-2 108,4-1 0,0 3 0,9-1-53,2 0 0,-6-3 0,5-1 1,1 0-506,2 0 455,-3 0 1,9 0 0,-3 0-334,3 0 1,2 0-547,0 0-57,6 0-337,1 0 0,18 0-544,4 0-272,2-6 2252,-3 4 0,7-17 0,1 3 0</inkml:trace>
  <inkml:trace contextRef="#ctx0" brushRef="#br0" timeOffset="14">25351 6028 8149,'8'0'936,"-1"0"0,-3-2 2252,0-3-2708,1 4 1,-3-5 386,2 6-705,-2 6 1,4 2-1,-6 6 1,0 0-1,0 0 640,0 1-716,0-1 1,0 5 0,0 0 0,2-2 0,1-1 200,2-2-172,0 0 1,-5-4 1023,0-1-477,0 1 384,0-2 1,0-4-933,0-8-235,0-4 0,0-11 0,0-2 1,0-1-1,0-3-315,0-2 366,0 5 1,0-3 0,0 6-35,0 1-91,0 9 1,0-4 0,1 5-989,4 0 1040,-4 2 0,6 12 1,-7 4-46,0 3 311,0 7 1,0 1 0,0 4-1,0-1 1,0-1 360,0-1-419,0-1 0,0-2 0,0 0 342,0-2-311,0-1 1,0-7-1,0 1-96,0 1-158,0-5-1239,0 1 0,0-9 0,0-3 0,0-4 1397,0-4 0,-7-52 0,0-12 0</inkml:trace>
  <inkml:trace contextRef="#ctx0" brushRef="#br0" timeOffset="15">26147 4606 8532,'-8'0'1110,"2"-6"0,4-2 0,-1-2 1609,-2 1-2571,0 6 0,5-5 0,0 3 0,2-3 0,3 0 0,4 2 594,4 0-711,1 4 1,2-4 0,1 6-1,2 0 1,0 0-61,2 0 0,-5 0 1,2 0-1,-2 1-359,-2 4 323,-6-3 1,3 10-1,-6-2 138,-2 2 0,-1 7 0,-4 0 1,-2 0 148,-6 2-93,-3-5 1,-5 9-1,-3-6 55,-1-2-181,4-1 0,-2-2 0,6 0 0,0 1 0,-1-3 34,1-2 346,6-4 3,2 0-178,6-4 1,11 4 0,5-6 0,4-1 0,6-2 851,0-2-886,3 0 1,-2 0 0,-4 1 32,-4 1-275,-3-5 0,-2 6 1,1-3-1,-1 4-3049,0 1 448,-6 0-944,-2 0 2916,-6 0 1,-1 6 696,-4 4 0,-28 2 0,-13 2 0</inkml:trace>
  <inkml:trace contextRef="#ctx0" brushRef="#br0" timeOffset="16">27583 5473 8210,'-8'-6'206,"-5"-2"0,4-6 1,-4 0-1,1-1 2012,2 1-1751,4 6 0,6 0 1,0 4-1,1-4 1,3-2 1095,0 1-1443,7 6 0,-3-5 0,6 5 0,2-2 0,2 2 528,1 1-592,0-4 1,1 4 0,4-2-1,1 2 1,0 2 67,-1 0-215,-7 0 1,4 0 0,-7 0-138,0 0 1,-4 2 0,-2 2-44,-2 6 513,-1 2 1,-7-2 0,-3-1 21,-4 2-243,-4 2 0,-6 1 0,0 0 0,0-1 1,1-2-131,-1-1-126,0-1 0,4 1-328,1-1 10,0-6 1,6 5 0,3-3 588,4 4 3,7-2 0,4-1 0,7-6 489,2 0-461,0 6 1,-5-4 0,0 3 0,0-2 0,1 0 689,-1 2-447,-6-1 0,0-4 497,-4 0-727,-2 7 0,3-6 0,-10 4 1,-6-3-1,-6-1-100,-7 4-1001,-3-3 1,-1 4-1,-1-5-1427,1 4 1904,6-3 0,-4 9 1,7-5-1,0 2 544,-1 3 0,4 2 0,-4 1 0</inkml:trace>
  <inkml:trace contextRef="#ctx0" brushRef="#br0" timeOffset="17">27000 6653 8237,'0'-14'1583,"-5"5"0,0-1 2099,2-1-1729,2 5-1653,1-1 0,0 9 1,0 3-21,0 4-320,6 4 0,-4 1 1,2 0-195,-2 1 0,4-3 0,2-1 0,2-1-837,-1 1 764,1-5 1,4 5 0,0-6-272,0-2 375,0-1 1,1-2 0,-1 0 0,0 0 456,0 0 130,1-7 1,-3 4 0,-2-6 914,-6-2-850,4-2 0,-6 3 1,3 1-87,-4-2-387,-1 5-537,0-7 621,0 11 0,0 4 1,0 11-1,0 4 596,0 0-553,0 5 1,5 1-1,0 5 265,-2 0-254,-2 1 1,-1-1 0,0 1-1,0-1 1,0 1 438,0-1-519,0-6 1,0-1-1,0-7 263,0 0 132,0-6 1237,0 5-1747,0-12 1,0-1-369,0-9-2738,0-4 0,0-1 3187,0 0 0,13-21 0,6-8 0,1-3 0,0-1 0</inkml:trace>
  <inkml:trace contextRef="#ctx0" brushRef="#br0" timeOffset="18">24071 5132 7826,'-8'0'-1526,"2"0"2151,6 0 3308,0 0-3477,-6 0 161,4 0-138,-4 0-262,6 0-139,0 0-24,6 0-34,2 0 1,6 0-1,0 0-59,1 0 1,-1 0-1,2 2 1,1 1-104,2 2 128,6-1 1,-3-2-1,5 1-9,-3 2 1,1 0 0,-4-5 0,1 0-91,3 0 75,-4 0 1,4 0 0,-5 0 47,2 0 0,-4 0 0,2 0 0,-1 0 183,0 0-127,0 0 1,-5 0-1,1 0 84,-1 0 1,0 0 0,0 0 68,1 0-143,-8 0 0,6 0 184,-3 0-52,-4 0-150,7 0 106,-12 0-22,5 0-86,-6 0 1,0-2 99,0-3-42,0 4-190,0-6 1,-1 3-154,-4-1 0,2-1 1,-7 2-120,-1 0 314,5-7 0,-5 7-100,6-5 249,-6 6-209,3-4 1,0 6-300,4-4 193,2 4 401,2-6 1,0 9 0,0 3-83,0 4 1,0 4-1,0 1 1,0 0 122,0 0-338,0 1 1,0 4 0,-1-1-265,-4 0 0,-2-2 0,-4-2 0,2-2 360,-2-2 0,-27-10 0,-8-8 0</inkml:trace>
  <inkml:trace contextRef="#ctx0" brushRef="#br0" timeOffset="19">25990 5445 8939,'-7'0'2339,"0"0"-1733,7 0-386,0 0 0,2 5 0,1 1 0,5 0 0,3 2 0,5 0 0,0 3 0,1 2 0,2 1 143,5 0 0,1 0 0,0 1 0,-1-1 0,1 2 0,2 1-23,1 2-307,1 6 0,4-7 0,0 4 0,-1 0 0,-2-2 316,-2 1-408,7 4 0,-5-7 0,3 4 108,-3-2-39,-1-1 1,-4 0-1,0 0 1,2-2 0,-3-1-44,-2-2 24,3 1 1,-8 4 0,6 0-24,-3-2 28,-1-1 1,-3-4-1,1-1 1,2-1-1,-1 1 53,-3 2-44,0-5 0,-1 3 0,0-5-3,0 2 0,0-3-165,1 4-294,-1-6-225,-6 3-552,-2-6 52,-6 0 598,0 0 0,-5-1-1723,1-4 1903,-1 4 0,5-12 404,0 3 0,-13-53 0,-3-14 0</inkml:trace>
  <inkml:trace contextRef="#ctx0" brushRef="#br0" timeOffset="20">27242 5473 7925,'0'-14'364,"0"0"1,0 0-1,0-1 1182,0 1 0,0 5 450,0-1-1003,0 7-230,-7-3-563,-1 6 1,-6 5 0,-2 1 0,-3 2 387,-4 3-404,-4 1 0,-2 3 0,-1 0 0,-3 3 0,-5 1 634,-3-2-679,-1 5 1,-6-6 0,1 5-36,1-1 1,2-4 0,1 3-1,-1-2 228,-3 2-292,9-3 1,-8 6 0,13-4-55,1 0 1,0 1 0,2-4-1,0-1-208,4 0-15,0 7 0,3-6 0,-1 4-64,-1-3 1,-1-2-1,1 1 1,3-1-452,1 0 611,-4-6 0,5 8 1,-4-5 29,5 0 1,2 0-1,-1 2 1,-1-2 107,2-2 21,1-6 1,2 8-1,0-6 279,-1-2-357,1 5-822,6-6-556,2 4 324,6-6-229,0 0 818,6 0 0,-3 0 1,7 0-1,3 0-2043,4 0 2568,-1-6 0,36-21 0,2-11 0</inkml:trace>
  <inkml:trace contextRef="#ctx0" brushRef="#br0" timeOffset="21">29744 3099 7944,'9'0'3255,"1"0"-2591,-7 0 983,10 0-493,-12 0-916,6 0 1,-7 2-1,0 2 1,0 6 194,0 3 0,0 2-281,0 4 1,0-1 0,0 5 0,0 3 27,0 1-104,0 1 0,-5 2 0,0 2 0,2 2 0,0 1 380,-2 0-552,3 4 1,-4-9-1,6 5-92,0 0 166,-6-5 0,4 5 1,-2-5-1,2 1 1,0 2 34,-2-1 116,2-2 0,-4 3 0,6 0 42,0-1-60,-7-2 0,6 3 1,-4 0-1,4-1 0,1-2 533,0-2-512,0 1 0,0-1 0,0-1 153,0-3-304,0 3 1,0-12 0,0 6-1,0-2 1,0 0-633,0-2 520,0-1 1,0-2-293,0 0-787,0-6-821,0-1 1524,0-7 0,0-2-2013,0-3 1721,6-3 1,-5-7 0,6-3 798,-1-1 0,-2-23 0,0-10 0,3-3 0,0 1 0</inkml:trace>
  <inkml:trace contextRef="#ctx0" brushRef="#br0" timeOffset="22">29772 3156 7951,'23'0'187,"-3"0"1,-6 0 0,-1-2-1,-2-1 637,-2-1-584,1-7 1,-1 9 0,-1-4 0,0 1 0,0 0 242,3 2 1,-3 1 0,2 2-23,1 0-266,1 0 0,7 0 0,2 0 7,1 0 0,2 0 0,6 0 0,3 0 394,5 0-542,3-6 0,3 4 0,3-2 302,5 2-398,-3-4 0,8 4 0,-1-4 1,4 1-1,0 0 77,-2 2-51,-1-5 0,0 7 0,0-4-309,0 4 205,-1 1 0,3 0 0,1 0 1,5 0-1,1 0-237,2 0 308,5 0 1,-15 0 0,4 0-208,-4 0 237,-1 0 0,-11-2 0,-5-1 1,-6-2-1,-7 2-46,-3 1 53,-7 2 1,2-4 82,-5-1 31,-8 0 51,0 5 232,-7 0 259,0 0-250,0 6-282,0 2 1,0 2 0,0-1 371,0 2-355,6 8 1,-4-1 0,4 4 0,-1 0 0,-1 0 778,0 3-779,4 2 0,-7 3 0,4 2 241,-4 1-293,6 0 0,-6 0 0,4 0 0,-3 1 0,-2-1 186,0 0-303,0 0 0,0 0 1,1 2-49,4 1 87,-3-4 0,4 4 0,-6-3 0,1 4 0,3 1 134,0 0-161,1-7 1,-5 4 0,0-5 97,0 3-81,0-3 1,5 3 0,0-7 0,-2-3 0,-2 3 100,-1 0-78,0-3 0,5 2 0,0-5 29,-2 2-39,-2-4 0,-1 7 1,0-6-1,0 0 1,0 0 4,0 0-3,0 0 0,0 0 0,0 0-26,0-2 5,0 5 1,0-6 0,0 3 0,0-3 0,0-2-254,0 0 256,0-6 1,0 5-74,0-4-37,0 4 0,0-4-104,0 1 248,0-7 1,-1 3-113,-4-6 151,4 0 1,-7 2 0,3 1 0,-5 2 97,-2-2-111,-2-1 0,-2-2 0,-2 0 37,-1 0-75,-6 0 1,6 0 0,-8 0 0,-3 0 0,0 0-89,0 0 77,-4 0 0,2 0 0,-4 0-214,1 0 206,-5 0 1,4 0-1,-5 0 1,0 0-1,1 0-53,1 0 26,-5 0 0,9 0 1,-5 0-123,3 0 139,-1 0 1,1 0 0,4 0 0,3 0 0,0 0-87,-3 0-40,3 6 1,-10-5 0,6 4-23,-3-3 172,-1-2 1,-6 0 0,-2 0 0,-1 0 0,0 0-24,-2 0 28,4 0 1,-4 0 0,7 0-92,-1 0 122,0 0 0,7-5 0,1 0 0,2 2 1,0 0 51,1-2-49,2 4 0,2-6 0,0 6 31,-1-4-102,1 3 0,4-9 0,2 7 0,0 0 1,1 1-19,1-1 45,-6 2 1,11-4 0,-6 4-11,1-3 6,4 4 0,-6-6 0,4 7 0,-1 0-172,2 0-306,7 0-609,-2 0 481,10 0 0,-3-4 1,10-3-1469,5 0-638,2 3 2718,3-2 0,30-51 0,-18 22 0,0-1 0</inkml:trace>
  <inkml:trace contextRef="#ctx0" brushRef="#br0" timeOffset="23">28848 3440 7911,'-8'0'-43,"0"-4"0,5-3 1,-3 1 2073,-2 0-1639,5 1 1,-3 3 0,4-1-102,-3-2-167,4 1 1,-4 4-1,10 0 1,4 0 0,4 0-1,3 1 866,3 4-867,3-3 0,8 4 0,1-6 627,2 0-593,7 0 1,1 0-1,8 0 1,0 0-1,0 0 218,-3 0-258,4 0 1,-4 0 0,5 0-104,-2 0-39,-8 0 1,-7 0 0,-5 0-1,-2 0 1,-4 0-191,-4 0-285,-3 0 76,-8 0 1,-3 0-629,-10 0 558,4 0 1,-7 0-523,3 0 1,-3 6 0,-8 2-1513,-3 0 2528,3 5 0,-29 0 0,-12 1 0,-2 5 0,1-1 0</inkml:trace>
  <inkml:trace contextRef="#ctx0" brushRef="#br0" timeOffset="24">28607 3810 7021,'0'8'946,"6"-2"0,3-6 801,4 0-1481,-5 0 0,6 0 0,-1-1 1,6-3-1,1 0 0,2 1 0,0-1 1180,4 0-1260,1 2 0,6-4 0,2 6 0,1 0 0,3 0 637,2 0-643,2 0 0,4 0 1,2 0 349,2 0-442,-5 0 0,8 0 1,-7 0-1,-1 0 0,-4 0 342,-4 0-590,-3 6 0,-13-4 0,-3 2-691,-3-2-240,-2-2 183,-6 0-1185,-8 0 1444,-8 0 0,-1 0 0,-1 0 1,-1 0-841,-2 0 953,-1 6 0,-2-4 0,-2 4 536,-6 1 0,-47 7 0,29-3 0,0 0 0</inkml:trace>
  <inkml:trace contextRef="#ctx0" brushRef="#br0" timeOffset="25">28635 4180 7938,'0'8'1200,"0"-2"1367,0-6-1073,0 0 0,6 0-1477,4 0 94,2 0 0,9 0 0,3 0 69,2 0 0,9 0 0,5 0 1,6 0 318,6 0-482,-3 0 1,6 0-1,-4 0 139,-1 0-159,-7 0 0,-4 0 0,-4 0 0,0 0 0,-1 0-176,-2 0 39,-8 0 0,-2 0 1,-5 0-327,2 0 195,0 0 0,-9 0 0,-1 0-1416,2 0 883,2 0-221,-5 0 0,-2 1-807,-6 4 1493,0-3 0,-2 6 0,-2-5-860,-6 2 1199,-2-1 0,-30 3 0,-13-1 0,-3 2 0,-1 0 0</inkml:trace>
  <inkml:trace contextRef="#ctx0" brushRef="#br0" timeOffset="26">28592 4549 8239,'-8'0'1131,"1"0"0,3-1 244,0-4-1227,-1 3 0,6-4 0,4 6 0,6 0 0,7 0 0,5 0 0,6 0 1398,4 0-1263,-3 0 0,11 0 0,-3 0 0,5 0 0,2 0-23,3 0 0,-1 0 0,-4 0 0,0 2 128,-1 2-323,1-2 0,-2 4 1,-2-6 29,-1 0 0,-6 0 1,1 0-1,-4 0 162,-6 0-540,-2 0 1,-12 0-167,1 0-828,-7 0-1252,3 0-1215,-6 0 3366,0 0 1,13-12-1,3-4 1</inkml:trace>
  <inkml:trace contextRef="#ctx0" brushRef="#br0" timeOffset="27">31791 3327 6559,'0'-8'2491,"0"-5"-696,0 4-1570,0 2 0,5-1 0,1 5 0,2-1 1,3 0-1,4 3 0,4 1 995,4 0-1023,4 0 0,8 0 1,3 0-1,4 0 1,7 1 42,8 4 1,5-2 0,6 5 0,-3 0 259,-2 0-413,-2-5 1,-9 5 0,-3-5-136,-4 2 1,-7 0-1,-15-5-605,-4 0 65,-9 0-903,-4 0-820,-19 0 1791,10 0 1,-16 1 0,10 4-1799,-4 4 1733,-7 4 585,-2 1 0,-45 13 0,29-12 0,0 0 0</inkml:trace>
  <inkml:trace contextRef="#ctx0" brushRef="#br0" timeOffset="28">31919 3654 8007,'14'8'1158,"1"-2"-694,-1-6 1,-5 0 0,1 0-1,1-2 1705,2-2-1754,1 2 0,2-6 0,1 5 9,2-2 0,6 0 1,-1 5-1,4 0 566,6 0-843,2 0 1,6 0-1,1 0 226,0 0-301,-1 7 0,1-6 1,0 6-1,-1-3 0,-1 3-392,-3 1 243,-3-5 0,-11 3-1020,0-6-1449,-7 6-115,-3-4 1999,-14 4 0,-8-6 0,-6 2-423,0 3 482,-7 2 0,-2 3 0,-9-2 603,-1-2 0,-9 2 0,-6 2 0,-2-3 0,0 1 0</inkml:trace>
  <inkml:trace contextRef="#ctx0" brushRef="#br0" timeOffset="29">31877 4052 7438,'0'8'2585,"0"4"-1651,0-10-305,0 4 1,6-6 0,3 0 0,6 0-1,4 0 1457,4 0-1684,10 0 0,-1-1 0,8-3 24,4 0 1,0-1 0,7 5-1,-2 0 395,-4 0-868,0 0 1,-3 0 0,1 0-10,0 0 0,-6 0 0,0 0 0,-4 0-128,-6 0-126,1 0 1,-12 0 0,3 0-2415,-3 0 1265,-8 0 0,3 1 1459,-6 4 0,-39 22 0,-13 11 0</inkml:trace>
  <inkml:trace contextRef="#ctx0" brushRef="#br0" timeOffset="30">31905 4563 11944,'16'0'1300,"3"0"1,6 0 351,7 0-1386,10 0 1,9 0-1,7 0 1,2 0-1,2 0 44,-2 0 0,3 0 0,-1 0 1,-4 0-269,-4 0-63,-5 7 0,-17-6 0,-6 4-1153,-3-3-1771,-5-2 1914,-10 6 1,-3-4-2767,-10 2 2871,-3 4 926,1-6 0,-44-9 0,-4-8 0</inkml:trace>
  <inkml:trace contextRef="#ctx0" brushRef="#br0" timeOffset="31">28621 2914 7374,'0'-8'-1159,"0"1"3029,0 2-1474,0 3 1,0-6-177,0 4-125,6 2 112,-4-4 1,4 4 954,-6-3-143,0 4-775,0-5-1287,0 6 1019,0 0 0,-6 31 0,-2 9 0</inkml:trace>
  <inkml:trace contextRef="#ctx0" brushRef="#br0" timeOffset="32">29019 3028 7926,'0'-8'213,"-2"-3"0,-1 5 527,-2-2 65,-6 5 0,10-5 1,-6 5 1121,1-2-1180,5 0-195,-6 5-622,7 0 0,2 0 1,3 0 297,4 0-236,10 0 0,1 0 1,6 0-1,-3 0 1,3 0-119,1 0 75,-5 0 0,3 0 0,-4 0-188,1 0 251,-5 0 0,4 0 0,-7 0 471,0 0-350,-6 0 206,-2 0-87,-6 0 267,0 0-357,0 7 1,0 0-1,-1 8 310,-4-1-414,3-6 1,-4 9-1,4-3 1,-1 2-1,-1 0 266,0-2-456,-4 0 1,7 1 0,-4-1 163,4 0-999,1-6 1,-5 5 0,0-4-2281,2 4 1474,1-5 234,2-2 858,0-6 0,-1 0 681,-4 0 0,-3-44 0,-6-12 0</inkml:trace>
  <inkml:trace contextRef="#ctx0" brushRef="#br0" timeOffset="33">29090 3028 8019,'0'-8'861,"-2"2"1289,-2 6-1498,2 0 1,-6 0 469,3 0 1,2 0-182,-6 0-645,-1 0 0,1 6 297,-1 4-462,7 2 1,-5 1 0,5-2 0,-2-2 0,2 3 66,2 0-145,1 2 1,0 1-452,0-1 262,0 0 0,1-1 0,2-2 0,4-2 0,1 1-456,3-2 559,1-2 1,4-6 0,1 0 123,2 0-77,7 0 1,-9 0-1,7 0 1,-1 0-1,1-2 138,0-2-62,-7 2 0,4-9-387,-7 6-204,-6 0 0,3 4-1564,-6-4 855,-1 4 1,-5-6-1,-4 9-242,-4 3 1452,-10-4 0,-16 31 0,-9-1 0</inkml:trace>
  <inkml:trace contextRef="#ctx0" brushRef="#br0" timeOffset="34">29858 3540 8459,'0'-8'800,"-2"2"1,-1 4 453,-2-3-56,0 4 503,5-6-1155,0 7-1118,0 0 646,7 0-107,-6 0 0,7 0-13,-3 0 216,3 7 0,1-6-21,1 4 1,-5 1-1,4-1 195,2-2-271,-5 5 0,7-6 102,-3 3-120,2 2 0,-2-5 1,-1 4-1,2-1 183,2 0-253,1 0 1,0-1 0,1 1 141,-1-2-227,0 5 0,0-6 0,0 4 0,1-1 1,0-1-227,4 0 300,-3 4 1,5-5-1,-5 5-34,2-2 23,-2-1 1,5-1 0,-5 1 0,1 0 0,2 0-343,-2-1 318,-1 1 1,-2 0 0,1 0-418,-1-2 385,0 5 1,-5-7-1,1 5 1,1-1-1,2 0-184,1-2 275,0-1 0,0 2 0,0 1-88,1-2 77,-1-1 0,0 3 0,0-1 1,1 0-1,-1-3 55,0-1 17,0 0 1,0 5 0,1 0-308,-1-2 141,0-2 0,0-1 1,1 0-1,-1 0 0,0 2-603,0 3 626,0-4 0,2 6 0,2-6-199,1 4 269,0-4 1,-1 6-1,1-6 1,0 3-1,0 2 50,0 2 81,0-5 0,-3 3 0,1-4 338,2 3-401,0-4 0,-4 10 0,-1-6 0,0-2 0,0 0 183,0 2-216,1-3 0,4 5 0,0-3 14,-2 0-38,-1 1 1,3 0 0,1 0 0,1-1 0,1 1-160,0 0 114,-5 0 0,10-1 0,-5 1 157,0-2-64,-1 5 0,-5-6 1,1 4-1,2-1 1,-1-1 220,-3 0-159,0-3 1,-1-1-1,0 2 76,0 2-103,0-2 0,1 4 1,-1-6-1,0 0 0,0 2 130,0 3-247,1-4 0,-1 6 0,0-7 118,0 0-76,1 6 0,4-5 1,-1 6-1,0-2 1,-2-1 5,-2-1 4,0 5 0,0-6 1,2 4 6,3 1 14,-3-6 1,4 7-1,-5-5 1,-1 2-1,0-2 298,0-1-288,0 4 1,1-4 0,-1 2 371,0-2-287,0-2 1,1 5 191,-1-1-242,0 1-63,-6-5-54,-2 0 116,-6 0-1221,0 0 0,-31 13 0,-9 3 1</inkml:trace>
  <inkml:trace contextRef="#ctx0" brushRef="#br0" timeOffset="35">32033 4194 7927,'-14'0'437,"-7"0"1,10-5-1,-3 0 1,1 2-1,1 2 1708,-3 1-1260,8 0 0,2 0-479,10 0 1,4-5 0,8 0-236,2 2-34,7 1 1,-9 2 0,7 0 113,1 0 0,2 0 0,1 0 1,1-1 278,-1-4-469,1 4 0,1-6 0,1 7 289,2 0-249,7 0 1,-8 0 0,5 0 0,3 0-1,1 0 475,2 0-669,-7 0 1,3 0 0,-5-1 241,-3-4-192,-1 3 1,-8-4-1,-3 6-474,-3 0 178,-8 0-222,-2 0-65,-6 0 0,-1 0-1079,-4 0 826,-3 0-23,0 0 466,-4 0 1,8 0 0,-5 2-783,-2 2 585,-2-2 1,-3 4-1,-1-6-983,-2 0 1488,-6 0 0,-4 0 1,-7 0-1,-2 0 128,0 0 0,-6-2 0,-7-2 0,-5 0 0,-1 0 0</inkml:trace>
  <inkml:trace contextRef="#ctx0" brushRef="#br0" timeOffset="36">32076 4137 7927,'-15'0'0,"1"0"0,0-2 685,0-2-122,0 2 0,4-4 1741,1 6-1135,5 0-456,-2 0-403,6 0 1,8 0 0,5 0 0,6 0 333,3 0-479,1-7 0,11 6 1,0-4-32,3 4 1,1 1 0,4 0 0,1 0 308,0 0-364,-1 0 0,-1 0 0,-1 0-26,-2 0 0,-5 0 0,3 0 1,-3 0-69,-6 0-411,-5 0 1,-7 0-1347,-1 0 340,-6 0 1101,-8 0 1,-13 4 63,-6 1 0,-6 0 0,0-5 0,-7 0-755,-6 0 802,-9 0 1,2 5 0,-2-1-17,3-1 1,-4-1 0,1-2 0,1 0 52,2 0 400,1 6 0,5-4 0,4 3 930,4-4-307,4-1-512,18 0 0,10 0 0,14 0 115,11 0 1,7 0 0,11 0 0,2 0 1374,5 0-1454,3 0 1,2 0-1,0-1-47,0-4 1,-2 3 0,-4-2 0,-8 2-364,-9 2 64,-10 0 0,-3 0-191,-7 0 1,-8 0 0,-6 0-1995,-8 0 1187,-4 0 0,-4 0 1,-3 2-644,-5 2 0,-7-1 1,-4 5 1622,-2-1 0,-4-7 0,-6-2 0,-6-2 0,0 0 0</inkml:trace>
  <inkml:trace contextRef="#ctx0" brushRef="#br0" timeOffset="37">28862 3511 7832,'-1'-12'132,"-2"1"0,-4 3 995,0 2 202,3-6 1,-4 9 1908,4-6-2254,-4 6-783,0-4 0,3 7-75,10 0 0,4 0 0,10 0 1,7 0 505,5 0-477,6 0 1,5 0 0,2 0 501,4 0-574,2-6 0,7 4 1,0-2-1,0 2 1,0 1 226,0-4-262,0 3 1,-7-4 0,-4 6 36,-7 0 1,-5-2 0,-9-1-197,-1-2-7,-7 1-263,-3 4 1,-9 0-456,-10 0-927,4 0 583,-12 0 1,10 0-1,-7 1-384,-1 4 174,-1-3 0,-4 10 1390,-3-2 0,-28 21 0,-14 7 0</inkml:trace>
  <inkml:trace contextRef="#ctx0" brushRef="#br0" timeOffset="38">28806 3753 7848,'-8'0'1233,"0"-5"1,5-1 2228,-2-2-2254,0 5 1,5-5-241,0 3 1,2 4-1082,2-4 141,11 3 0,4 2 1,8 0 66,3 0 1,7 0 0,1 0-1,5 0 355,4 0-469,-2 7 1,8-6 0,-5 6 153,-2-1-56,-2-4 0,-8 4 1,-3-6-1,-3 1 1,-3 3 213,-3 0-315,-4 1 1,-5-5-197,-1 0-957,-6 0 298,-2 0 353,-6 0 0,-2 0-1631,-2 0 1,1 0-645,-7 0 2192,7 6 1,-8-2 0,5 4 606,-2-2 0,-27 11 0,-11-1 0</inkml:trace>
  <inkml:trace contextRef="#ctx0" brushRef="#br0" timeOffset="39">29687 3000 7952,'0'-15'359,"0"8"1,0-6 0,-1 5 0,-3-1 0,0-1 1304,0-1-1090,-3 5 0,3-5-100,-5 6-459,6 0 1,-8 7 0,6 2 0,2 6 0,0 3-1,-1 1-129,0 0 126,-1 0 0,5 0 1,-2 1 57,-2-1 0,2 0 27,-3 0-2,4 1 1,1-6 859,0 0-110,0-5-786,0 2 1,0-8 0,1-2 27,4-6 1,-3-2 0,4-4 0,-1-2-145,-1-1 58,1 0 0,-5 0 0,2 1-52,3 0 0,-4 7 1,4 2-1115,-4-2 315,-1 4 39,0 1 1,0 17-1,0 5-984,0 4 1234,-6-2 0,5 9 0,-6-4-1060,1 4 1621,4-5 0,-23 24 0,1 0 0</inkml:trace>
  <inkml:trace contextRef="#ctx0" brushRef="#br0" timeOffset="40">29900 3910 7838,'0'-8'396,"0"-5"1,0 4 947,0-4-771,0-1 1,0-1 0,0 1 253,0 0 0,0 5-824,0-1 1,7 7 49,2-2 1,-1 4-208,2 1 70,-1 0 1,0 0-26,1 0 158,-7 6 1,3-3 0,-6 7 0,0 1 487,0 1-513,0 2 1,-6 1-1,-3-1-20,-4 0 0,-1-4 0,0-1-461,-1 2 368,1 2 1,6-4 0,2-1 22,0-2 1,4 1 0,-1-4 0,6 2 391,6-2-222,10-2 1,4-1 0,5 0 26,0 0 1,-4 0 0,-2 0 0,-1-1 30,-4-4-1487,-1 3 568,-2-4 1,-7 6-2554,-7 0 3310,-7 0 0,-36 13 0,-16 6 0,-4 1 0,1-1 0</inkml:trace>
  <inkml:trace contextRef="#ctx0" brushRef="#br0" timeOffset="41">29829 4236 9968,'2'-9'1194,"3"0"0,-2 5-878,6 0-210,-6 2 0,10 0 0,-4-1 0,4-1 1,1 0-100,1 3 1,-6 1 0,1 0-397,1 0 371,-5 0 0,2 5 1,-5 1 102,2 2-46,-1 1 1,-5-1-1,-2-2-59,-2 1 1,-5-4 0,4 5-394,-2-2 248,-1 5 0,1-8-503,3 7 661,4-7 1,1 5-1,1-3 260,4 4 66,3-3 1,1 6 0,1-8 167,1-1 1,1 4 21,3-3 90,-1 8-273,-6-11 1,-3 7 0,-10-5 0,-5 2-532,-2-2-10,-9-1 1,4-2 0,-5 0-940,1 0 1,1 0 0,2 0 0,-1 1-2796,2 4 3949,1-3 0,14 10 0,4-4 0</inkml:trace>
  <inkml:trace contextRef="#ctx0" brushRef="#br0" timeOffset="42">29900 4549 7803,'8'-6'5610,"-3"-4"-4558,-3 4-530,-2 0 1,-7 6 0,-2 0 1048,-4 0-1781,5 6 0,-3-3 0,6 7-598,2 1 550,2 1 1,1-2 0,1-2-177,4-2 1,3-1 0,6-4-1,2 3-587,3 0 844,-3 1 0,4-5 0,-6 0-361,1 0 651,-1 0 1,0 0-1,0 0 1,1 0 859,-1 0-6,-6 0 677,-2 0-792,-6 0-558,0 6 1,0-2 0,-2 5 62,-2 2 1,0-3 0,-3 2 0,0 1 455,4 1-723,-5 2 0,5 1-371,-6-1 0,5 0 474,0 0-681,2-6-3182,2-1 3670,0-7 0,19-32 0,5-8 0</inkml:trace>
  <inkml:trace contextRef="#ctx0" brushRef="#br0" timeOffset="43">31592 3327 7902,'-8'-15'360,"2"1"1011,0 0-377,4 6 1,-4 0 1075,6 3-2304,0 4 340,0-5 1,0 12 0,0 3 405,0 4-357,6 1 0,-4 0 0,2 1-65,-2-1 0,-2 0 0,0 0 0,0 1-269,0-1 88,0-6 1,2 4 17,2-2 148,-2 2 0,4-2 589,-6-1-216,0-6 276,0 4-572,0-7 1,0-2 0,0-3 0,0-4-1,0-4 477,0-1-740,0-6 0,0 4 96,0-3-100,0 3 1,0 2-1,0 0-512,0-1-1096,0 8 1001,0 0-110,0 7 1,0 2-1,0 3-1284,0 4 1709,0 4 0,0 1 0,0 0-632,0 0 1039,0 1 0,7 30 0,0 9 0</inkml:trace>
  <inkml:trace contextRef="#ctx0" brushRef="#br0" timeOffset="44">31521 3739 7669,'0'-8'542,"-5"-5"1,1 4 1557,1-4-1928,1 5 0,7 0 1,1 5-1,2-1 0,3 0 1,2 3 768,1 1-827,0 0 0,0 5 0,0 1 1,1 2 326,-1 3-500,-6-5 1,0 2 123,-4-3 0,-2 3 0,3 6 383,-4 0-344,-7 0 0,-2-1 0,-6-2-155,0-1 95,-1-1 1,6 4-1,0-2 1,-3-3-1,1-1 161,2 1-588,-4-4 1,12 3 1,-4-2 392,3-3 1,4 4-1,3-6 1,6 0-1,6 0 345,7 0-298,3 0 0,1 0 0,-1 0 7,-3 0-208,3 0 0,-12 0 0,4 0 0,-3 0-1314,-2 0-104,-6 0-95,-1 0 1058,-14 6 1,-1 2-1,-7 7 598,-4-1 0,-14 4 0,-7 3 0,-6 2 0,0 0 0</inkml:trace>
  <inkml:trace contextRef="#ctx0" brushRef="#br0" timeOffset="45">31436 4236 8058,'-6'-7'1134,"4"-1"1,-3 3 531,4-5-1579,1 4 1,1-2-1,4 5 1,4-2-1,4 2 1,1 0 40,1-2-63,-1 4 0,0-6 0,0 7 0,0 0 0,1 0-130,-1 0-44,0 0 1,-4 5 137,-1 0 0,-1 6 0,1-2 386,-4 4-308,-3-5 1,-2 5 365,0-4-427,0 4 0,-2-4 0,-3-1 0,-3 0 0,-1-2-48,0 1-192,5 4 1,-8-10-387,2 4 0,4 3 743,1 1-183,4-2 0,7-1 0,3-4 142,4 2 1,1-2-1,0 4 1,1-1 423,-1 0-378,0-1 0,-4 1 485,-1 0 0,-6 6 468,2-2-1014,-10-2 1,-3 4 0,-6-5-249,0 2 0,-2-5 0,-1 4 0,-2-3-1586,1 1 1322,-4 0 0,6-4-1840,-2 4 0,3-2 2245,6 7 0,15 5 0,10 8 0</inkml:trace>
  <inkml:trace contextRef="#ctx0" brushRef="#br0" timeOffset="46">31578 4734 7124,'-8'0'6805,"2"0"-4926,6-6-1219,0 4 1,-2-4 118,-2 6-730,2 0 0,-9 6 0,6 4 0,2 2 53,1 2-367,2 1 1,0-6 0,0 1-254,0 1 0,2 1 1,3 3-1830,4-1 1903,4 0 0,1-6 1,0-3 51,0-4 0,1-1 0,-1 0 349,0 0 69,0 0 1,1-6 201,-1-4 0,-5 3 0,-1-3 761,-2-1-301,6 5-247,-11-1 1,5 9 0,-6 3 699,0 4-356,0 4 0,0 6 1,0 0-214,0-2 1,-1 0-1,-2 1 1,-2 1 815,2-2-981,1-1 1,-3-7 170,1 1-340,-1-1-405,-1-1-1405,4-1 1,-4-9-3880,6-3 4641,0-3 1,1 0 809,4 4 0,16-29 0,9-7 0</inkml:trace>
  <inkml:trace contextRef="#ctx0" brushRef="#br0" timeOffset="47">28749 6753 8004,'0'-8'1008,"0"0"1,1 5 831,4-2-816,-3 0-481,4 5-110,-6 0 1,0 2 300,0 3-626,0-4 1,0 12-1,0-4 1,0 6 0,0 2 399,0 2-375,0 6 0,0-7 0,-2 5 49,-2 3 0,2-4 0,-3 1 0,4 3 329,1 0-475,0 3 0,-2-1 1,-1 1 1,-2-1 1,-1 1 0,3 1-1,-2 1-96,2 2 57,-5 1 1,6-6-1,-2 0-3,2 1 1,-3 1 0,1 1 0,0 3-198,3-3 278,1-1 1,0 0 0,0 2 39,0 1-23,0 0 1,0-6-1,0-2 1,0 1 0,0 0 331,0 1-389,0 5 1,0-15 0,0 5 70,0-1-103,0 4 1,0-4-1,0 2 1,0-2 0,0-2-265,0 0 284,0 6 0,0-4 0,0 4 151,0-1 1,-5-2 0,0 3 0,2-1 404,2 1-520,1-4 0,-5 4 1,0-5 234,2 2-244,1 2 0,2 0 1,0-2-1,0 0 0,0-1 3,0-1-76,0 5 1,0-9 0,0 3-89,0-3-3,0-2 1,0 2-1,0 1 1,0 2-248,0-1-106,0-9 1,2-2-639,3-7-440,-4 0 630,6 0 0,-7-7-2587,0-2 2843,0-4 1,4-6-1,3 0 657,1 2 0,10-21 0,5-10 0,4-2 0,-1-1 0</inkml:trace>
  <inkml:trace contextRef="#ctx0" brushRef="#br0" timeOffset="48">28806 6767 7980,'-15'0'1205,"1"0"-567,0 0 63,6 0 0,2-2 191,6-2-725,0 2 1,1-4 0,4 4 13,5-3 1,2 4 0,2-4-53,1 4-81,-1-6 0,0 6 1,2-4 92,3 3 0,-2 2 0,7 0 1,0 0 617,-2 0-627,11 0 1,-8-4-1,11-1 239,-1 2-350,5 1 0,-4 1 1,7-3-1,-1 0 0,-1 1 7,-3 1-23,3-4 0,-11 4 0,4-3-61,-4 4 0,-2 1 1,0 0-1,1 0 117,-1 0-100,1 0 1,-1 0 0,1 0 77,-1 0-21,1 0 0,1 0 0,1 0 0,4 0 0,1 0 51,4 0-59,1 0 1,-2 0-1,2 0-47,4 0 16,-6 0 1,1 0 0,-7 1 0,0 2 0,0 2-251,0-2 270,0-1 1,-4-2-1,-1 0 19,1 0 15,-1 6 1,1-4 0,-1 3 0,2-4 0,2-1 179,1 0-196,6 0 1,-2 0 0,5 0 27,1 0-44,0 0 1,1 0 0,0 0 0,0 0-1,-4 0 55,-4 0-89,4 0 0,-9 0 1,6 0 49,-3 0-10,6 0 0,-10 0 0,5 0 0,-1 0 0,3 0 158,-1 0-170,-1 0 1,-12 2-1,1 1-47,1 2 4,2-1 1,2-4-1,-1 0 1,1 0 0,-1 0-183,0 0 218,7 0 0,-5 0 0,5 0-47,0 0 47,-5 7 0,9-6 0,-6 4 0,-1-3 0,0-2 195,1 0-198,3 0 0,7 0 0,-1 0 238,1 0-218,0 0 1,4 0 0,2 0 0,2 0 0,1 0 45,-2 0-49,-1 0 1,-6 0 0,0 0 48,-1 0-92,-5 0 1,-4 0 0,-8 0 0,-3 0 0,0 0-352,0 0 337,-4 0 1,2 0 0,-5 0-65,-1 0 67,0 0 1,0 0-1,0 0-108,1 0 115,-7 0 0,3 1 15,-7 4-11,1-4 179,-5 6-94,0-7 2384,0 0-2361,0 6-3,0 2 1,0 1-1,0 1 34,0 1 1,0-3 34,0 1 1,-5 2 0,1 7 0,0 2 519,3 2-560,1-4 0,-5 7 0,0-4 51,2 1 0,2-3-91,1 4 1,-2 0 0,-1 2 0,-2-3-162,2-2 145,1 6 0,2-10 1,0 2-1,-1 0 1,-2-1 63,-2 2-151,0 0 0,4-5 0,-3 2-192,0 3 208,-1-3 1,5 6-1,-2-5 1,-1 4-1,-1 1-194,0 3 167,3-4 1,1 6 0,0-4-15,0 4 32,6 2 0,-4-6 0,2 1 1,-2 1-1,-2 1-113,0-3 127,0 4 1,0-11-1,0 5-74,0-1 128,0-4 0,0 6 0,0-5 1,0 2-1,0 0 8,0 2-38,0-5 0,0 6 0,0-5 33,0 2-20,0 0 1,0 2 0,0 1 0,0 1 0,0-1 72,0-1-76,0 4 0,0-3 0,0 5 4,0-3 0,0 1 0,0-4 0,2-1 23,2 1-21,-2 4 1,4-4 0,-6 4 48,0-1-27,0-7 0,0 8 1,0-4-1,0-1 1,0 2 71,0 1-85,0 0 1,-5 1-1,1 0 48,1 1-55,-5 2 0,5 1 0,-5 1 0,0-1 0,1 0 58,1 1-77,1-1 0,1-1 0,-3-2 36,-1-1 42,5 0 0,-3 4 0,6-1 0,-2-2 0,-1-2 54,-2-3-116,1 5 1,4-9-1,0 3 65,0-3-30,0-2 0,0 0 1,0 1-1,0-1 1,-2-2 156,-3-2-147,4 2-169,-6-4-350,7 7-680,0-8 321,0 0 0,0-9 0,0-3 0,2-4-1565,3-4 335,-4-1 1,10-6 2052,-6-4 0,1-22 0,-1-11 0,-1-4 0,0-1 0</inkml:trace>
  <inkml:trace contextRef="#ctx0" brushRef="#br0" timeOffset="49">28848 7592 8321,'-8'-7'4817,"-4"6"-4673,10-6 240,-4 7 0,7 0 951,4 0-1137,-3 0 1,10 0-1,-2 0 1,2 2 427,3 3-527,-1-4 1,0 7-1,0-5-38,1 2 0,0 0 0,3-5 0,2 1 183,2 4-166,-4-3 1,9 4 0,-5-6-89,0 0 0,5 5 1,-4-1-1,3 0-103,-3-3 34,4-1 0,-6 0 1,4 0 5,-1 0 82,-1 0 1,4 0 0,-1 0 0,-3 0 0,3 2 194,0 3-176,3-4 0,-1 5 1,1-6 316,-1 0-295,1 0 0,-1 0 1,2 0-1,0 0 1,0 0 138,-3 0-134,-2 0 0,4 0 0,1 0-35,3 0-6,-3 0 1,5 0 0,-7-1-1,0-2 1,1-2 53,-1 2-62,7 1 1,-5 2 0,3 0 59,-3 0-37,-1 0 1,4 0 0,2 0 0,-1 0 0,1 0 167,-3 0-170,-2 0 0,3 0 1,0 0 64,-1 0-107,-2 0 0,-2 0 0,1 0 0,-1 0 1,0 0 51,1 0-34,-1 0 0,1 0 0,1 0-84,3 0 62,-3 0 1,5 0-1,-7 0 1,1 0 0,1 0-264,3 0 267,-3 0 0,5 0 0,-9 0-63,-2 0 67,3 0 0,0 0 0,6 0 0,-1 0 0,-2 0-71,-2 0 101,0 0 0,1 0 0,-1 0 23,1 0-58,-1 7 1,1-6-1,-1 4 1,1-4 0,-1-1-51,0 0-51,1 0 0,-5 0 1,-1 0-12,3 0 90,0 0 1,1 0 0,-2 0 0,-1 0 0,1 0 0,2 0 56,-5 0 0,4 0 1,-6 0-26,2 0 24,2 0 0,4 0 1,1 0-1,-1 0 1,1 0 79,-1 0-94,1 0 1,-1 0-1,1 2 26,-1 3-27,-6-4 1,5 6 0,-5-7 0,2 0 0,-1 0 11,3 0-11,-6 0 1,7 1 0,-5 2-247,0 2 205,5 0 0,-6-5 0,4 0 0,-1 0 0,1 0-138,2 0 125,-5 0 0,5 0 0,-5 0-54,0 0 114,5 0 0,-7 0 0,4 0 1,-5 1-1,-3 3 65,-2 0 53,0 1 67,1-5-208,-8 0-553,0 0 361,-7 0 0,-2 0-449,-3 0-804,4 0 1,-7 0-2573,3 0 2737,-3 0 1293,0 0 0,-42-6 0,-5-2 0</inkml:trace>
  <inkml:trace contextRef="#ctx0" brushRef="#br0" timeOffset="50">29047 7037 7942,'-1'-14'62,"-2"0"713,-2-1-118,0 8 0,5-6 814,0 3-1404,0 4 206,0 0-18,0 18 0,0-2 0,0 9 0,2-3 278,2-2-413,-2 0 1,4 5-1,-6 2 293,0 1-443,0-5 0,0 8 0,0-6 0,0 0 0,0 0-496,0 0 252,0 0 0,0-5-1267,0 1 585,0-1 0,0-5 0,2-1-1580,3-2 2536,-4-1 0,6-5 0,5-44 0,4-11 0</inkml:trace>
  <inkml:trace contextRef="#ctx0" brushRef="#br0" timeOffset="51">29062 7066 7942,'-8'-15'347,"-5"7"1,11-4 94,-2 2 139,2-2 1,2 2 0,2 1 0,2-1 1124,6 2-1251,3 2 0,2 1-274,4 1 0,-3-1 0,3 5 1,-3 0 78,-2 0-206,0 0 1,2 0 0,1 1 331,2 4-407,0 3 1,-4 8 0,-3 1 0,-1 2 0,-3-1-232,-2-3 201,-1 6 0,0-5 1,0 3 10,-2-4 68,-8 6 0,2-5 0,-7 3 1,-1-5-1,-1-3 79,-2-2-123,-1-5 1,-4 7 0,-1-5-394,-2 2 96,4-5 1,-2 3-1,4-6 1,-1 0-2528,-2 0 998,0 0-671,11 0 2513,2 0 0,50-25 0,11-6 0</inkml:trace>
  <inkml:trace contextRef="#ctx0" brushRef="#br0" timeOffset="52">29659 6994 7942,'0'-7'109,"0"-6"-109,0 3 693,-7 4 0,4 0 1,-6 6-1,-2 0 0,-2 0 1367,-1 0-1954,-7 0 1,5 5 0,-3 1-44,4 2 0,0 1 0,1 5 6,0 1-104,6-1 0,2 0 1,6 0 225,0 1-387,0-1 1,1 0-1,4 0 1,6 0-1,5-1-401,3-3 660,0 2 0,-5-6 0,0 6-140,1-3 233,-8 1 0,5-1 0,-6 0 600,2 3-567,-5 0 1,2-4 0,-10-2 563,-5 1-773,-2-6 1,-2 6-1,-2-7 1,-2 0-1,-1 0-1526,2 0 1031,-5 0 0,6 0-718,-3 0 0,5-2 0,4-3 1233,6-4 0,46-35 0,14-10 0</inkml:trace>
  <inkml:trace contextRef="#ctx0" brushRef="#br0" timeOffset="53">29687 7080 7942,'0'-8'0,"2"0"1611,2 3-1113,-2 4 1,6-10 0,-3 6-1,3 0 1,3 0 1397,3 1-1803,-3-7 0,16 7 0,-4-3-138,4 0 0,2-2 0,-2 4 1,-2 2-326,-1 1-25,-7 2 1,8 0-2199,-6 0 1658,0 0 1,-13 0 0,-6 2 934,-7 3 0,-44 9 0,-11 8 0</inkml:trace>
  <inkml:trace contextRef="#ctx0" brushRef="#br0" timeOffset="54">29886 7023 7942,'0'-8'3,"0"0"960,0 3 173,0 4 0,5-7 885,0 3-943,-1 4-367,-4-6-388,0 7 1,-1 7 0,-2 2 0,-2 4-1,0 1 685,-1 0-892,4 0 1,-9 7 0,6 1 11,2 0 1,2 5 0,-1-3-1,-1 1 298,-2-1-418,0 2 0,5-8 0,0 4 44,0-2 0,0-1 0,0-4-172,0-1 52,0 0-615,0-6 1,2-2-2183,3-6 822,-4 0-2160,6 0 4203,-7-6 0,19-27 0,4-13 0</inkml:trace>
  <inkml:trace contextRef="#ctx0" brushRef="#br0" timeOffset="55">30924 6781 7999,'0'-9'2002,"0"-1"-969,0 1 459,0 1-883,0 2 0,0 17 0,2 4 0,1 4 1,2 4 693,-2-1-1098,-2 1 0,4 6 0,0-1 0,-2 2 1,-2 2 435,-1 1-505,-6 6 0,3-7 1,-5 4 11,2-1 0,-5 3 1,3-5-1,0-1 92,3-2-134,-3-2 0,7 1 0,-4-2-108,3-4 8,-4 4 0,4-5 1,-2 5-1,2-2 1,2-1-148,0 1 190,0-4 0,-1 6 0,-3-4-10,0 4 0,-1-3 1,3 0-1,-1-1-153,-2-1 112,1 5 1,-1-5 0,0 5-26,2-3 0,0 3 0,0-4 0,-2 4-57,2 2-1,1-1 0,2 1 0,0-1-1,0 0 1,0 1 0,0-1-1,0 1-1,0-1-74,0 1 1,2-1 0,1 1 40,2-1 0,0 0 1,-5 1-1,0-1-174,0 1 193,0-1 1,0 1 0,0-3 131,0-2 0,0 3 0,0-3 0,0 3 348,0 1-320,0-6 0,0 3 0,0-4 29,0 1 1,0 0 0,0 3-1,0-1 86,0 1-158,0-4 0,-2 4 0,-1-4-124,-2 1 0,0-3 0,5 3 0,0 0 38,0 0 212,0-5 0,0 9 0,0-7-43,0-2 0,0 0 0,0 1 43,0 1 252,0 0 1,0-5 8,0 0-946,0-6-216,0-2 1,0-7-1,0-4-1802,0-4 1116,7 2 1,-4-5 189,6 2 1255,1-2 0,17-28 0,3-6 0</inkml:trace>
  <inkml:trace contextRef="#ctx0" brushRef="#br0" timeOffset="56">31208 6994 7895,'0'-7'194,"0"-6"1,0 3 1012,0-2 301,0 4 113,0-5-828,0 12-566,0-6 0,-1 7 0,-2 2 246,-2 3-346,-6-4 1,8 12 0,-5-4-26,1 4 1,-2 6 0,3 0 0,-1-2 68,1-1-240,1 5 1,5-6-1,0 4 52,0-3 0,0-2 0,0 1 1,2-3-246,3-2 224,3 2 1,6-10 0,2 3 95,2-4 0,0-1 1,6-1-1,1-4 424,2-5-331,-5-2 0,3-7 1,-6-2 188,-2-1 0,-1 3 1,-3-4-1,-4-1 338,-4 2-833,-3-5 1,-9 11 0,-4-3-277,-6 3 0,-5 4 1,-7 2-1,1 6-1470,-1 2 1232,1 2 1,1 0 0,3 0-140,6 0 1,3 6 0,4 4 0,3 2-1213,2 3 2020,1-1 0,56 19 0,12 5 0</inkml:trace>
  <inkml:trace contextRef="#ctx0" brushRef="#br0" timeOffset="57">31592 6994 7903,'5'-14'1517,"0"0"972,-2 0-1221,-2 0 0,-1 4-712,0 1 1,0 7-388,0 2 0,0 6 0,0 9 283,0-1-445,0 0 0,-4 5 0,-1 0-99,2-2 1,1-1 0,4-2-1,1 1-144,2-1 217,-1-6 0,1 4 1,2-4 96,0 0 1,3 3 0,4-6 449,0-2-418,1-1 1,-1-2 0,0-2 384,0-3-319,-6 4 1,5-12 0,-5 4 0,1-6 0,-1-2-145,-2-2-265,-1-6 0,0 9 0,0-5-702,-2 1 0,-2 4 0,-1-3-2879,0 3 2056,0 2-368,0 6 2126,7 2 0,13 31 0,10 7 0</inkml:trace>
  <inkml:trace contextRef="#ctx0" brushRef="#br0" timeOffset="58">31962 6952 7903,'0'-8'2071,"-2"-3"-647,-2 6 0,2-6 318,-3 2-1140,4 2 1,2-4-426,4 6 1,3 1 0,8 2-1,1-1-583,2-2 283,6 1 1,-7 4 0,4 0-1396,-2 0 847,-1 0 1,-4 0 0,0 0 0,3 0-2565,1 0 2374,-7 6 0,-5-3 861,-7 6 0,0-5 0,-45 8 0,-10-4 0</inkml:trace>
  <inkml:trace contextRef="#ctx0" brushRef="#br0" timeOffset="59">32076 6923 16885,'-8'15'390,"1"-6"0,7 1-368,0 1 1,-1 1 0,-2 2 0,-2 1 307,2-1-368,1 0 1,2 0-1,0 1-509,0-1 90,0-6-499,0 4 1,0-9-2672,0 7 1808,0-7 1819,0 3 0,0-6 0,0 0 0</inkml:trace>
  <inkml:trace contextRef="#ctx0" brushRef="#br0" timeOffset="60">31450 7378 7919,'0'-8'754,"2"-4"0,1 2 1806,2-2-1653,-1 4 1,-4 3-106,0 10 1,0 3-576,0 6 1,0 0 0,0 2-1,0 1-140,0 2 0,0 2 0,0-4 0,0 2 3,0-2-75,0-1 1,0-2-1,0 1-267,0-1 35,0 0 1,0 0 382,0 1-63,0-8 423,0 0-521,0-7 0,-1-7 1,-2-2-1,-2-5 1,2-5-266,1-5-167,2-3 0,2-1 1,1-1-378,2 1 672,6 0 1,-3 4 0,6 2 0,0 1-1,0 4-341,0 1 455,1 8 1,-1-3 0,0 6-368,0 2 485,0 2 0,-4 1 1,-2 1-1,-2 4 5,-3 4-55,-1 4 0,-2-4 0,0 1-30,0 1-39,0-5 0,-6 5 0,-4-4 0,-3-1 0,-1 2-514,0 0 290,0 1 0,0-1 0,-1-1-1467,1-1 989,0-5 0,4 10 721,1-6 0,18-6 0,1-7 0</inkml:trace>
  <inkml:trace contextRef="#ctx0" brushRef="#br0" timeOffset="61">31806 7350 7919,'7'-6'792,"0"2"274,-7-5-364,0-1 1,0 1 15,0-1 1,-2 7-223,-3-1 1,-2 2-1,-8 2 1,1 0 769,0 0-1124,0 6 1,-1-3 0,3 7 0,1 1-1,1 2 153,-1 1-225,5 6 1,-5-4-1,6 3-28,2-3-12,1-2 1,2 5 0,2-1-1,3-4 1,4-3-304,4 0 143,1-5 0,5 5 0,2-6 115,1-2 81,1-1 1,1-4-1,-2-1 1,0-3 0,-1-2 409,-1-3-279,-1-2 0,-5-6 0,-1 0 135,-3 2-358,-4-5 1,-6 6 0,0-3-1,-2 2 1,-2 1-1467,-6 2 726,-3-4 1,-2 17-1,-3-4-1695,-1 3 1118,-6 2 1,9 0-1,-3 2 1343,4 3 0,7 28 0,1 13 0</inkml:trace>
  <inkml:trace contextRef="#ctx0" brushRef="#br0" timeOffset="62">32090 7336 7968,'0'-10'860,"0"1"942,0-2 0,0 3-123,0-2 17,0 1-1221,0 1-287,0 8 0,0 8 1,0 6 60,0 0 1,0 0 0,0 2-1,0 2-85,0 1-283,0 0 1,0-1 0,0 1 131,0-1-282,0-2 0,0-2 1,0 0 250,0 0-23,0-6-84,0-2-57,0-6 0,0-6 0,0-3 0,0-6 0,0-2-1267,0-2 1243,0-6 1,5 3 0,-1-7 0,0 1 0,3 4 1,1 2-1,2 2-64,-1 2 126,-6 2 0,10 4 0,-3 2 138,2 6 1,-2 2 0,-1 2 222,2 0-45,2 0 1,-1 6-75,-2 4 1,-4 2 0,-6 3 0,0-1 84,0 0-117,-6-6 0,0 5 0,-5-6-18,1 1 1,1 5-1,-6-5-9,1 0 4,6 4 0,-3-8 0,5 5 97,-2 2 1,5-3-1,0 1 821,6 3-787,5 0 1,6-2-1,0-2 56,0-2 0,2 3 0,2-2 1,1-1-226,-2 0-252,-1-1 1,-2-5-983,0 0 0,0 0-361,1 0 788,-8 0 801,0 0 0,-14-25 0,0-7 0</inkml:trace>
  <inkml:trace contextRef="#ctx0" brushRef="#br0" timeOffset="63">32346 7321 7968,'0'-7'937,"1"-6"2457,4 3-2387,-3 4 0,6-7-16,-4 4 1,0 1-591,5-1 0,0 4 0,7-3 0,3 2-241,5 3-251,3 1 1,-4 0 0,0-1 0,-1-2 0,-2 2-2672,1 2 843,-2 1 373,-5 0 0,-8 6 283,-6 4 1031,-6-4 0,-10 5 0,-1-5-203,-2 2 0,0-5 0,5 2 0,-1-2 60,1 2 563,0-4 0,5 6 714,-1-7 1,5 1 326,-4 4 558,6-3 0,-4 6-660,7-4 0,-1-1 0,-2 7 612,-2 1-1122,0 2 0,4-1 0,-3 1-218,0 1 1,-1-3-1,3 8 1,-1-3 308,-2-2-579,1 0 0,-1 1 0,0-1 15,2 0 0,1-4 1,2-1 38,0 2-67,0-5-910,0 1-2361,0-7-1625,0 0 173,7 0 4607,-6 0 0,25-19 0,-3-5 0</inkml:trace>
  <inkml:trace contextRef="#ctx0" brushRef="#br0" timeOffset="64">28663 8402 7863,'8'-6'261,"5"2"1,-4-5 1940,4-2-1530,-5-2 0,-2 4 720,-6-1-1143,-6 7 0,3-3 0,-7 6 37,-1 0 0,3 0 0,0 1 0,1 3 643,-1 0-727,5 7 0,-9-3-23,8 6 0,-6 1 0,5-1 0,1-1 342,-3-4-394,6 4 1,-5-5-1,4 6 265,-3 0-355,4 0 1,-7 0 0,5 2 0,-2 2-1,2 2-103,1 2 138,-4-4 0,3 8 1,-5-2-103,1 3 68,-4 1 1,5 6-1,-5-1 1,3-2 0,2-1-57,3-1 0,-5-1 1,6 5-1,-3 1-7,4-3-20,1-1 1,0-3 0,0-2 0,0-1 0,0 1-103,0 2 30,0 2 1,0-6 0,1 1-6,4 1 66,-3 2 1,4-5-1,-6-1 1,0-2 0,0 0-675,0-2 678,0-1 1,0-2 0,0 0-154,0 0 184,0-6 1,0 5-1,2-4 1,1 4 134,1 1-127,1 1 0,-3-3 0,1-1 242,2-1-151,-1-1 0,-4 1 1,2-1 13,3 2-92,-4 2 1,6-4-15,-7 1 0,0-1-43,0 6 24,0-1 0,1 0-132,4 0 154,-3 0 1,4-4 0,-6-1 0,0 2 29,0 2-14,0 1 1,0 0 59,0 1-62,0-1 1,0 0 0,0 0 11,0 1-86,0-1 1,0-5-107,0 1 138,0-1 0,0 1-73,0-1 38,0-6 5,0 4 149,0-7 198,0 0-274,6 0 73,-4 0 0,10 0-17,-2 0 1,3 0 0,1 0 31,0 0-59,0 0 1,0 0 0,1 0-75,-1 0 50,0 6 1,0-4 0,0 2-1,1-2 1,1-2 5,2 0 39,-2 0 1,6 0-1,-3 0-10,5 0 16,-3 0 1,5 0 0,-2 0-1,3 0 1,1 0 121,1 0-121,-1 0 0,-1-5 0,-2 0 87,-1 2-134,0 2 0,3 1 1,-2 0-1,-3 0 0,0 0-64,0 0 63,2 0 0,3 0 1,-2 0-51,-1 0 66,0 0 1,-1 0-1,2 0 1,2 0 0,2 0 51,-2 0-52,-2 0 1,3 0 0,-1 0 29,-3 0-63,3 0 0,-10 0 0,5 0 0,0 0 0,-1 0 16,-1 0-37,6 0 0,-9 1 1,7 2 84,1 2-59,2 0 0,1-5 1,1 0-1,-1 0 0,1 1-2,-1 4-3,7-3 0,-5 4 0,3-6 18,-3 0-27,-2 0 1,1 2-1,-1 1 1,-1 2 0,-2-2-172,-1-2 141,-6-1 1,8 0 0,-2 0-41,3 0 71,1 0 1,1 0 0,-1 0 0,2 0 0,2 0 11,1 0 3,0 0 1,0 0 0,2 0 88,2 0-91,0 0 1,0 0-1,-2 0 1,-2 0 0,0 0 28,-2 0-27,6 0 1,-9 0-1,2 0 10,-4 0-47,-3 0 0,6 0 0,-1 0 0,-1 0 0,-2 0-54,-1 0 65,0 0 0,6 0 0,1 0-16,2 0 22,1 0 1,-8-1-1,0-2 1,-3-2-1,3 2-195,1 1 162,-5 2 0,0 0 1,-5 0-71,2 0 108,6 0 1,-7 0 0,4 0 0,0 0 0,-1 0-171,-1 0 143,5 0 1,-7 0-1,4 0-80,-2 0 101,-1 0 0,2 0 0,1 0 1,0 0-1,-1 0 70,-1 0-71,-4-6 1,11 4 0,-5-3-12,0 4 19,5 1 1,-10 0 0,7 0 0,0 0 0,-2 0-25,-3 0 62,3 0 1,-6-5 0,3 0 73,-4 2-87,0 2 0,-1 1 0,0 0 0,0 0 87,0 0-86,1 0 1,-1 0-1,0 0 11,0 0 55,-6 0 0,10 0 0,-4 0 0,2 0 1,-1 0 217,0 0-228,-1 0 1,0 0 39,0 0-17,1 0 1,-6 0-1,1 0 134,1 0-148,-5 0-62,0 0-212,-6 0-726,0 0 961,7 0-25,-6 0-1,5 0 142,1 0 0,-4 0 204,6 0-283,-5 0 0,8 0 129,-2 0-156,-4 0 0,2 0 4,-3 0 17,-4 0 1,6-2 33,-7-3 13,6 4-43,-5-6 65,6 7-368,-7 0-1731,0 0 2144,6 0-341,-4 0 379,4 0-181,0 0 1,-3 0 429,7 0-341,-1 0 0,1 0-42,-1 0 27,-6 0 1,10-4 82,-3-1-53,-4 0-51,7 5 48,-12 0 0,7 0 1,-5-1-218,2-4-34,0 3 0,-4-9 0,2 5 100,2-2-57,0 5 0,-4-10 0,3 4 0,0-4-1,0-1 39,-3 0 0,-1-1 0,0 1-96,0 0 78,0 0 0,0 0 0,0-1 0,0 1 0,0 0-200,0 0 199,0 0 1,0-1 0,0 0-175,0-4 153,0 3 1,0-6 0,0 4-1,0-1 1,0 0-257,0-1 279,0 4 1,0-11 0,0 5-150,0 0 138,0-5 0,0 5 0,0-5 1,0 0-1,2 0-221,2-3 254,-2-1 0,9 2 0,-5 1-159,2 0 284,-5-7 1,4 6-1,-6 1 1,3 7-1,0 6 108,-1 0 27,-1 1 219,-2 6 17,0 2-102,0 6-329,0 0 1,-5 1-297,1 4 22,-1-3 0,5 6-768,0-4 806,0 4 0,0 7 1,0-1-495,0 0 322,-7 7 1,6-4-1,-5 5 1,-1 0-1,-1 0-1523,0 4 1061,-4 0 1,5 3 0,-4-1-264,2 1 63,-1-1 1026,-4 1 0,-25-8 0,-12-1 0,-3 2 0,-1 0 0</inkml:trace>
  <inkml:trace contextRef="#ctx0" brushRef="#br0" timeOffset="65">30839 9099 7939,'0'-15'112,"0"1"1,0 0-1,0 0 666,0-1 545,0 1 0,-2 5 1800,-3-1-2398,4 7-347,-5-3-304,6 6 0,0 6 0,1 2 0,2 1 402,2 1-351,0 6 1,-5 1 0,0 5-45,0-1 1,0 6 0,0-1 0,0 8 400,0 2-341,0-4 1,0 7 0,0-4 2,0 1 0,0 2 0,-2 3 1,-1-1 282,-2-2-492,1-7 0,4 9 0,0-7 42,0-2 0,-5-1 0,0-1 0,2-1-17,1 1-47,2-1 1,-4 1-1,-1-3 203,2-2 0,1 1 1,0-4-1,-1-1 374,-1 1-404,-1-2 0,5-10 1,-2 1 901,-2 1-652,2-5-24,-4 1-128,6-7-1120,0 0 603,0-7-4797,0 6 1454,0-12 3676,0 5 0,-26-25 0,-5-5 0</inkml:trace>
  <inkml:trace contextRef="#ctx0" brushRef="#br0" timeOffset="66">29417 7947 7927,'8'0'83,"4"0"0,-4-2 1,2-1 869,-1-1 332,-5-1 521,2-2-1381,-6 6 0,-2-5 479,-2 6-691,-4 0 0,-2 6 1,2 3-4,2 4 1,-5-2 0,1 2-1,-1 2 376,2 1-442,-4 0 1,5 3 0,-4 2 294,2 1-343,-2-5 0,4 8 0,-5-6 0,2-1 0,3-3 166,2 0-245,-5-1 1,9 0 0,-4 0-155,-1 1-49,6-8 1,-5 1-201,6-3 288,0-3-265,0 4 110,0-6 0,0-2 0,0-2-2127,0-6 1667,6-2 0,-5 2 0,6 2-1493,-1 2 1876,-4-5 1,9 8 0,-5-5-1,0 0 1,2 0 329,0-3 0,21-40 0,9-10 0</inkml:trace>
  <inkml:trace contextRef="#ctx0" brushRef="#br0" timeOffset="67">29417 8004 7927,'0'-14'280,"0"4"779,0 1-308,0-1 0,0 1 371,0-1 0,0 6 172,0-6-770,6 7 1,-3-3 123,7 6-526,-7 0 0,5 0 0,-3 0 195,4 0-187,4 0 1,-4 4-1,-1 3 340,-1 1-359,4 1 1,-8 5 0,5 2 0,0 1-1,-2 2 392,0-1-391,5 4 1,-8-2 0,5 6 48,-1-3 0,2-1 0,-3 4 0,1-3-64,-1 3-69,-1-6 1,0 5-1,-1-6-22,-1-1 0,-1-2 0,-2-2 0,2-2 41,2-2-251,-2-4 0,4-4-63,-6 3 209,0-4-143,0 5-905,0-12 0,-1 0 1,-3-5-2693,0 1 2454,-1 7 1,5-9-1037,0 2 2380,0 4 0,-25-26 0,-7 1 0</inkml:trace>
  <inkml:trace contextRef="#ctx0" brushRef="#br0" timeOffset="68">29360 8217 7927,'-6'-8'304,"4"2"0,-6 1 1933,4 0 631,2-6-549,-4 10-1820,6-6 1,6 7-154,3 0 1,4-4-1,1-1 1,1 2 266,-1 1-510,-6 2 0,4 0 0,-2 0-174,2 0 0,3 0 0,-1 0-637,0 0-20,-6 0 1,5 0-809,-4 0 0,-1 0-112,1 0-1542,-5 0 3190,8 0 0,-17 7 0,4 0 0</inkml:trace>
  <inkml:trace contextRef="#ctx0" brushRef="#br0" timeOffset="69">31564 8089 7875,'8'-8'238,"-2"-4"0,-4 4 0,1-2 0,2 1 1862,-2-2-1393,-2 4 1,-1-1 0,2 5 1010,3-1-1120,-4-1-147,5 5 1,-6 6 0,0 4 569,0 2-804,0 9 0,0-5 1,0 4 10,0 1 0,0-4 0,-1 5 0,-2-1 151,-2-4-346,0-1 1,5-2-1,0 2-98,0 3 1,0-8-1,0 3 1,-1-3-45,-4-3 73,3 5 0,-4-10 864,6 6-636,0-5 0,0-9 0,0-9-357,0-2 197,0-6 0,0 0 1,2-7-187,2 1 0,-2-1 1,3 1-1,-4-1-231,-1 1 309,0-1 1,0 7 0,0 3 75,0 4 1,0 0-250,0 1 71,0 6 0,0 4 174,0 8 0,0 9 0,0 7 0,0 3 312,0 2-91,0 2 0,0 1 0,0 1-82,0-1 1,0-1 0,0-2 0,0-1 307,0 1-326,0-4 1,0-1 653,0-6 653,0 1-989,0-7 0,0-4-114,0-8 0,0-4 0,0-7 0,0 0-1308,0-4 199,0-3 0,0-1 0,0 3-889,0-1 0,0 6 1,0-4-695,0 3-1536,0 2 3907,0 6 0,13 27 0,3 12 0</inkml:trace>
  <inkml:trace contextRef="#ctx0" brushRef="#br0" timeOffset="70">29332 8828 7925,'-7'-8'373,"6"-4"0,-4 2 710,3-2-438,2-2 0,0 4 0,0 1 1583,0-2-1535,0 4-176,0 1-226,0 6 1,0 6 0,0 4 0,0 2 459,0 3-569,0-1 1,0 0 0,0 2 364,0 3-432,0-3 0,-1 9 0,-2-5 0,-2 1 1,2 1 76,1 0-94,2-5 0,0 6 1,0-6-165,0 2 1,0 0 0,0-5-414,0 0 384,0 1 0,0-6 9,0 0 1,7-5-1,2 2 1,4-1 91,1-1 32,0 1 0,2-5 1,1-1-17,2-4 1,6 2 0,-2-5 0,0 0 33,1 0-23,-7-1 0,9-1 1,-7 2 153,-2 2 1,4-5 406,-3 1-31,1 4 438,-11-7-970,-1 5-70,-14-6 1,-1 6 0,-6 2-234,0 0 1,-2 4 0,-1-3-1,-4 4-504,-1 1 612,5 0 1,-8 0 0,4 0-11,-1 0 0,3 0 0,-3 0 0,1 0-200,4 0 454,1 0 0,7 0 74,-1 0-84,1 0 205,1 0-176,1 0-183,7 0 0,2 0 0,3 0 0,6-2 0,5-3-498,3-4 627,6 3 1,-8-7 0,5 5-111,-1 0 194,4-4 1,-7 4 0,4-7-1,-2 1 1,-2 0 488,-3 0-450,0 0 0,-8 4 0,-2 1-99,-3-2 1,-2 3-1,-2 0 1,-4 0 83,-8 0-544,-1 5 1,-13-3 0,1 6 20,-4 0 0,-3 0 0,6 0 0,0 0-715,-1 0 436,1 0 0,6 1 1,4 4-323,7 4 0,0-1 0,6 2 0,4-1-1263,4-1 1759,-2 5 475,12-5 0,14 12 0,11 2 0</inkml:trace>
  <inkml:trace contextRef="#ctx0" brushRef="#br0" timeOffset="71">31436 8928 7944,'0'-14'45,"0"-1"1,0 6 0,0 0 0,0-3 0,0 0 3612,0-2-3126,0-1 0,1 6 0,3-1 0,2 1 774,2 1-1184,1 2 0,6 6 1,-1 0-1,0 0 1,0 0-1,0 0 429,1 0-518,-1 6 0,-5-3 0,1 7-86,1 1 0,-3 0 0,0 0 0,-2-2-40,-3 2 114,-1 2 1,-2 1 0,0 0 88,0 1-134,-7-1 0,-1 2 0,-6 1 0,0 2 0,0 0 90,0 2-122,-7-6 0,5 6 0,-4-7-147,-1 0 131,5 1 0,-4-1 1,6 0-1,1 0-22,4 0 144,2-6 0,9-1 1,3-7 782,4 0-678,10 0 0,3 0 1,8 0-1,2-2 0,2-1 1235,3-2-1054,-6-6 1,9 8 0,-5-5 750,1 2-809,-11-5 0,2 9 1,-13-4 377,1-1-303,-8 6-297,0-5-324,-7 6 1,-2 0 0,-3 0-2298,-4 0 776,-4 0 0,4 0 1,1 1-230,2 4 178,-5-4 0,4 7 1840,-2-3 0,-35-3 0,-4 4 0</inkml:trace>
  <inkml:trace contextRef="#ctx0" brushRef="#br0" timeOffset="72">29502 9525 7544,'8'-6'811,"-2"4"1,-1-11 0,2 4 1415,0-4-1782,-3 5 0,0-3 0,-8 7 0,-6 0 0,-3 3 0,-1 1-63,0 0 1,-5 6-1,0 4 1,0 2 122,-1 3-303,4 5 1,-9-3 0,4 7-26,-1 1 0,6-2 1,0-1-1,5 0 105,0 0-234,5 2 1,0-2-1,7-3 411,4-4-311,3 0 1,14-3 0,6-2 0,9-5-1,4-4 575,1-1-616,1 0 1,4-5-1,-1-1 269,-5-2-255,-4-1 0,-15-1 0,-3 2 0,-5 0 708,-5 1-539,-2 3-858,-7-2 0,-7 6 1,-2 0-964,-4 0 449,-1 0 0,0 2 0,0 1-319,-1 2 1,6 4 0,-1-3 1400,-1 2 0,-14 2 0,-5 4 0</inkml:trace>
  <inkml:trace contextRef="#ctx0" brushRef="#br0" timeOffset="73">31507 9553 7914,'-8'-7'555,"2"-6"0,4 3 0,-1-2 2147,-2-2-2428,1 6 0,4 0 0,0 3 0,1-3 0,2-1 0,4 1 769,0 1-965,-3 3 1,8-1 0,-2 0 0,2 2 0,4 1 55,3 2 1,-3 0 0,3 0-1,-3 0 235,-2 0-348,0 0 1,0 2 0,1 1 74,-1 2 1,0 6 0,-1-2 121,-4 4-134,-3-5 0,-6 5 0,0-4 184,0 4-259,-6-5 1,-2 4 0,-6-2 0,-2 2 0,-1 1-384,-2-3 270,0 2 1,5-9-157,-1 7 0,1-5-303,0 4 159,6-6 427,2 10 1,12-12 0,4 4 0,2-2 437,2 2-383,1-3 1,4 4-1,0-4 21,-2 2 0,-6-2 0,-1 4 443,1 0-277,-5 2 1,0 2 74,-6-1 1,-1 1 0,-4 4 382,-5 0-637,-2-6 1,-4 3 0,-1-6-206,-2-2 0,-2 3 1,4-1-1,-2-2-168,1-1 96,3-2 1,0 0 0,1 0-562,0 0 1,4 0-453,1 0-2460,0 0 3664,1-6 0,14-2 0,10-7 0</inkml:trace>
  <inkml:trace contextRef="#ctx0" brushRef="#br0" timeOffset="74">30398 10193 10443,'0'-8'997,"0"-4"1,2 4 0,1-2 1316,1 1-4648,1 6 2334,-5-10 0,-19 68 0,-4 10 0</inkml:trace>
  <inkml:trace contextRef="#ctx0" brushRef="#br0" timeOffset="75">30370 10549 7935,'7'0'4236,"0"-7"-3338,-7-1 267,0-6 0,4 5-1187,1-1-1676,0 1 1698,-5 1 0,-6 39 0,-2 17 0</inkml:trace>
  <inkml:trace contextRef="#ctx0" brushRef="#br0" timeOffset="76">30412 10904 16865,'-8'0'-511,"2"-2"-3339,6-2 1931,0 2 1919,0-4 0,19 18 0,5 4 0</inkml:trace>
  <inkml:trace contextRef="#ctx0" brushRef="#br0" timeOffset="77">28578 11330 7943,'0'-7'2284,"0"-6"-510,0 3-1539,0 4 0,0 1 0,0 10 1,0 5 742,0 2-833,0 2 1,-5 1 0,1 0 0,-1 4 0,0 4 95,0-1 0,-1 5-211,1-4 0,4-1 0,-6 2 0,3 1-20,-1 2 31,0 2 1,4-6 0,-3-1-176,0-1 1,-1 3-1,5-5 1,-2-4-680,-2-4-308,2 2-1532,-4-11 1172,6 4 995,6-12 0,-3 3 1,5-7 485,-2-1 0,11-22 0,3-10 0,0-3 0,-1-1 0</inkml:trace>
  <inkml:trace contextRef="#ctx0" brushRef="#br0" timeOffset="78">28550 11359 8171,'0'-8'2866,"0"-5"-2397,0 5-43,0 1 1,1-4 0,4 6 0,6 2 0,5-1 1221,3 0-1554,6 2 1,2-4-1,6 4-215,-1-2 1,-2 2-1,-2-3 1,1 4-76,-1 1-76,-6 0 0,-6 0 7,-7 0-1008,1 0 1,-4 0 0,-6 0-1871,-8 0 2587,-4 6 556,-9 2 0,-45 19 0,24-12 0,0 0 0</inkml:trace>
  <inkml:trace contextRef="#ctx0" brushRef="#br0" timeOffset="79">28578 11515 7794,'0'8'2152,"-6"-1"1,4-6-1575,-3 4 641,4-4-1011,1 6 0,1-7 1,4 0-1,5 0 144,2 0-610,3-7 0,3 6 1,3-4-1672,1 4 1076,-4-6 0,2 6 0,-4-4 0,1 3-2118,2 2 2971,0 0 0,-17 7 0,-4 1 0</inkml:trace>
  <inkml:trace contextRef="#ctx0" brushRef="#br0" timeOffset="80">28891 11515 7794,'8'0'965,"-2"-6"-317,-6-3-171,0 2 0,0-1 1649,0 4-492,0 2-1426,-6-4 1,3 6 0,-7 0-51,-1 0-79,-2 6 1,4-3 0,0 7-1,-3 1 1,0 3 349,-2 5-494,6-3 1,-3 9 0,6-5 20,2 3-36,1-6 1,2 5-1,0-5 1,0 2-1,2-1-433,2-2 370,4-9 1,8 5 0,2-6-86,1 2 133,6-5 0,-3 3 0,6-7 0,-1-4 0,-2-5-161,-1-2 239,-6-2 1,2-2 0,-6-2-92,1-1 110,-1 0 0,-6 1 0,-4-3 0,-2 0 1,-2-1-95,0 0 65,-6 5 0,-4-8 1,-7 7-43,-2 6 48,-6-3 1,7 14-1,-4-4 1,0 3 0,1 2-113,1 0 128,1 7 1,2 1-1,1 6-97,3 0 116,2 0 1,3 1 0,3-1-1,4 0 73,1 0-16,0-6 0,6 3 1,4-6-20,2-2-146,9-1 1,1-2-1,6 0 1,1-2 0,-1-3-396,1-4 317,-1 2 1,1-5 0,-1 2-27,0-2 0,-1-2 0,-3-1 1,-5 3-138,-3 2 1169,-8-2-611,4 4-58,-10 0 1,-2 1-1,-10 7 1,-2 0-1,-3 0 503,1 0-534,0 0 1,0 5 0,1 1 114,4 2-358,-4-4 0,10 3 1,-5-2-112,2 5 204,1-4 1,11 0-1,4-6-88,2 0 124,-4 7 1,10-6-1,-4 4 1,2-2-1,-1 0 147,0 2 50,-1 0 1,0 1 755,0 4-728,-6 2 0,3-2 0,-6-1 0,-2 2 0,-1 2 1015,-2 1-1100,0 0 0,0 0-383,0 1 44,0-1 1,-2-5-383,-3 1-208,4-1 1,-4-1 98,10-3 329,-4-3 1,12-7 0,-3-2 0,1 0-1,0-3-331,-2 2 670,1-11 0,4 10 0,-1-10 58,-4 3 115,-3 8 1,-1-5 0,1 4 1564,2-4-1417,-5 5 0,4 1 61,-7 2-214,0 3 0,0-2 1,0 8-1,0 6 1,0 2 701,0 3-851,0-1 0,0 0 0,0 0 43,0 0-222,6 1 0,-3-1 1,5 0-1,0 0 0,0-1-867,3-4 382,-5-2 0,7-2 1,-4-1-186,4-1 516,1-1 0,0-4 0,2-2 0,2-7 142,1-7 227,-7 2 0,1-4 1,-5 6 111,0-1 139,4 1 1,-10 0 0,4 1 0,-1 2 1406,0 2-963,-1 6-372,-4-4-234,0 7 1,-1 7-1,-2 2 1,-2 4-1,2 1-5,1 0-197,2 0 1,0 1 0,0-1-323,0 0 159,7-6 1,0 5-1,8-5 1,-1-1 0,0-2-1050,0-3 887,7-2 1,-5 0-1,4 0 13,1 0 293,-5-7 0,4 0 0,-6-8 0,-1 1 1,-2-2 178,-2-3 31,-5 4 1,7-6 0,-7 7-16,0 0 140,-3 6 1,-1-5 0,-1 5 0,-4 0-1,-5 4 513,-2 2-700,4 2 1,-5 0 0,4 2-250,-4 2 116,5-2 0,-3 10 0,5-4 0,-1 2 1,1-1-485,3 2 380,1-4 0,4 4 0,3-6-920,4-2 855,4-2 1,6 4 0,1 0 0,2-2 0,4-3-428,1-5 623,1-3 0,-1-1 0,-2-1 479,-1-1-325,0-1 0,2-1 0,0 2 0,-4 3 0,-2 0 365,-2 0-88,-9 5 1,4-3 122,-4 6-303,4 0 1,-4 0 0,1 1 116,1 4-301,-5 3 0,5 1-30,-6 1-545,0-1 398,-5-1 235,0 5 253,0-12-327,0 6 0,-2-7 1,-3 0-1,-4 0-7,-4 0 10,-7 0 0,4 0 0,-5 0 15,1 0-22,4 6 1,-6-3 0,5 7-1,-2-1 1,1 1-35,3-1-37,0 1 0,3 4 1,1-1-290,1-4 168,7 4 0,-2-5 0,10 4-533,4-2 522,4-4 0,3-6 0,3 0-198,5 0 347,-4-6 1,2 3 0,-4-7 0,1 1 0,-2-1 150,-1 1 181,-8 5 0,4-7 236,-2 7 488,-4-7-140,0 9-688,-6-4 0,0 7 469,0 4-550,0-3 1,0 10-1,0-2 1,2 2 102,3 3-177,-4-1 1,12-2-669,-4-2 428,10 3 1,-3-12 0,3 4 0,-3-4-1,-2-1-604,0 0 730,7-6 1,-5-2 0,3-6-206,-4 0 231,0 0 0,-6-2 0,1-2 0,-1-2 0,1-1 333,-1 1-123,-6 1 1,3 5 0,-6-1 511,0 1-308,0 6 1,-1 2-1,-4 6-310,-4 0 18,-4 0 0,5 2 1,2 2-73,0 6-71,4-4 1,-4 7 0,7-4 0,4 2-515,4-1 497,4 2 1,1-8 0,0 3-41,1 0 227,-1-3 0,0 1 0,0 2 0,1 0 571,-1 4-476,0-4 0,-6 5 1,-2-4 683,1 0-573,-6 5 1,5-5 0,-6 6 365,0 0-1112,0-6 1,0 0 177,0-3 0,2-4 0,3 4-258,4-3 306,4-2 0,1-5 0,0-1-678,1-2 721,-1-2 1,2-4 0,1-2-1,3-1 1,1-2-434,0 1 656,4 3 0,-8 0 0,5 1-205,-1 0 326,-2 0 1,0 1 0,0 4 54,-2 4 13,-7 3 146,-4 2-90,-6 0 0,0 2 338,0 3-520,0-4 0,0 7 120,0-3 8,0-4 0,-2 6-227,-2-7-78,2 0 0,-11 0 1,4 0-21,-4 0 52,-1 0 1,-2 0 0,-1 0 0,-2 1-1,2 3-31,1 0 61,-5 7 0,10-4 0,-3 4-41,1-2 90,1 1 0,4 4 0,3 0 0,3 0 54,2 1-135,0-1 1,7-5-1,4-1-23,6-2-62,-1-1 0,9 0 1,-4 0-1,-1-2 1,2-3-243,1-5 348,-6 4 0,3-12 0,-5 5 52,-1 0-60,0-11 0,-1 8 0,-2-13 0,-3-1 0,-2-3-318,-3-6 273,-1 4 0,-2-9 0,0 6 186,0 1 129,0 2 0,-2 3 526,-3 4-704,4 8 0,-7 9-33,3 6 109,4 13 1,-7-2 0,5 11-1,-2 0 1,2 0 1132,1 3-899,-4 2 0,4 2 0,-3-2 350,4-4-723,1 4 1,0-9 0,0 4-1,1-2 1,3-2-625,0-3 452,14 0 0,-9-3 1,12-2-269,-1-6 87,2 4 0,7-6 0,-1 1 1,1-5-1,-2-4-1161,-4-2 1326,4-1 1,-9-7-1,4-1 128,-2-2 85,-1 0 0,-9 0 0,-2 0 1,-2 1-1,-1 4 1271,1 5-548,-5 2-272,6 1-374,-14 4 1,4-4 0,-5 8 0,1 2 0,0 6 307,1 3-340,-5 1 0,9 0 0,-3 0-43,4 0 0,1-4-354,0-1 1,1 1 0,4 3 0,5-4-1069,2-4 1069,9 3 0,-5-7 0,4 4 40,1-3 1,-4-4 0,5-1 0,-1-4-396,-4 0 823,5 3 0,-11-8 0,4 4-261,-3 0 1627,-5 2-146,5-1-613,-10 6 1,4-4-169,-6 10 1,-5 3-1,-1 6 506,-2 0-875,5-6 1,-5 3 251,3-6-919,4 6 1,-7-10 17,3 4 77,3-3 0,-4-4-481,6-3 403,0 4 0,5-12 0,1 4 0,1-4 0,0-1-613,1 0 947,2-1 0,4 3 0,0 1 224,0 1 119,1 7 0,4-3 1,1 6-1,1 0 0,-1 0 1361,-2 0-1402,-3 6 1,4 2 0,0 6 491,-1 0-509,-2 1 1,-4-6-1,-1 1 1,-1-1 0,1 1 581,1-1-1191,-4-6 0,5 8-756,-4-6 831,4 0 0,1-7 1,0-3-1,1-2 0,-1-3-1150,0 1 1251,-6-1 1,5-4-1,-4 0-286,4-1 546,1 1 1,-1 5-1,-2 1 1,-2 2 0,2 2 257,2 3 90,-5 1 0,4 0 124,-2 0 1,3 0 0,-1 1 190,-2 4-468,2-3 0,-9 4 60,7-6-300,-1 6 1,1-4 0,-1 3-59,2-4 194,-4-1 128,-1 0-238,-6 0 1,-2-1 0,-2-2 0,-7-2-67,-7 2 64,-4 1 1,-6 4-1,-1 1-124,1 2 0,-1 6 0,3-4 0,2 3-79,5-1 130,-3 1 0,11-1 0,-3 1-292,1 1 276,7-5 0,1 7 1,10-5-1,6 0-271,6-4 319,5-2 1,5-2-1,-2-2-108,-1-2 84,0-4 1,4-6 0,-1-1 0,-3 1 0,-5 0 23,-4 0 153,6-1 0,-10 3 0,2 1 291,-5 1 0,-4 6-628,-4-6 313,0 13 1,-1-1 0,-2 15 555,-2 7-391,-6 0 1,4 12 0,-4-3 0,2 5 0,-2 3 2027,-2 2-1874,5-1 1,-9 1 0,3-2 252,-2-3-594,0 3 0,0-11 0,-1 2 0,-2-7 1,0-6 92,-2-3-236,6-8 0,-12-1 1,5-3-141,0 0 0,1 0 0,7-9 0,0-5-522,-1-2 683,1-9 0,6 4 0,4-7 39,2-1 3,8-8 1,9-1-1,8-7 1,6-3 0,4 0-96,5 0-6,9 7 0,-3-4 0,2 7 136,-6 2-470,1-1 0,-13 19 0,1-1 0,-9 9-2143,-4 4-1279,-8 2 3884,-2 0 0,-63 0 0,-14 0 0</inkml:trace>
  <inkml:trace contextRef="#ctx0" brushRef="#br0" timeOffset="81">29005 12695 14630,'0'-8'-391,"6"-4"1,3 2 0,4-2 0,1-3 0,1 1 0,-1-2-419,0-3 951,0-3 0,-4-6 0,-2-1 0,-1 1 0,0 0 0,-1 1 0,-3 3 1950,-1 5-963,-2 3-927,0 2 1,-5 14 0,-1 10-1,-1 10 543,1 7-590,-5 1 1,5 6 0,-4-1-13,6-2 1,-3-1 0,2-1 0,2-2-393,2-4 117,1 4 0,0-11 0,1 3-311,4-3 0,3-4 0,6-2 1,0-5-756,1-4 699,5-1 1,-2-1 0,4-4-413,-2-5 876,5-2 1,-9-4-1,5-1 1,-2-2-1,1 0 185,2-2-101,-4 5 1,4-4 0,-5 7 139,2 4 1,0-2 0,-5 4 0,1 1 485,-1 0-492,0 1 0,-4 5 0,-3 1 109,0 4-251,4-3 0,-8 9 1,5-5-1,-2 2-171,-3 3-227,-1-5-1,-2 7-84,0-11 0,0 6 578,0-4-120,0-2 1,-2 4-1,-2-7-24,-6-4 1,2 3-1,-3-2 1,-3 2 279,-3 2-165,-2 0 1,0 0-1,0 0 12,1 0 0,3 5 0,0 1 0,1 0 29,0 1-288,0 4 1,1-3 136,4 6-162,2 0 0,10 0 1,5-1-1,8-4-925,5-4 824,2 3 1,1-6-1,0 2-578,1-2 793,2-8 1,-3 2 0,-2-3 0,-2-1-1,-2 0 687,-3-3-420,0-2 1,-3-1 1017,-2 0-339,-4 6 0,-6-5 536,0 4-1383,0 2 0,0 3 328,0 8-281,-6 4 0,4 6 0,-3 1 0,4-1 0,1 0 461,0 0-816,0 0 1,6 1 0,5-3-58,7-2-83,-3 2 0,7-10 0,-4 3 0,2-4 0,2-1-1013,4 0 1207,-6 0 1,7-6 0,-5-5-245,0-6 405,-1-6 0,-7 0 1,2-2-1,0-4 1,0-3 155,-4 1-39,-7-5 0,3 6 0,-5-4 714,2 4 1,-1 8 703,-4 3-1480,0 10 0,-4 4 0,-1 10 209,2 4 65,1 10 1,-3 3 0,1 7 0,-1 1 0,0 1 1270,1 3-1353,-1-1 1,0-6 0,0-2-69,2-1-286,2-1 1,-1-1 0,-1-3 0,-2-3-1,2-2-1841,1 1 1728,2-8 0,0 1-244,0-3 229,0-3 0,7-12 0,2-9-452,4 0 541,-5-4 0,9 5 0,-3-4 109,2 2 294,0 1 0,3 4 0,1 3 0,1 2 0,1 6 1039,0 2-1010,-4 2 1,2 0-1,-6 2 259,0 2-228,1 4 0,-6 11 0,-1 2 0,-2-1 0,-2 2 741,-3 0-957,-7 2 0,-2-2 0,-6-3 102,-1-3-489,-5-2 0,4-1 0,-4-4 0,1-4 0,-2-3-674,-1-2 830,5 0 1,-4 0-1,7 0-624,0 0 615,6-7 1,-5 4 0,5-6 25,0-2 206,2 4-59,6 1 73,0 6 0,6 0 0,4 0 0,2 0 0,3 0 600,-1 0-355,0 0 0,2 0 0,1 0 365,2 0-561,7 0 0,-4 0 0,4 0 1,0-2-1,-3-1 202,3-1-323,1-8 0,1 5 1,0-9 195,1-3-230,-1 3 0,1-9 1,-2 4-1,-2-1 0,-3-3-842,-1-2 609,-3-1 0,-8-1 1,-2 1-542,-2-1 688,5 1 1,-9 6-1,3 1 1,-5 2 71,-5 0-84,3 7 433,-10 5-277,10 7 1,-11 2 0,6 3 0,-3 4 0,1 5 940,-3 5-686,0 3 0,-1 2 1,2 0 1194,2 1-1085,6 2 1,-9 1-1,8 1 1,1-2 0,1-2 1033,2-1-1366,0-1 1,2 1 0,2-2 332,6-1-364,9-2 1,4-10 0,9-1 0,4-2-1,4-3-151,4-1-75,2-2 1,-3-2 0,-1-2-577,1-6 483,0-2 0,-6-7 0,-2-2 0,-5 1 1,-8-3-653,-4 1 835,-4 5 1,-6-8-1,-3 6-304,-4 1 359,-1 9 1,-6-2 0,-4 6-1,-4 2 1,-5 1-212,-5 2 199,-2 7 0,-3 1 0,2 7 138,4 4 108,2-3 0,7 9 0,1-4 0,4-1 0,4 3 893,3-1-806,2-5 1,8 4 0,5-7 288,4 0-378,9 0 1,-4-4 0,6-2-1,1-2 1,1-3 802,3-1-1940,-10-2 1,9-7 0,-13-1-12,-2 1 127,-1-6 1,-3 3 0,-2-7-1,-3-2 1,-2 2-3935,-3 1 3836,-1-5 952,-2 6 0,-51-38 0,20 27 0,-1-1 0</inkml:trace>
  <inkml:trace contextRef="#ctx0" brushRef="#br0" timeOffset="82">28948 12454 7865,'-7'-8'1612,"6"0"1499,-4 3-2010,4 3 1,1-5 0,1 3 0,4-2 406,4-2 1,4 3-1463,1-4 0,7 4 1,2-4-1,4-2-563,2-2 350,-1 5 1,1-3-1,-3 5 1,0-1-1,-4 1-1761,-2 3-282,-1 1 1,-4 2 396,-1 0-664,-6 0 2477,-2 7 0,-57 1 0,-12 6 0</inkml:trace>
  <inkml:trace contextRef="#ctx0" brushRef="#br0" timeOffset="83">9555 8772 8070,'-7'-8'-359,"6"-5"0,-5 10 1455,6-7-29,-7 7 0,6-5 782,-4 4-1687,-3 2 0,0-4 0,-6 6 0,0 0 114,-1 0 0,0 1-237,-4 4 1,-3-3-1,-7 4 1,1-1 20,-1-1-69,-5 7 1,4-7 0,-4 5 0,4 2 0,2 0 148,-1-1-139,-5 2 1,8-5 0,0 4 98,3-2 4,4 1 0,5-2 0,0-2 202,0 0-144,6-4 0,2 6-91,6-4 1,0-2 51,0 4 1,4-4 61,1 3 0,0 2 1,-5 8 84,0-1-178,0 0 1,0 0 0,0 1 52,0-1 0,0 0 0,0 0 1,0 0 150,0 1-217,0 5 0,0-4 0,0 5-66,0-1 1,0-4 0,-2 4 0,-1 1-75,-2 3 34,1-4 0,4 5 1,0-6-1,0-1 0,0 4 0,0 0 0,0 0-92,0-3 16,0-3 0,0-2 0,0 2 72,0 3 0,0-8 0,0 3 0,0-1 127,0-1-103,0-4 1,0 5 25,0-4 1,0-1 46,0 2-38,0-7 43,0 3 70,0-6 10,0 0-113,6 0 0,-3 0 1,7 0 21,1 0-84,-5 0 0,7 0-8,-4 0 0,-1 0 0,1 0 0,3 2-63,0 3-11,2-4 1,1 5-1,-1-6 94,0 0 0,5 0 0,2 0 1,1 2 292,3 3-288,2-4 0,1 6 0,2-7 20,3 0 1,-1 0-1,4 1 1,-1 2 136,-3 2-106,4 0 0,-6-5 0,3 0 0,-3 0 0,3 0 0,1 0 0,-3 0-20,-1 0-54,5 0 1,-5 0 0,5 0 41,-1 0 0,-2 0 1,4 0-1,-1 0 27,-3 0-99,-2-6 1,3 4-1,0-3 45,-1 4 1,-2 1-1,-2 0 1,1 0-41,-1 0 52,0 0 0,-1 0 0,-1 0 0,-3 0 0,1 0 0,4 0 0,1 0-8,-1 0 16,1 0 0,-1 0 0,-1 0 10,-3 0 0,6 0 0,-5 0 0,0 0 3,2 0-36,0 0 1,-3 4 0,-1 1-17,3-2 1,-4-1 0,1-2-1,1 0-19,-2 0 18,5 0 1,-6 0 0,4 0 14,-1 0 0,-5 0 1,4 0-1,1 0-58,-2 0 40,5 0 1,-5 0 0,6 0-47,1 0 76,-1 0 0,1 0 0,-1 0 0,1 0 1,-1 0-46,1 0 57,-1 0 0,0 0 0,2 0-49,4 0 97,-4 0 0,9 0 1,-4 0-1,0 0 1,1 0 335,0 0-366,-4-6 1,4 4 0,-4-3-43,1 4 1,-1-4 0,-7 0 0,-3 2-30,-1 1 11,4 2 0,-9 0 0,3 0-20,-4 0 1,0 0 0,-1 0-1,0 0-124,0 0 267,0 0 1,-4-1 0,-1-2 259,2-2-238,2 0 1,-3 5 0,-3-1 0,1-3 0,0 0 300,3 1-401,-4 1 0,4 0 0,-5-1 187,2-1-143,1-1 1,1 3-1,-1-1 1,2-2-14,2 2-116,-5 2 1,3-1 19,-6-3 0,4 2 0,-2-5 287,0 2-124,-3 1 1,8-1-14,-2-4 66,-4 4 1,5-7 414,-6 4-342,6-4 0,-10 4 266,4-1-476,-3 1 1,-2-1 0,0 1 0,0-2 0,0-2 253,0-1-207,0 6 1,0-5 0,0 4-8,0-4 0,0-2 0,0-3 0,0-1-237,0 2 236,0 1 0,0 2 0,0 0 49,0-1 1,0-4-1,0 0 1,0 2 235,0 1-291,0 2 1,0 0-1,0 0 26,0-1 0,0 1 0,0 0 0,0 0 174,0 0-192,0 6 0,-2-5-38,-3 4 1,4 1 0,-4-2 60,4-1-17,1 5 0,-2-5-19,-3 6 1,4-6 0,-6 3-98,1 0 7,4 2 0,-5 1-3,2 0 1,-3-1-1,-6 3 1,-1-2-346,1 2 216,0 1 0,-2 2 0,-3-1 106,-4-4 1,-4 3-1,-2-2 1,-1 2-92,-3 2 202,3 0 0,-11-1 0,2-3-41,-7 0 1,-5-1 0,-6 5-1,0 0-161,1 0 147,-1 0 0,-5 0 0,-1 0-12,-2 0 0,-4 0 1,-2 0-1,4 0-52,2 0 59,7 0 1,-7 0-1,7 0 3,1 0 1,-3 0 0,8 0 0,-4 0-9,0 0 34,-8 0 0,9-5 0,-5-1-70,0-2 0,-2 3 0,-1-3 0,-5 0-113,-1 1 19,-6 3 0,6-3 1,-8 3-9,-2 0 0,1-1 1,1 5-1,7-2-267,5-2 240,4 2 1,2-4 0,1 6-109,1 0 0,10 1 0,14 2 0,3 2-1286,1-2 769,7-1 0,8 4-1078,9 4 0,5 2 1889,5 3 0,72-27 0,-26 4 0,-1-1 0</inkml:trace>
  <inkml:trace contextRef="#ctx0" brushRef="#br0" timeOffset="84">8432 14160 8078,'0'-8'848,"-2"-5"0,-1 4 1493,-2-4-36,0-1-1026,5 6-1182,0 1 1,0 9 0,-1 4 284,-4 9 1,3 2-73,-2 11 1,2-1 0,2 11 0,0 2 815,0 1-955,0 1 1,-1 1 0,-3 1 0,0 4 0,0 2 655,3 1-761,-5-2 0,4-3 0,-4-2 95,-1-3-210,6-8 0,-6 0 0,7-9 0,0-5-828,0-3-1775,0-9 1562,0 0 729,0-7 1,2-8 0,3-5 0,4-6 0,4-3-2382,1-3 1929,0-8 1,1 0-1,-3-8-1418,-2-4 2231,2-1 0,-12-3 0,-4-7 0,3-5 0,0 0 0</inkml:trace>
  <inkml:trace contextRef="#ctx0" brushRef="#br0" timeOffset="85">8403 14216 8078,'-6'-7'753,"-2"0"1491,-6 1-903,-1 4 1088,8-10-1172,0 10-915,7-4-59,0 6-268,0 0 1,8 0 0,5-2 0,6-1 0,3-2 178,3 2-143,2 2 1,3-4 0,3 0-243,5 2 159,3 1 1,7-2 0,1-1 0,1 2-1,5 1 163,5 2-92,-1 0 1,4 0 0,-8 0-196,-3 0 161,4 0 0,-6 0 1,6 0-1,-4 0 0,-3 0 24,0 0 9,-5 6 1,10-4 0,-7 3 10,-1-4-54,-2-1 0,-1 0 0,-1 0 0,1 0 0,1 0-1,4 0 15,-4 0 0,5 0 0,-5 0 25,3 0-20,-9 0 0,8 0 1,-11 0-1,0 0 1,1 0-266,0 0 250,-4 0 1,4 0 0,-3 0-24,5 0 30,3 0 0,2 0 0,0 0 0,-1 0 0,1 0 5,0 0-8,-1 0 0,1 0 0,-2 0 60,-3 0-29,3 0 0,-11 0 0,5 0 0,0 0 0,1 0 177,0 0-119,5 0 1,-9-4 0,6-1-20,1 2-48,-4 1 0,5 2 0,-6 0 0,3 0 0,1 0 115,-2 0-121,-1 0 1,-8 0 0,-2 0 84,-1 0-148,-1 0 0,6 0 1,-1 0-1,1 0 1,-1 0-6,0 0 110,7 0 0,-5 0 0,5 0 134,0 0-197,-5 0 1,4 0 0,-5 0 0,-2 0-1,-2 0-233,-1 0 248,-1 0 1,6 0 0,-1 0-11,1 0 26,-1 0 1,7 0 0,3 0-1,3 0 1,2 0 285,-1 0-329,1 0 1,-2-5 0,-3 1 306,-5 0-309,3 3 1,-12 1 0,0 0 0,-5 0-71,0 0-27,-4 0 0,6 0 78,-7 0-31,0 0 0,-4 0 97,-1 0 124,-5 0 42,2 0-39,-6 0 0,-2 0-401,-2 0 226,2 0-421,-4 0 134,6 0 1,0 1 254,0 4 37,0-3 1,0 10 555,0-2-433,0 3 0,0 1 0,1 0 0,2 0 0,2 2 392,-2 3-336,5-3 0,-6 9 0,4-4-80,0 1-20,-4 1 0,4 1 0,-6 0 0,2 1 0,1 2 174,2 1-280,0 1 0,-5-6 0,0 1 111,0 1-123,0 2 1,0-3 0,0-2 0,0-1 0,0-2-62,0 1 87,0-4 1,0 4 15,0-5 37,0-1 0,0 0 1,0 0 18,0 1 25,0-8 202,0 0-181,0-1 1,-7-4-1,-1 4 1,-1-1 126,-1-1-173,1 1 1,-5 0 0,-1 0-72,1-2-8,0 5 0,-2-5 1,-1 5-1,-4-2 0,-1-1 14,-3 1-79,4-4 1,-5 9 0,2-6-64,-3-2 159,-1 5 0,-6-7 1,0 5-1,-3-1 1,-1 0-9,2-2 147,-5 5 1,0-6 0,-7 2-35,3-2-68,-6-2 1,1 5 0,-9-1 0,-1 0 0,-2-3 87,2-1-101,2 6 1,1-4 0,0 3 17,0-4-46,7-1 1,1 0 0,6 0 0,2 2 0,0 1-86,-2 2 96,4 0 1,-7-5 0,5 0-25,-3 0 17,-2 0 0,-1 0 1,-2 0-1,-2 0 1,-3 0 1,-1 0 92,-2 0 1,-6 0 0,-2 0-102,0 0 3,-4 0 1,10 0-1,-2 0 1,4 0-1,5 0-58,4 0 57,11 0 1,-5 0-1,5-2-8,-4-3 1,-2 4 0,0-4 0,1 3-53,-1 2-23,-6 0 0,5 0 1,-5-1 87,0-4 1,3 3 0,-6-2 0,-3 1-221,-6-2 145,3 3 0,-5-9 0,6 6-39,0 2 90,-6 2 1,6 1 0,-1 0 0,4 0 0,2 0-120,1 0 182,-4 0 0,11 0 0,-4 0 160,4 0-197,1 0 1,1 0-1,-1 0 1,2 0-1,3 0 56,5 0-108,3 0 1,0 0-1,-2 0 1,-1 0 1,2 0 0,5 0 0,3 0-65,-3 0-341,6 0 0,-1 0-1464,7 0 0,9 0-3648,10 0 5567,16 0 0,34-13 0,14-6 0,8-1 0,0 1 0</inkml:trace>
  <inkml:trace contextRef="#ctx0" brushRef="#br0" timeOffset="86">13308 8260 7852,'0'-8'-305,"0"2"494,0 6 456,0-7 1,-1 6 601,-4-4-159,3 3-16,-4 2-328,6 0-383,0 0 1,6-1-547,4-4 217,2 3 1,4-9 0,2 5-40,1-2 0,6 3 0,-1-3 0,1 1 199,-1-1-151,2 5 1,-3-9 0,5 8 171,0 1-135,1-5 1,-5 6 0,-1-3 0,2 4-1,4 1 511,4 0-544,-3 0 1,0 0 0,-6 0 74,1 0-108,2 0 1,0 0 0,-3 1 0,-4 3 0,-1 0-66,0-1-78,0-1 1,0-2 0,0 0-241,-2 0 234,-1 0 1,-2 0 0,0 0-71,1 0-43,-1 0 133,-6 0 2,-2 0 457,-6 0 515,0 0-1123,-6 0 249,-2 0 1,-2-2-120,1-2 1,-1-4-1,-4-6 1,0 1-219,0 3 239,0-2 1,-1 2 0,1-5-386,0 0 399,6-2 0,-5 9 1,4-6 43,-4 0 126,5 6 1,0-3-45,4 6 44,2 0 0,-3 5 1,10 0-1,5 0 383,2 0-343,2 7 1,1-1 0,-1 5 296,0-2-260,0 1 0,1 4 0,-3 0 0,-1 0 0,-1 1 483,1-1-425,-5 0 0,2 0 0,-5 1 226,2-1-342,0 0 1,-5 0-1,0 0 1,-2 1-1,-3-3 93,-4-2-281,3 2 0,-12-5 0,4 4-306,-2-2-442,0 1 0,2-2 0,0-4 0,0 0-3728,-1 0 3677,8-2 899,0 10 0,20-10 0,3 4 0</inkml:trace>
  <inkml:trace contextRef="#ctx0" brushRef="#br0" timeOffset="87">15100 8146 7214,'0'-8'-118,"0"0"0,0 3 1223,0-4-786,0 3 1,0-2 45,0 3-299,0 3 317,0-4-156,0 6 961,0 0-903,0-6 88,0 4-56,0-4 117,0 6-50,0 0-32,-7 0-281,6 0 0,-7 5 1,5 1 416,-2 2-413,0 1 0,1 6 0,-3-3 0,1 1 1,0-1 353,2 4-337,-4 2 0,7-4 0,-5 2-61,-1 3 0,6-2 1,-4 5-1,3 0-26,2 0 35,0-4 1,0 4 0,0-5-74,0 2 1,0 0 0,0-5 38,0 1-35,7-1 0,-4-2 1,6-2-14,2-5 1,2-4 0,1-1 0,2 0-4,3 0 136,-3 0 0,9-5 0,-4-1-9,1-2 0,1-1 0,4-7 1,-1-1 143,-3-2-113,-5 0 1,2 3 0,-6-1 78,1-2 0,-3-2 1,-1 4-1,-3-4 348,-1-1-421,-3-2 1,-4 1 0,-1-1-97,-4-1 0,-3 3 1,-8-2-1,-1 0-143,-2 2 92,-6 1 1,7 9 0,-4 2-112,2 6 0,-6 2 0,3 2 0,-3 2-497,3 2 448,-4 11 0,5 2 0,-7 7-153,1 1 1,6-3 0,3 2 0,3-1-706,2 0 409,0 3 1,1-10-1,3 3-81,6-3 1,2-2 0,4 0 0,4-1 717,8-3 0,51-10 0,-23-4 0,0 0 0</inkml:trace>
  <inkml:trace contextRef="#ctx0" brushRef="#br0" timeOffset="88">15853 7890 7708,'7'0'3692,"-7"0"-3197,-7 6 1,-7-4 0,0 4 0,0-1 0,-1 1 1440,1 2-1744,0 2 1,0 4-1,-1 0 1,1 0-1,-2 1 1,-1 0 0,-2 4 724,2 5-860,1-3 1,3 7 0,2-1 33,2 4 0,1 3 1,-3-4-1,3 1 161,2 2-355,1 1 1,5-6 0,0 0-179,0 1 231,0-7 0,0 3 0,1-6 0,4-1 0,5-3 40,2 0-118,-4-1 0,5-5 0,-4-1-83,4-1 1,1 2-1,0-4-280,1-2-339,-7-1 1,4-2-1024,-2 0 0,-2 0-259,1 0 1533,-6 0 0,3-7 579,-6-2 0,0-29 0,0-8 0</inkml:trace>
  <inkml:trace contextRef="#ctx0" brushRef="#br0" timeOffset="89">15782 8373 7708,'0'-14'38,"0"0"0,0 0-38,0 0 657,0 6 1,0-5 0,0 4 0,2-2 0,1-1 1305,2 3-1738,-1 0 1,3-1-1,2 2 226,4 2-366,1 1 1,0 5 0,0 0-1,1 0 1,-1 2 291,0 2-258,0-2 0,1 11 0,-1-4-62,0 4 1,-5 1 0,-1 0-1,-1 0 207,-4 1-229,-2-1 1,-1 0-1,0 0 60,0 0 1,0-4 0,0-1 0,-1 1 179,-4-2-313,3-2 1,-5-1 98,2 0 1,2-1-886,-7-4 386,7-6 0,-3-3 41,6-10 1,6 3 0,4-3 0,2 1-300,2 0 604,1 2 0,-1-3 0,0 8 128,0 1 0,0 2 0,1-1 0,-1 4 190,0 4-43,0 1 1,-4 0 0,-1 0 161,2 0 1,-3 11 0,0 3 0,0 2 384,0-1-552,-5 0 1,3 0 0,-6 3-23,0 1 1,0 0-1,0-5 288,0 0-882,0 0 0,0-4 5,0-1 0,2-6 0,3 2-215,4-3 505,4-9 1,1 0 0,2-9-25,3-3 1,-2-3 0,7-5-1,1 2 43,2 1 78,1 0 0,1-3 1,-1 4 237,1 4 0,-6 4 1,0 4 309,-3 2-218,-1 6 0,-6-2 0,-4 10 27,-4 4 0,-2 4 0,0 1 0,2 0 628,-2 1-760,-1-1 1,-1 0 0,3 0-17,0 0 0,1 1 0,-5-1-737,0 0 414,0 0 0,0-4 0,-2-2-129,-2-2 1,-4 3-1,-6-4 1,-1-2-452,1-1 565,-6 4 1,-3-4 0,-3 3-125,2-4 0,-3-6 0,5-1 0,0 0 226,3-1 265,3-4 0,2 8 353,0-6-334,6 6 306,1-4-337,7 7 1,7 0-1,1 2 1,1 1 313,1 2-189,-1 6 0,10-8 0,2 5-296,1-2 0,-3-1 1,4-5-1,3 0-859,0 0 649,3 0 0,-5 0 1,-1 0-343,3 0 0,0-6 0,3-2 0,-1-2-1446,1 1 1615,-7-1 1,5-4 373,-4 0 0,23-51 0,-20 26 0,0 1 0</inkml:trace>
  <inkml:trace contextRef="#ctx0" brushRef="#br0" timeOffset="90">17090 8018 7708,'6'-14'1076,"2"0"0,2-1-112,-1 1 148,-6 6 0,10-3-595,-3 7 0,-2-1 0,1 5 0,2 0 710,2 0-916,1 6 0,5 2 1,0 8 963,-2 3-973,-1 3 0,-7 6 0,-1 2 1,-1 2-1,-4 3 997,-2 1-1033,-1 2 1,-1 0 0,-4-2-127,-4-1 1,-4 0-1,-3-4 1,-1 1 203,-2-5-380,-6-5 1,7-8 0,-4 0-594,2 0 0,1-1 0,4-3 0,1-6-3264,0-2 2568,0-2 1,4 0-3694,1 0 5018,6-6 0,9-21 0,10-11 0</inkml:trace>
  <inkml:trace contextRef="#ctx0" brushRef="#br0" timeOffset="91">13849 13562 7818,'0'-14'201,"0"0"1,0 5 0,0-1 0,0-1 2451,0-2-164,0 5 159,0 2-2266,0 6-254,-7 0 1,4 2-1,-6 2-16,-2 6 0,-2 3 1,-1 1-1,-1 0 61,1 0-202,0 7 1,-5-4 0,0 7-65,2 1 59,1 2 1,3-3-1,2-1 1,3 1-1,2 0-132,3-1 185,1-5 0,2 2 0,0-5 27,0-1 19,7 0 0,5-1 0,9-4 0,-1-4 0,2-4 668,1-1-602,0 0 0,4 0 1,-2-1 104,-1-4 0,-5-3 0,5-6 0,-1 0 496,0 0-596,-3-7 0,-6 4 0,2-7 14,3-1 1,-8-2-1,2-2 0,-5-1-95,-5-3-125,-2 3 0,-2-5 0,-4 7-100,-4 0 1,-10 4 0,-5 2 0,-5 1-574,-4 4 369,3 7 0,-6 4 0,4 6-170,-1 0 0,2 2 1,7 4-1,5 7-973,3 4 410,2 8 1,6-3 0,3 7-2494,4-1 3600,1 1 0,31 24 0,9 7 0</inkml:trace>
  <inkml:trace contextRef="#ctx0" brushRef="#br0" timeOffset="92">14616 13435 7886,'21'-15'-76,"-12"1"1,9 5 0,-14-1 2275,0-1 808,-3 5-634,-1-7-1752,0 12 1,-1-6 228,-4 7-619,-3 0 1,-6 7-1,-2 2-78,-3 4 0,3 6 1,-4 1-1,-1 1 281,-3-1-421,-2 5 1,2 2 0,0 8 138,-1 1-126,4 2 0,-4 5 0,6 1 1,2 4-1,3 2-160,4 1 50,4 4 1,6-11 0,0 4 130,0-4 0,6-3 0,5-5 0,5-6 104,3-4 20,6-9 0,-4 3 1,4-5 274,-1-1-369,-7-6 0,8-2 0,-6-4 0,-1 1 264,-3 2-519,-7-1 319,-1-10-307,-7 4 0,0-6 0,0 4-1893,0-6 1131,0 4 1,-2-5-1084,-3 6 1,4-6 2009,-4 2 0,3 2 0,2 1 0</inkml:trace>
  <inkml:trace contextRef="#ctx0" brushRef="#br0" timeOffset="93">14901 14003 7886,'-15'0'447,"8"0"0,-6 0 1,3 0-1,-1-1 1478,2-4-1615,3 3 0,1-6 1,0 4-1,3-4 0,4-2 590,3 1-823,6-1 1,-3-4-1,6 0 1,0 0-1,2-2 15,3-3 0,-2 2 1,7-7-1,1-1-211,2-2 64,2-2 0,-1 1 1,-1-1-45,-3 1 0,1 0 1,-6 1-1,-2 3-238,-1 5 266,-8 3 57,-2 8 71,-6 2 0,-8 12 0,-6 5 0,-8 5 0,-5 5 77,-1 1-119,6 2 0,1-2 1,7-3 59,0-4-109,-1 0 1,6-3 0,1-1 0,2-1-313,3 1 380,1 1 0,4-4 0,2-1 368,6-1-341,2-4 0,3 4 0,0-4 0,3 1 0,1 1 64,-2 0 26,-1 3 1,-7-3 105,1 5-43,-1 1 1,-1-1-1,-5 1 253,-6 1-507,-5 1 0,-7-4 0,-3-3 170,-1-4-156,-6 6 1,4-6-1,-4 4 1,1-3 0,1-4-315,1-3 254,-5-3 1,9-1 0,-4-1-91,2-1 335,1-1 1,9 2 0,1 1 236,-2-2-392,4 4-218,1 1 224,6 6 1,2 0-1,2 2-67,6 2 420,-4-2 0,5 11 102,-6-4-465,6-3 1,-8 6-1,5-6 1,0 0-1,-2 2 96,1 0-208,4-5 1,-3 5 173,6-3-100,0-4 0,0 6 0,1-7 0,-1 0-139,0 0 204,-6 0 0,4 0 1,-2 0-7,3 0 68,1-7 0,-5 4 1,1-5-1,1 0 1,1 0 16,3-3-131,-1 5 0,0-5 0,0 5-511,1-2 408,-1 5 1,0-8 0,0 4 0,2 1-1,1-2-520,2 0 576,0 5 1,-4-5-1,-1 5-138,0-2 126,0-6 0,0 8 0,1-5 0,-1 0-195,0 0 213,0-1 0,-6-5-99,-3-1 238,-4 1 1,-1 5-1,0-1 146,0-1-152,-6 5 0,-2 0 1,-8 6-74,-3 0 80,4 0 0,-6 4 0,5 3 1,-1 1-1,-2 1 89,2-1-158,1 5 0,6-6 1,1 6-54,-2-3 107,5 2 0,-6-4 1,8 6-1,1 0 136,1 1-164,2-7 0,0 4 0,2-4 84,2 0-106,4 5 1,6-10 0,1 5 0,0-2 0,3-1 84,1 1-123,6-4 1,-9 4-1,4-6-107,1 0 89,-5 0 1,4 0 0,-4-2 0,1-2-1,2-4-23,-1 0 185,-2-5 1,-2 5 0,0-6-54,0 0-24,0 0 1,1-1 0,-1 3 0,-1 1 0,-2 1 43,-2-1-194,1 5 0,4-5-246,0 6 289,0 0 1,-4 5-1,-1 0 1,2 0-92,2 0 112,-5 0 1,0 0-41,-4 0 16,-2 0 386,4 0 153,-6 0 160,0 7-287,0-6 0,-1 6 240,-4-7-762,3 0 1,-10 0 245,2 0-133,-2 0 0,-3 4 0,1 3 0,0-1-413,0 0 378,0 5 1,-1-7-1,1 5-57,0 2 114,0 2 0,4-4 1,1 1-1,-1 1 0,2 1-125,4 3 170,2-8 0,2 6 233,0-3-203,6 2 1,4 1-1,7-4 1,4-4 0,-1-3 140,1-2-190,4 0 0,-4 0 0,2 0-128,-4 0 89,-3 0 1,-2-2 0,0-1 0,1-3-301,-1-2-802,-6 5 0,-2-5-1099,-6 3-308,0 3 2569,0-4 0,-6 0 0,-2-2 0</inkml:trace>
  <inkml:trace contextRef="#ctx0" brushRef="#br0" timeOffset="94">16038 13761 7886,'0'-9'1216,"0"0"0,-2 1-76,-2-2-482,2 4 1,-10 6 0,2 0 1182,-3 0-1612,5 0 0,-4 0 0,4 1-32,0 4 1,-5 3 0,6 6-1,-3 2 318,1 3-576,5-3 0,-7 4 0,7-5-416,0-1 390,3 0 0,1 0 1,1-1-1,4-2 1,5-3-323,2-2 220,9-1 1,1-5-1,5 0-102,-3 0 261,2 0 1,-4-5 0,5-1 0,-1-2 0,-4-3 17,-2-2 13,-1-7 0,-6 4 1,-2-5-34,-2 1 12,-5 4 1,2-9-1,-9 6 1,-5 1-1,-8 4-147,-5 5 159,-2-4 0,-7 12 1,0-3-1,1 8-40,-2 3 0,9 8 0,-5-1 0,3-2 0,7 0-383,6-3 229,-2 0 1,11 1-333,-2-1 507,2 1 1,10-2 0,6-3 0,8-4-1,5-1-199,2 0 305,-1-6 1,5 3 0,0-5 450,-1 1-381,-8-4 1,3 8-1,-5-5 1,0 2-1,-3 3 746,-3 1-232,-2 2-218,0 0-195,-6 7 0,-2-4 1,-6 6-1,0 2 1,0 2 606,0 1-820,0-6 1,-5 5-1,-1-5-48,-2-1-505,5 6 0,-8-10-979,6 7 938,1-7-48,4 3 402,0-12 0,1 3 0,4-7 0,4-1 0,4-3-270,1-5 439,0 3 0,1-4 1,-1 7 418,0 4-213,0-4 0,0 10 1,1-5-1,-1 2 404,0 2-412,-6 3 0,3 2 0,-5 4 245,2 5-203,-5-4 0,9 7 0,-8-4 0,1 4 231,1 1-520,2 0 1,2-4 0,-1-2-248,2-2 38,8 5 0,-1-10 1,4 4-1,0-3 0,-2-2-519,1 0 631,4-7 0,-7 1 0,4-5-506,-2 2 642,-1 5 1,-5-8-1,2 4 1,2-2 249,1 1 149,-7 6 359,1-4-433,-12 7 0,7 0 385,-3 0 162,-3 0-65,4 0-336,-6 0-1362,0 0 471,-6 0 319,-2 0 0,-7 5 0,1 0-96,0-2 224,-7 5 1,6-2 0,-4 5-1,3-1 1,2-1 164,0-1-102,-1 5 0,6-7 0,1 5 288,2-1-218,-5-7 0,9 10 0,-1-6 407,6 1-394,5-1 0,11-7 1,1 0 132,2 0-172,-4 0 1,9-2-1,-5-3 1,2-4-1,-2-4 329,-2-1-400,5 0 0,-7-2 0,4-3 200,-2-5-242,-1-3 0,-9-3 1,-2-1-1,-2-4 1,-3 0 203,-1 1-364,-2 7 1,0 6-366,0 7 409,0 6 1,-2 2 0,-1 7 0,-3 6 0,-2 7 261,-3 8-113,-2 5 1,4 1 0,1 1 366,2-1-217,1-6 1,5 5 0,0-5 0,0 0 0,0-1 140,0-1-334,0-4 1,1 0 0,4-6-284,5 1 293,2-5 1,2 0 0,1-6-1,0 0 1,3 0-369,1 0 362,6-6 0,-9-2 0,4-6 142,1 0-120,-5-7 0,9 5 0,-4-3 0,-1 3 0,1 2 86,-4 0-153,-1 0 0,-2 4 91,0 1 22,0 6 0,-4-4 1,-2 9-1,0 3 0,-2 4 787,0 4-627,-1 1 1,-5 2 0,0 1 456,0 2-452,0 0 1,-5-5-1,-1 1 1,-2-3 0,-3-1 247,-2-1-432,-1-7 0,-5 8 0,0-6-1054,2-2 681,-5-2 0,6-1 0,-5 0 0,3 0 0,-1 0-2985,1 0 2637,2-6 1,7 3-2187,-1-7 2014,7 1 1,-8 0 872,6-1 0,39-31 0,13-13 0</inkml:trace>
  <inkml:trace contextRef="#ctx0" brushRef="#br0" timeOffset="95">17531 13435 7886,'8'-15'264,"-2"1"766,-6 0 416,6 0-787,-4-1 1,6 8-1,-3 2 192,4 3-310,-3 9 1,7 0 0,-3 9 380,2 3-504,2 3 1,-1 7 0,-3-1 0,-4 1-1,-1 1 1045,-1 3-1213,1-3 0,-5 11 0,0-5 210,0 1-341,-6 4 1,-2-10 0,-8 6 0,-1-3 0,-4-1 29,-1 2-197,-2-11 0,-6 7 0,-3-10-419,-5 1 0,-3-4 0,-1-1 0,-3-4-3368,-2-4 2227,-4 0 0,-10 4 1608,-1-3 0,8-4 0,-4 0 0,-2-2 0,0 0 0</inkml:trace>
  <inkml:trace contextRef="#ctx0" brushRef="#br0" timeOffset="96">21754 13591 8105,'0'-8'741,"0"-5"1745,0 4-2236,0-4 0,-2 5 0,-3 4 0,-4 2 1,-4 4 456,-1 2-639,0 4 1,-1 6 0,3 1-1,1 0 1,1 4 0,-1 4-1,-1 0 1055,-3 1-959,8 0 1,-5 4-1,6 0 1,0-1-1,-1-1 903,4-3-912,2 1 0,1-2 0,0-3 323,0-3-550,0-2 1,8-1 0,4-4 0,7-4 0,3-3-180,4-2 90,7 0 1,-3-7 0,5-2-38,-1-4 1,-4-6-1,4-1 1,-6-3-482,-4-2 534,-4 5 1,-6-7-1,-1 3-49,-3-3 1,-4 4 0,-6-1-1,-3-1-603,-7-2 703,1 5 1,-18 1 0,3 7 49,-3 0 0,-1 6 1,-1 3-1,3 3 123,2 2-46,-3 0 1,7 7 0,-4 4 155,5 6 1,3-1 0,2 5-1,1-1 400,4 4-451,2-4 0,7 6 1,0-7-5,0-2 1,2-1 0,3-4-1,6-1 59,6-1-476,5-7 0,7 3 1,1-6 1,3 0 0,2-6 0,3-3 0,-4-2-525,1 1 597,-5-9 1,3 10 0,-7-10 403,-3 3 0,-5 2 0,-1-2 1,-4 0 1305,-4 2-1094,-6-4 1,4 15 309,-7-6 0,-2 6 0,-3-1-172,-4 8-288,2 4 1,-5 7-1,4 3 16,0 1 0,-5 1 1,6-2-1,-1 2 364,3 2-1197,3-4 1,-2 4 49,-1-3 1,5-4-1,6 4 1,2-4-1015,3-6 883,2-3 0,6-6 0,0 0 216,-2 0 1,4-4 0,-2-4 0,-1-3 469,3-5 71,-5-1 1,4 1-1,-7-2 262,-4-1 0,3 0 0,-8 5 0,-1 0 1621,-1 0-1047,-2 6-307,0-5 0,0 13-175,0 0-366,-6 7 1,4 8 0,-3 3-196,4 1 0,1 0 0,0-5 0,1 0-551,4 0 132,3-6 1,11 5 0,1-5 128,3 0 1,-4-2-1,3-6 1,0-2-706,0-2 1131,-5-4 0,9-6 0,-7-2-58,-2-3 0,-3-3 0,-3-7 0,-1-1 422,1-3-298,-5-3 0,0-2 1,-6 2 261,0 1 0,0 3 0,-1 8 1071,-4 6-1245,3 8 0,-10 7-27,2 12 0,2 2 1,1 15-1,0 2 957,4 4-510,-5 7 1,7-9 0,-4 3-314,3-3 0,2-1 1,0-1-1,0-1 170,0-3-869,0 3 1,0-12 0,0 4-442,0-3 0,7-8 1,2-3-2359,4-4 2425,1-1 0,-5 0 0,-1-1-247,-1-4 1,2-3 0,-3-6 0,1-2-2120,-1-3 2597,-1-3 536,-5 0 0,-25-30 0,-7-2 0</inkml:trace>
  <inkml:trace contextRef="#ctx0" brushRef="#br0" timeOffset="97">22422 13676 6939,'-14'0'1008,"-1"0"1,6 0-304,-1 0-7,7 0 0,-1 0-227,8 0 0,4 0 0,8 0 1,3 0 181,5 0-627,2 0 1,8 0 0,0 0-495,3 0 1,-6 0 0,3 0 0,-4 0-820,-2 0 981,0 0 0,-5 0 0,-5 0-1250,-2 0 684,-2 0 595,-6 0-194,-1 0 1982,-20 0-742,10 0 0,-14 2 0,10 1 0,1 3 0,0 2 2721,2 3-2326,-3 2 0,5 3 0,-3 1-562,4 2 1,-1 6 0,-1-1-1,-2 3 508,2 1-1040,1-6 0,2 8 0,0-4-127,0-1 1,0 0 0,0 4-1,0-3-41,0-2 7,0-3 0,0-12-663,0 1 1,0-4 615,0-1 0,-4-13 0,-1-16-943,2-3 676,-5-1 1,6-7-1,-2-3-92,2-3 1,8-2 0,4 1 0,2-1-612,3 0 1059,-1 1 1,6 7 0,4 7-5,3 7 0,-3 7 1,-1 4-1,3 6 723,0 2-597,-3 8 1,-3 2-1,-7 7 281,-4-1 1,-2 5 0,-7 0 0,0-2 536,0-1-741,0-2 1,-7 0-1,-2 0-78,-4 1 1,-3-3-1,-1-2 1,-4-4-637,-1 0 245,-1-4 0,-1 4 1,2-6-715,1 0 764,2 0 0,5 0 0,0 0-812,0 0 980,6 0 0,8 0 0,9 0 172,4 0-32,7 0 0,2-1 1,7-2-1,-1-2 1,1 2-277,-1 1 72,1-4 1,-6 3-1,-1-5-13,-1 1 1,3-2 0,-5 3 0,-2-1 490,-1 1-220,-8-5 1,3 8 650,-6-7 1083,-1 7-1355,-4-3 0,-1 6 387,-4 0-553,3 6 0,-6 2 0,5 6 0,-1 0 3,0 1-380,3-1 0,1 0 0,1 0-1289,4 1 1153,3-8 1,6 5 0,0-8 0,2 1-1,2 0-1618,1-1 1471,6 1 1,-8-11 0,5-4 210,-1-2 0,3-7 1,-5 0-1,-2 0 840,-1-2-431,-2 6 1,-5-6 2045,1 7-1358,-7 0-673,3 6 1,-7 3-1,-2 10 502,-2 4-688,-6 4 0,9 3 0,-2 1 1,2 2-1,2-2-103,0-1-31,0-8 0,2 5 0,2-5-691,6-1 641,2 0 1,4-7 0,3 0 0,3 0 0,2-2-785,0-3 692,-1-2 0,-1-12 0,-1-2-10,0-1 1,-6-2 0,3-4 0,-7-1-8,-6 1 153,2-7 0,-5 5 0,3-1 286,-4 5 0,-1 1 249,0 6-485,0 6 0,-4 9 1,-1 10 176,2 8 1,1 7-1,2 7 1,0 2 1499,0 3-934,-6-3 0,4 10 0,-3-7 367,4-1-1187,-5-2 1,4-3 0,-3-4 0,4-4 0,1-3-1070,0-2 842,0 0 1,1-6-1,4-3-535,4-3 193,4-2 1,1-7 0,1-2 0,-1-4 0,0-3-4197,0-3 4219,7 4 0,-5-14 0,2 2 618,-2-4 0,-33-47 0,4 37 0,1-1 0</inkml:trace>
  <inkml:trace contextRef="#ctx0" brushRef="#br0" timeOffset="98">23645 13577 8040,'-15'8'0,"1"-2"448,0 0 1,1-3 0,2 5 0,3 0 1268,2 0-1012,1-5 0,8 8 0,7-6 291,9-2-1173,6-1 1,8-2-1,0 0 1,1 0 0,-1 0-594,0 0 794,-6 0-24,0-7 0,-30 0 0,-1-8 0</inkml:trace>
  <inkml:trace contextRef="#ctx0" brushRef="#br0" timeOffset="99">24640 13776 8003,'0'-15'341,"0"1"0,0 0 1,0 0-1,-2 0 1,-1-1 2676,-2 1-2598,-6 0 1,8 6 0,-6 3-1,-2 4 1,-2 1 560,-1 0 0,-1 1-816,1 4 0,0 0 0,0 7 0,0 4 265,-1 0 1,1 5-357,0-2 1,4 4 0,3-4-1,0 0 202,4 2-684,2-6 0,2 6 151,4-7 1,7-1 0,9-4 0,1-4-988,3-3 1007,2-9 1,2-1 0,-1-7 26,1-4 164,-7 3 1,3-6 0,-6 3 0,-3-5-1,-5-3-349,-6-1 510,-4-1 0,-1 6 0,-3 1-103,-7 1 43,-5 8 1,-14 7 0,1 6 0,-1 0 0,2 2 53,4 2-104,-4 4 0,13 7 0,0 0 10,7 4 0,6-3 0,1 3 1,3-3 1,6-2-35,7 0 1,14-6 0,2-3 13,1-4-255,0-1 0,0 0 0,0-1 0,1-4 0,-1-6-465,0-6 821,0 1 1,-9-9-1,-4 4 314,-4-1-248,1-2 1,-15-3-1,3 2 1,-4 3 0,-2 2 655,-4 2-630,3 2 0,-10 2 0,2 0 453,-2 0-517,4 6 1,-5 2-1,4 6-365,-4 0 264,5 6 0,-3 2 1,5 6 309,-2 0-178,5 0 1,-8 5 0,4 2-1,1-1 1,0 3 776,3-1-465,-5 1 1,6 1-1,-4 0 454,-1 1-748,6 2 1,-10 1-1,4 2 1,1 2-1,-2 1 268,0-1-496,-1 4 1,1 0-1,2 5 282,-1-3-279,6 3 0,-6-9 0,7 6 0,-1 0 0,-2-2-1048,-2-3 821,0-3 1,5-3-1,-1-2-530,-4-1 650,3-13 0,-10 7 0,2-14 0,-2-1 35,-3-1 102,1-2 1,0-6-1,0-4 645,-1-2-604,1-3 1,0 0 0,1-4-1,4-5 1,4-3-958,4-1 601,1-1 1,6-4-1,5 0-1109,6 1 1041,5-4 1,7 6 0,1-2 0,3 5 0,5 5-1548,3 2 1337,2 1 0,-2 6 0,-3 4-415,-5 4 1029,-3 3 0,-14 21 0,-4 5 0</inkml:trace>
  <inkml:trace contextRef="#ctx0" brushRef="#br0" timeOffset="100">26019 13804 6548,'0'-8'910,"0"-4"1,0 2 0,0-3 0,-2-1 1717,-2 0-2354,2 0 0,-11 0 0,4-1 1,-4 3-1,-1 1 0,-2 3 1,-1 2 138,-2 2 0,-6 4 0,3 7 0,-2 5 314,0 6-604,7 7 0,-4-3 1,7 6-62,0 1 0,1-2 0,4-4 0,4-4-256,3-3-125,2-2 0,8-1 0,6-3-868,9-6 824,3-2 0,3-10 1,-1-5-1,-1-6 0,-2-1-191,-1-1 491,0-4 0,-2 5 0,-3-6 706,-3 3-183,-2 5 0,-1-2 0,-4 5 1280,-4 1-1531,-4 6 1,-2 8 0,-4 11 1138,-4 7-1133,-4-2 0,-1 10 0,1-2 1,2 1-1,3 1 484,2-3-915,1-5 1,5 7-1,0-6 183,0-2-747,0-7 0,6 2 1,4-4-1,2 0 1,4-3-2013,3-3-443,-3-2 3235,11 0 0,4-21 0,4-9 0,7-2 0,0 1 0</inkml:trace>
  <inkml:trace contextRef="#ctx0" brushRef="#br0" timeOffset="101">26559 13847 7996,'0'8'292,"-1"-2"846,-4-6-114,3 0 0,-6 0 972,4 0-161,2 0-936,-4 0 1,4 0-331,-3 0-524,4 0 1,-5-2 18,6-2 0,0 1 1,0-7-1,0-1-263,0-2 151,6-1 1,-3 0-1,6-2-249,3-3 0,-5 2 1,3-7-1,1-1-669,2-2 808,1-8 0,-2 10 0,0-3 90,-3 1 0,-1 1 0,3 3 0,-3 4-191,-2 3 445,5 2 1,-8 6 40,7 3 0,-1-1 202,6 1-291,-8 0 1,6 5 0,-5 2 133,0 3 1,5-2-166,-4 6-43,-3 1 0,5-1 12,-6 1 0,0-1 25,-5 5-81,0 1 1,0-6-43,0 1 1,0-1 16,0 5-55,-6-6 0,2 0-217,-5-3-10,6-4 205,-4 6 0,6-7 444,-4 0 306,4 0-465,-6 0-625,7 0-8812,0 0 8629,-6 0 87,4 0 57,-4 0 1207,6 0 366,-6 0 0,-2 0 970,-6 0-1600,-1 0 1,6 0 49,-1 0 0,6 0 0,-6 0 401,-1 0-648,5 0 0,-7 0 552,4 0-775,2 0 1,-4 1-1,5 2 1,0 4-919,-1 1 784,3-5 0,4 5-252,0-4 201,6-2 0,2 4 1,8-6-1,1 0 1,4 2-768,1 3 1017,-5-4 1,8 6-1,-6-7 473,-1 0-299,4 0 1,-6 6 0,3 2 0,-5 1 896,-5 1-910,-2-1 0,-7 5 1,0 2 498,0 3-675,-7-3 0,1 6 0,-5-5 0,3 2 0,0-1 128,0-2-499,5-2 1,-5-2 0,5-1-327,-2-1 0,0-5 0,7 3 0,3-2-633,4-3 935,4-1 1,1-9-1,0-1-508,1 1 704,-1-6 0,5 5 0,0-6 0,-2 0 0,-3-1 37,-4 1 568,2 0 0,-8 4 611,5 1 101,-6 6 87,3-4-1097,-6 7 0,0 7 0,0 2 82,0 4 1,0 1 0,2 0-136,3 1-277,3-1 0,6 0 0,0-1-201,0-4 0,5 2 1,0-6-1,0-2-400,2-1 568,-5-2 0,6-5 0,-5-1-284,2-2 323,-6-8 1,-2 0-1,-5-4 1,0-1-1,1-1-283,-4 0 356,-2-5 1,-2 6-1,-4-4-14,-4 1 110,-4 7 1,-1-2-1,0 10 1,-2 4-1,-2 3 217,-1 2-208,0 0 1,1 7 0,-1 2 343,1 4-309,2 7 0,7-2 0,1 4 0,2 0 0,3-2-30,1 1-222,2-2 1,2-3-1,4 0-694,8-2 609,7 3 1,7-15 0,2 2 0,2-2-1,2-2-991,3 0 1186,-6-6 0,9-2 0,-7-6-85,-1-1 0,-4-4 1,-4-1-1,-5-1 1052,-4 1-345,-7 1 1,3 5 1659,-6-1-1954,0 8 1,-7-5 0,-2 8 0,-6 2 0,-4 5 827,-5 7-1033,3 2 1,-4 3-1,7-1 572,3 0-601,-2 7 1,6-6 0,-4 4 0,5-3-1,4-2-251,1 1-520,0-1 0,6-5 0,4-1-108,2-2 351,2 6 0,7-11 0,1 4 0,2-4 1,-1-2-985,3-4 1266,-6-3 0,7-6 1,-5 0-195,0 0 445,-1-1 1,-7-2-1,0 1 1,-1 4 1337,-4-1-1206,-2 0 1,-6 5 200,4 4-141,-3 2 0,4 10 1,-6 5-1,0 4 1108,0 0-1183,0-1 0,0-2 0,2 1-262,2-1-74,4 0 1,6-5 0,1-1 0,-1 0 0,2-1-708,3-1 536,3-1 1,5-7 0,-2-3-188,-1-4 340,-1-4 0,4-6 0,-2-1 1,-3-2-1,1-4 59,-1-1 15,-5-1 0,4-5 1,-9-2-184,-2-1 306,2 4 0,-10-7 1,3 7-1,-4 4 1,-1 4 421,0 3-289,0 9 1,-1 6 274,-4 6-258,3 0 1,-9 6 0,5 5 0,-2 6 0,-1 7 1230,1 3-1045,-5 1 0,10 1 1,-5-2 1055,2-4-1217,-5 4 0,9-6 1,-4 4-1,1-3 1,0-1 495,2-4-1040,2 5 0,2-6-728,4 3 865,3-3 1,6-9 0,2 0 0,3-2 0,4-1-783,4-1 484,2-7 1,-1 1-1,1-7-381,-1-1 774,0-2 0,-1-1 1,-3 0-1,-5 0 391,-3-1 602,-8 8 93,4-6-767,-10 11 1,3-4-1,-10 8 633,-5 2-643,4-2 0,-5 11 100,6-4-288,1 4 0,5 1 1,4-1-1,6-2-295,6-2-274,-1-6 0,13 4 0,-3-7-598,6 0 978,7 0 1,-7 0 0,4 0 0,1 0 0,-3-2-538,1-3 838,-2 4 1,-6-7 0,-3 5-276,-5-2 582,-3 0 1,-4 4 0,-1-3 521,-1 0-309,-7-1 48,3 5-595,-6 0 1,2-2-1,1-2-59,2-6-89,6 4-200,-10-7-16,6 5 0,-9 0 0,-3 4-415,-4 2 564,-4 2 1,4 0-1,-1 2-70,-1 2 267,5 4 0,-5 8 0,5 1 0,-1 4 0,1 0 746,3-1-342,1 5 1,2-3-1,0 7 700,0-1-937,0 7 0,0-5 0,0 3 0,0-3 0,0-1 594,0-1-802,-6 1 0,3-3 0,-7-2 404,-1-5-477,-1-3 0,-3-2 1,1-1-1,-2-4 0,-3-4-28,-4-3 17,-4-2 0,-2-7 1,3-4-285,2-6 311,3 1 1,9-11 0,2 3 0,6-2 0,5-4-1790,9-4 1537,5-2 0,20-5 0,3 3-822,3 5 622,2 3 1,-2 3 0,-2 3-1,-2 5 1,-3 5-4497,-2 5 2949,-8 2 2020,-4 7 0,-81-12 0,20 4 0,1 0 0</inkml:trace>
  <inkml:trace contextRef="#ctx0" brushRef="#br0" timeOffset="102">27910 13690 9000,'-22'-6'1070,"1"-2"1,9-6-1,1 0 1153,1 0-1872,7 6 1,3-3 0,9 4-404,4-1 1,3 5 0,3-3-1,4 1-1811,4 0 1179,2 1 0,-1 4 1,1 0-1587,-1 0 2270,7 0 0,3 13 0,4 5 0,7 2 0,0 0 0</inkml:trace>
  <inkml:trace contextRef="#ctx0" brushRef="#br0" timeOffset="103">29957 13804 7893,'8'-9'735,"-3"-1"1,-2-1 0,0-2 2278,2-1-2667,0 6 0,-5-4 0,0 2 1,-2-1-1,-1 0 0,-3 2 0,-4-1 1347,-6 2-1689,2 2 1,-13 6-1,4 0 1,-4 2 0,-2 2 35,1 6-18,-1 2 0,6 3 1,1-1-288,1 0 38,2 0 1,5 2 0,1 1 0,4 2-1748,4-1 1455,10-9 0,7-2 0,9-7-68,1 0 0,2 0 0,4-2 0,1-3 269,-1-4 330,0-4 0,-4-1 1,-2 0 727,-1-1-458,-2 1 1,-5 0 0,-1 0 1373,-4 0-1030,-3 6 1,-7 1 236,-4 7-712,-3 7 0,-1 1 0,-1 6 0,-1 2 0,-1 1 496,-3 2-423,7 6 1,2-9-1,6 3 126,0-3-275,0-2 1,2 5-1,2-2 1,6-2-297,3-4-92,1-8 1,6 3 0,2-7-49,1-4 65,3-3 0,-3-8 0,5-3 1,0-5-1,1-2-907,-1-3 969,1 1 1,-6-1-1,0-1 60,-3-3 0,-1-3 0,-6-5 0,-4 1-252,-4 2 622,-4 7 1,4-2-171,0 9 528,0 10 1,-12 9-1,-2 10 343,-4 4-523,-1 4 1,-2 7 0,-1 4 798,-2 3-844,0 1 0,5 1 0,-1-1 1,1 1-1,0-1 1285,0 0-1415,6 1 0,2-5 0,6-2-163,0-2-85,0 5 1,1-9 0,4 2 0,6-6-1,6-4-1768,7-2 1407,3-1 0,1-5 0,-1 0-744,-3 0 888,3-6 1,-5-2-1,6-6 1,-1-2 0,-2-1-868,-1-2 1182,0 0 0,3 3 0,-4-1-327,-4-2 415,-3 6 0,-2 2 0,-1 5 0,-2-1 247,-1 1-170,-7 1-132,3 5-19,-6 7 0,0-4-311,0 6 158,0 1-204,0-2 414,0-2 1,-2-6-1,-2 0-106,-6 0-5,-2 0 0,1 0 1,-2 1 76,-3 4-21,-1-3 0,-2 9 1,-2-5-1,1 2 1,-1 1 400,4-1-333,1 5 1,2-5 0,0 6-102,-1 0-89,7 1 1,2 4 0,6-1 0,2-2-283,2-5 169,11 2 0,2-11 0,7 2-4,1-2-41,2-2 1,-3-2 0,-2-1 0,0-3-1,-2-2 150,1-3 190,-2-8 1,-7 3 0,0-3 307,-3 3 92,-6 2 1,3 0-1,-6 0 378,0-1-819,0 8 0,-6 2 0,-3 10-157,-4 4 158,5 4 0,-5 7 0,4 4 1,-4 3-1,1 1 704,2 1-641,-2 5 1,5-2 0,-2 4-129,4-1 60,-3-2 1,5-3 0,-5 0 0,0 0 0,2-4 482,0-4-643,-5-3 1,7-5 128,-5 0-29,-1-6 1,-4-2-1,0-7 1,-2-2-1,-1-4-120,-2-1 9,0-7 0,9-1 1,3-3 110,0 3-287,2-5 1,7 1 0,3-5-1,6 1 1,6-1-624,7-2 677,3-2 0,6 6 0,2 1-730,1 1 641,-4 2 0,9 0 0,-3 0 0,1 2 0,-1 3-509,-5 4 604,-3 4 1,-8 1 102,-3 0 394,-9 1 504,-4 4 1,-17 1-1,-3 2 113,-2 2-710,7 6 1,-4-8-1,3 7 593,-2 1-680,4 1 1,-3 3-1,6-1 1,2 0 211,1 0-334,2 1 0,0-1 0,2 0 122,3 0-264,3 0 0,12-6 0,4-1 1,3-3-1,1 1-498,1-2 558,-1-1 1,0-8-1,1-4-66,-1-3 124,1-7 0,-2 2 0,-4-5 0,-4-2 0,-3-2-184,-2-2 215,-6 7 1,-2-3 0,-7 4 89,-4-1-125,-9 5 0,-8 1 0,-7 8 0,1 2 0,-1 3 28,1 1-16,0 8 1,1 2 0,3 6-45,5 1 75,3-1 0,4 0 0,2 2 0,5 1-11,4 2-8,7 0 0,7-6 0,7-2-527,2-2 337,2-5 1,5 2 0,1-6-1,1 0 1,2 0-712,-1 0 934,-2-6 0,-6-2 0,-2-5-310,-2 4 393,-1-4 0,-4 10 1,-1-5-1,-2 0 92,-2 0-30,-4 5 0,-6-2 206,0 10-43,0-4 0,2 12 0,1-3 0,2 2 1,-2 2 968,-2 1-1067,-1 5 1,0-4-1,0 3 258,0-3-368,0-2 0,0 0 1,0 0-1,0 1-599,0-1 137,0 0 0,7-6-736,2-3 872,4-4 1,1-1 0,2 0 0,1 0-1,4 0-822,1 0 949,2-6 0,-1-2 0,-1-6-314,-1 0 388,4-1 1,-9-4 0,3 0 0,-5 2 0,-4 1 231,-6 2 503,4 6-374,-6-4-232,4 10 0,-7-4 1,-4 7 685,-5 4-549,4 3 0,-5 6 465,6 0-632,-6 1 1,10-1 0,-4 0 0,3 0 0,4-1-462,3-4 266,-4 4 1,12-7 0,-4 4-783,4-6 739,7 4 1,-2-6 0,4 3 0,0-4-1,-1-1-658,-1 0 800,-1-6 1,0 3 0,0-8-457,-2-5 348,6 2 1,-8-8-1,4 3 1,-1-5-1,-1-3-355,2-1 361,0-1 1,-10 2 0,1 2-165,1 1 288,-5 1 1,1 1-1,-7 3 1,0 3 558,0 2-420,0 6 1,-7 3 175,-2 10-16,-4 3 1,4 6-1,-1 2 1,-1 1-1,0 4 2028,2 1-1933,-4 1 1,11 1-1,-4 0 988,0 1-1274,4-4 1,-4 4 0,6-5 0,0 1 0,0-1-445,0-2 127,6-2 0,-3-4 1,5-1-1617,-1-1 1329,4-7 1,-3 8 0,6-6 0,0-2 0,2-3-2259,3-5 2265,-3 4 0,4-12 1,-4 2-375,3-6 581,-3 1 0,4-11 1,-6 3-1,1-3 0,-3 0-555,-2 4 777,-4-4 1,-6 11 0,0-3-331,0 3 765,0 2 1,-2 6 367,-2 4-455,2 2 0,-6 4 710,3 2-509,4 4 1,-5 2 0,6-1 821,0 2-1146,0-5 1,6 1-1,3-7-130,4 0 1,-4 5 0,1-1-1,1-1-321,2-1 228,1-2 0,-5 0 0,1 0-358,1 0 1,-3-2 154,1-2 475,1 2-258,-2-4 956,-2 6-68,-6 0-591,0 0 1,-6 5-1,-2 1 1290,0 2-1285,-5 1 0,7 7 0,-5 1 0,1 2 0,1-1 365,1-2-579,-5-2 1,12 0 0,-6 0-270,1 0 0,5-4 1,-4-1-890,3 2 699,2-4 161,0-1 0,2-8 0,3-2-447,4-6 560,4-2 0,1-3 0,0 1 68,0 0 1,-4 0 0,-1 1 0,1 2-109,-2 2-59,4 5 0,-9-7 248,7 7 1,-1-1 578,6 5-435,-1 6 1,0 2-367,0 6 135,0 1 0,1-6 0,1-1 0,1 0 1,2-2-284,-2 0 6,-1-1 0,0-3 0,1 1-222,2 2 473,0-1 1,-5-4-1,1 0 476,-1 0-41,0 0-188,-6 0 54,-2 0 63,-6 0-628,0 0 319,7 0 91,-6 0 0,12 0-62,-4 0 179,-2 0 1,5 0 488,-2 0-367,-4 0 1,2 0 332,-3 0-255,-4-6-401,6 4 129,-1-4 0,-3 6 10,6 0-2262,-5 0-2214,2 0 4362,-6 0 0,-32 0 0,-7 0 0</inkml:trace>
  <inkml:trace contextRef="#ctx0" brushRef="#br0" timeOffset="104">22464 15169 8158,'8'-14'161,"3"4"1,-4 2-1,-1 0 1134,0 1 387,-1 3-447,-5-2-1052,0 6 0,-5 6 0,1 4 0,0 2 679,3 3-708,1-1 0,0 0 0,0 0 0,0 1 1,0 0 612,0 4-601,0-3 1,0 6 0,0-4 287,0 1-333,0 0 0,0-1 1,0 3-1,0 0 0,0 1 477,0 0-454,0 1 1,0 1 0,0 0 160,0 1-257,0 2 1,-5 1-1,0 1 1,2-2-1,2-2 429,1-1-536,-7 6 1,6 0 0,-4 3 184,3-3-229,2 5 1,0-4 0,0 6 0,-1-3 0,-2-1-8,-2 2 84,0-5 1,5 7 0,0-6 15,0 2 0,0 1 0,-1-6 1,-2 0 9,-2 1-32,0-1 1,5 1-1,0-1 87,0 1 0,0-1 1,0 0-1,0 1 85,0-1-127,0 1 1,0-1-1,0 1 48,0-1 1,0 0-1,0 2 1,0 2 52,0 1-87,0 0 1,-2 1 0,-1-1 7,-1-2 1,-1-1-1,5 0 1,0 2 123,0 1-103,0 0 0,0-4 1,1-1 5,4 1 1,-3-1 0,2-1 0,-2-2 97,-2-1-24,6 0 1,-4-1 0,3 1 24,-4 1 0,-1-3 0,0 0 0,0 1 278,0-1-403,0-5 1,0 8 0,0-6-82,0-1 0,0-3 0,0 0-707,0-1-386,0-6-2162,0-2 1115,0-6 390,0 0 1795,0-6 0,13-46 0,3-18 0</inkml:trace>
  <inkml:trace contextRef="#ctx0" brushRef="#br0" timeOffset="105">22422 15126 8109,'-8'-6'201,"2"4"0,6-10 1,0 2 1164,0-2-581,0 4 0,0 0 377,0 3-947,0-3 1,1 0 0,4 4 0,4 2 0,4 2 481,1 0 1,2-5-412,3 0 0,-2 1 1,6 4-1,-1 0 511,0 0-670,8 0 0,1-5 0,7 0 0,0 2 0,0 2 369,0 1-332,0-7 1,5 6 0,-1-4 87,1 3-235,0 2 0,-6 0 0,1 0 0,2 0 0,3 0 171,4 0-140,-3 0 0,5 0 1,-6 0 185,-1 0-216,1 0 1,4 0-1,-1 0 1,-3 0-1,-4 0 148,1 0-188,-5 0 0,4 0 0,-6 0 133,-1 0-103,4 0 1,-6 0 0,5 0 16,0 0 1,-4 0-52,7 0 37,0 0 0,5 0 0,1 0 44,3 0-61,-2 0 0,5 0 1,-4 0-1,1 0 0,1 0-63,1 0 60,-5 0 1,7 0 0,-7 0-241,-1 0 211,2 0 1,-4 0-1,7 0 1,-2 0 0,-2 0-305,-2 0 307,1 7 0,1-6 0,2 4-29,2-3 69,5-2 1,-4 1 0,5 2-1,-3 2 1,-2-2 63,-4-1-22,0-2 0,-3 0 0,1 1-71,0 4-22,-7-3 0,3 4 1,-4-6-1,1 0 1,5 2-94,5 2 121,-1-2 0,10 4 0,-3-6-43,3 0 67,2 0 0,0 0 0,-2 0 0,-1 0 0,-3 0 48,-2 0-56,4 0 1,-9 0 0,5 0 46,0 0-93,-4 0 0,2 0 1,-7 0-1,-3 0 1,1 0-125,-1 0 135,-3 0 1,-10 0 0,-2 0-147,-1 0 142,4 0 0,-9 0 0,4 0 0,-1 0 0,0 0-165,-1 0 241,4 0 1,-5 0 0,5 0 102,-1 0-118,4 0 0,-9 0 0,3 0 0,-3 0 93,-2 0 202,-6 0-264,-2 0 326,-6 0 110,0 0-50,-6 0 6,4 0-383,-4 0-254,6 0 343,0 0 548,0 7-563,0 0 0,0 8 0,0-1 0,0 0 615,0 0-555,0 0 0,0 5 0,0 0 450,0-1-513,0 4 0,1 0 1,3 6-1,0 1 1,0-1 551,-3 1-555,-1 5 0,0-2 0,0 4 280,0-1-381,0-2 1,0 1 0,0-1 0,0 0 0,0 0 217,0 0-207,0 0 1,0 1 0,0-1 113,0-2-98,0 6 1,0-7 0,0 3 0,0-3-1,0-2 182,0 1-191,6 5 0,-4-4 0,3 4 81,-4-4-134,-1-2 0,0 1 1,0-1-1,0 0 1,0 1-151,0-1 96,0 1 1,0 1 0,0 1 40,0 2-36,0 1 1,0-6 0,-1 0 0,-2 1-1,-4-1-338,-1 1 319,5-1 1,-5 1-1,5-1-139,-2 1 167,1-1 0,2-1 0,-1-2 1,-2-3-1,2 0-195,1 0 234,2-4 1,0 7 0,0-6-113,0-2 146,0 6 1,0-3-1,0 5 1,-1-1 0,-2 0 23,-2-2-39,0 5 1,1-5 0,-1 6 13,2 1 51,-5-1 0,5-4 1,-7-1-1,1 3 1,-1-1 18,1-1-78,5 3 1,-7-10-1,7 7 80,1 1-72,-5-5 0,6 1 1,-3-7-1,2 0 1,0 1-316,-2-1 60,0 0 0,5-4-309,0-1-29,0-6 88,0 3 110,0-6-461,0 0 1,-1-4 0,-2-3-4147,-2 0 3529,0 3 0,1-8 1449,-1 2 0,-32-34 0,-2-10 0</inkml:trace>
  <inkml:trace contextRef="#ctx0" brushRef="#br0" timeOffset="106">22649 15937 6178,'-8'-8'2266,"1"0"0,2 5 473,-5-2-2022,4-6 0,-2 9 439,3-2-316,4 2-142,-6 2 0,9 0-299,3 0 0,3 0 0,6 0 0,0 0 637,0 0-713,1 0 0,5 0 1,4 0-81,3 0 1,1 0 0,0 0 0,2 0 351,4 0-549,-4 0 1,9 0 0,-4 0 76,1 0-59,2 0 0,3 0 0,-1 0 0,-2-2 0,1-1-47,2-2-118,2 1 1,0 4-1,1 0 111,3 0-36,-9 0 0,9 0 1,-9 0-1,3 0 1,4 0 103,2 0-43,-9 0 1,9 0 0,-9 0 59,3 0-116,2 0 1,0 0-1,-1 0 1,1 0-1,0 0-8,-1 0 33,1 0 0,3 0 1,-2 0-55,-3 0 13,-8 0 0,7 0 0,-6 0 0,1 0 0,0 0-338,-3 0 360,4 0 1,-4 0 0,5 0-15,3 0 50,-5 0 1,6 0 0,-3 0 0,3 0 0,1 1 104,1 4-77,0-3 1,-2 4 0,-2-6-47,-1 0-2,0 6 1,3-4 0,-1 3-1,-4-4 1,-1-1-203,-4 0 186,6 6 1,-3-4 0,4 3 3,-4-4-16,2-1 1,-5 0 0,7 0 0,0 0 0,0 0 21,0 0 4,-6 0 1,4 0 0,-3 0 70,5 0-59,-3 0 0,0 2 0,-7 1 1,2 2-1,3-2 52,5-1-46,-3-2 1,0 1 0,-5 2 74,3 2-89,3 0 0,5-5 0,-1 0 0,-2 0 0,1 0 25,2 0-42,2 0 1,-2 0-1,-3 0-145,-5 0 83,3 6 0,-4-4 0,4 2 0,-1-2 0,-3-2-178,-2 0 114,4 0 0,-2 0 0,4 0 106,-1 0 0,3 2 0,-3 1 0,0 2-120,-1-2 226,6-2 0,-9 1 0,6 1 179,-2 2-177,-2-1 1,-3-4 0,1 2 0,2 1 0,-1 2 53,-2-2-37,-1-1 0,-6-2-14,1 0-18,-7 0 1,-3-2 13,-9-3-248,-3 4-30,-9-6-3631,6 7 121,-12 0 2973,12 0 0,-12 0 0,4 2 742,-4 3 0,-52-8 0,-23-5 0,25 5 0,0-1 0,1 1 0</inkml:trace>
  <inkml:trace contextRef="#ctx0" brushRef="#br0" timeOffset="107">22934 15340 8085,'0'-8'833,"1"-3"0,2 4 1254,2-1-1314,0-1 1,-5 3 516,0 6-1069,0 6 0,0 8 1,-2 2-1,-1 1 1,-2 4 153,2 1 0,0 2 0,0 2 1,-2 0 325,2-3-745,1 1 1,2 0 0,0-2 313,0-2-674,0-1 1,0-4 0,0-1-1042,0 0 916,0-6 1,0 0-1204,0-3 0,0-5-458,0 0 1171,0-7 1,0-9 1018,0-2 0,7-30 0,1-12 0</inkml:trace>
  <inkml:trace contextRef="#ctx0" brushRef="#br0" timeOffset="108">22919 15411 8085,'0'-15'44,"-1"1"-44,-4 0 1370,4 0 0,-6 4-568,7 1 0,0 4 0,2-3 539,3 2-1114,2 1 1,8 5 0,-1 0 542,0 0-544,7 6 1,-4 2 0,7 7 0,-1 0 0,1 3 681,0 1-791,-7 0 0,4 0 0,-7 0 70,0-2 1,-4 3-1,-2-1 1,-2-1 375,-3-2-400,-1-2 0,-6 5 1,-3 0 592,-8-2-758,-8-1 0,-4-4 0,-6 0 0,-1-5 0,1 0-311,0-4-349,0 5 1,6-7-1,3 4 20,5-3-1296,4-2 0,2-2 1,5-1-2824,8-2 4761,13-6 0,24-4 0,11-3 0,6-5 0,-1 0 0</inkml:trace>
  <inkml:trace contextRef="#ctx0" brushRef="#br0" timeOffset="109">23488 15354 8085,'0'-14'688,"0"-1"1838,0 1-2026,0 0 1,-6 6 0,-4 3 631,-2 4 1,-3 1-592,1 0 0,-2 0 1,-1 1-1,-2 4 201,2 4-724,1-2 1,6 5 0,3-2-1,0 3 1,4 2 278,2 4-409,1-3 0,0 5 1,1-7 313,4 0-361,3 0 1,6 0 0,0 1-1,0-1 1,2 0-451,3 0 600,-3 1 1,3-1 0,-8-2 26,-2-2 179,1 3 1,-2-10-1,-3 6 1,-5 1 1406,-5-2-1405,-3-2 1,-13-5-1,-2 3 90,-4 0-563,-2 1 1,1-5 0,0 0 0,1-2 0,3-1-3272,5-1 1928,3-1 1,4 3-2793,2-2 3394,4-4 1015,12 0 0,53-24 0,-21 16 0,1 1 0</inkml:trace>
  <inkml:trace contextRef="#ctx0" brushRef="#br0" timeOffset="110">23616 15368 8070,'0'-8'2849,"0"-5"1,0 10-1498,0-6-1209,0 6 1,8-5-1,5 5 1,6-2-1,3 2-166,3 1-134,2 2 1,1-1 0,1-3 0,-1 0 0,-1 0-2292,-3 3 1200,-4 1 0,-10 0-1370,-1 0 2438,-6 0 0,2 0 1,-11 0-1,-7 0 1,-4 0 179,-1 0 0,-4 0 0,6 0 0,-2 0 0,2 0 323,2 0 0,4 0 0,1 0 3058,-3 0-2737,6 0 1,-2 0 0,5 1 2080,-2 4-2057,1-3 0,4 12 0,0-1 0,0 6 0,0 3 1756,0 3-2022,0-5 0,-5 7 0,0-1 370,2 5-499,1-1 1,2 3 0,-1-7 0,-2-4 0,-2 0 321,2 0-767,1-5 0,2-1-254,0-6-3037,0-7-959,0 3 3426,0-6 0,2-6-1553,3-4 1894,-4 4 655,5-7 0,7-20 0,3-13 0</inkml:trace>
  <inkml:trace contextRef="#ctx0" brushRef="#br0" timeOffset="111">24981 15254 7893,'0'-14'97,"0"0"0,0 0 0,0-1 2452,0 1-717,0 0-689,0 6-1015,0 2 0,0 7 0,0 4 0,0 4 0,0 4 532,0 1-483,0 1 1,0 0-1,0 3 1,2 2 0,1 2 597,1 4-609,1 1 1,-5 1-1,0 0 354,0 1-443,0 6 1,-1-5-1,-3 3 1,0-3 0,1 0 261,1 3-323,2-3 0,0 9 0,0-5-224,0-3 145,0 6 1,0-6 0,0 5 0,0-1 0,0-3-226,0-2 268,0-2 0,0 5 1,0 1-94,0-3 120,0-1 1,-5-1-1,1-1 1,0 2-1,3 2 33,1 1 133,0 0 1,-2-5 0,-1 1 314,-2-1-444,1 1 0,4-1 0,0 1 1,0-1-1,0 0 228,0 1-303,0-1 1,-2-4-1,-1 0 201,-2 1-204,0 2 0,5 1 1,0 1-1,-1-2 1,-2-2-159,-2-1 155,0-1 0,5 7 1,0 2-7,0 1 68,0 0 1,0-4 0,0-1 0,0 0 0,0 1 65,0-1-66,6 1 1,-4-1 0,3 1 290,-4-1-306,-1 1 0,0-6 0,0-1 1,0 0-1,0 1 237,0 2-146,0-5 1,0 1 0,-1-5 248,-4 3-278,3-4 0,-4 8 1,6-6-1,0 2 0,0-2 309,0-1-263,0 5 1,0-6 0,0 4 113,0-3-264,0-2 0,0 1 0,-1-1 1,-3 0-342,0 0-546,-1-6 515,5-2-5,0-6 1,0-1-2412,0-4 2103,0-3 1,2-6-1,1 0-3373,1 0 4090,7-7 0,10-20 0,4-10 0,6-6 0,0-1 0</inkml:trace>
  <inkml:trace contextRef="#ctx0" brushRef="#br0" timeOffset="112">25280 15268 7505,'0'-7'-84,"0"-1"2184,0 3-1383,0 3 1,0-6 943,0 4-1014,0 2-5,0-4-340,0 12 0,0-3 0,0 7 662,0 1-691,-7 1 0,6 3 1,-4-1 27,3 0-220,2 0 1,0 1 0,0 0 0,0 3 451,0 1-667,0 0 0,2-5 1,3 0 98,4 0-22,4-6 0,1-2 0,0-6 0,0 0 0,2 0 202,3 0 36,-3 0 0,5-6 1,-7-3 675,0-4-742,-6-1 0,3-2 0,-6-1 0,-2-4 0,-2 1 274,-1-1-347,0-4 1,-6 9 0,-3-3-731,-4 3 375,-8 2 0,4 1 0,-5 4 0,0 4 0,1 4-3855,1 1 3303,1 0 1,6 1 0,4 4-479,4 4 1,-1 9 1342,1 1 0,32 44 0,12 6 0</inkml:trace>
  <inkml:trace contextRef="#ctx0" brushRef="#br0" timeOffset="113">25621 15325 8065,'0'-14'232,"0"0"0,0 0 1,0-1-1,0 1 2365,0 0-691,0 6-1342,0-5 0,0 13 1,0 0 464,0 8-851,0 5 0,-5 1 0,0 2-53,2 3 0,2-3 0,1 3 0,0-3 164,0-2-440,0 0 0,0 0 0,0 0 78,0 1 1,6-6-1,3-1 1,4-2-124,1-3 1,0-1 1,7-2 0,3 0 147,3 0 194,-5-6 0,3-2 0,-6-8 0,-2-1 0,-1-2 734,-2 1-857,1-4 0,-8 5 1,-2-5 263,-3 1-445,-2-4 1,-5 9 0,-1-3-1,-2 5 1,-2 3-2386,2 1 1522,-4 7 1,4-3-1,-5 7 1,2 3 1019,2 0 0,6 33 0,-4 2 0</inkml:trace>
  <inkml:trace contextRef="#ctx0" brushRef="#br0" timeOffset="114">25948 15254 8153,'0'-8'783,"0"0"228,0 4 0,0-4 0,1-5 1560,4 4-2034,3 2 0,6 6 0,2-2-308,3-2 0,2 0 0,4 5 0,-3 0-238,-2 0-1080,6 0 1,-10 0-401,3 0 1,-8 5-1072,-2 0 2177,-6 6 0,2-10 0,-10 4 0,-4-3 1,-4-2-1289,-1 0 1711,0 0 0,-1 0 0,1 0-40,0 0 308,0 0 0,4 0 0,1 0 1717,-2 0-1578,4 0 0,0 0 0,3 1 505,0 4 0,-1-2 0,5 7 1589,0 1-1768,0 1 1,-5-2-1,0 1 325,2 5-713,2-2 0,1 6 0,0-5 0,0 0 0,0 3 950,0 1-1247,0 0 1,0-5 0,0 0 177,0 0-656,0-6 0,0 5-2057,0-4 994,0-2 1,1-1-1565,4-6 1011,-3 0 1,5 0 2005,-2 0 0,16-19 0,9-5 0</inkml:trace>
  <inkml:trace contextRef="#ctx0" brushRef="#br0" timeOffset="115">26389 15354 8065,'-8'-8'-6,"-3"-5"0,4 4 0,1-4 2299,0-1 539,1 6-1103,5 2-1349,0 6 0,1 1 0,3 4 346,0 4 1,6 4-433,-5 1 0,1 5 0,-3 0 0,2 0 531,-2 2-699,-1-6 0,2 11 0,1-7-112,-2-2 1,-1-1 0,-2-2 27,0 0 213,0 1 1,0-6 469,0 1-770,0-7 0,-2-8-1454,-3-9 1279,-2-4 0,-1-2 0,3-4 1,3-4-1,2-6-844,0-3 679,7-4 1,1-2-1,6 2 150,0 3 1,0 3-1,0 8 1,2 4-304,3 4 458,-9 9 1,9 4 0,-10 6 0,2 1 0,0 6-152,-1 7 419,-7 0 0,3 8 0,-7-4-65,-4 1-23,-3 6 0,-2-9 0,1 3 0,-4-4 0,-2 0-441,-4-1-95,0 0 1,4-4 0,1-3-363,0 0 0,1 4 1,2-3-1,3 1-852,2 1 1650,-5-7 0,28 9 0,1-4 0</inkml:trace>
  <inkml:trace contextRef="#ctx0" brushRef="#br0" timeOffset="116">26644 15340 8065,'0'-15'1544,"0"6"422,0-1-951,0 1 0,-1 1 758,-4 3-1498,-3 4 0,-1 4 0,1 5 732,2 6-842,-5 3 0,7-2 0,-4 0 0,2 3 0,3 1-88,1-2-43,2-1 0,5-7 1,1 1-134,2 1 1,7-5 0,5-1-1,2-4-488,4-1 553,0 0 0,-2-1 1,0-4 33,1-4 0,-4-4 1,-2-1-1,-4 0 312,0-1-402,-1-5 0,-6 4 0,-4-3-444,-2 3 0,-4 2 0,-4 1 0,-8 4-2376,-8 4 1948,-5 4 1,-2 1 0,1 1 404,0 4 1,5 3 0,3 6 0,1 0 556,0 1 0,25 18 0,12 5 0</inkml:trace>
  <inkml:trace contextRef="#ctx0" brushRef="#br0" timeOffset="117">26758 15340 8033,'0'-8'-252,"2"0"198,3 3 250,-4 3 1,7-4 0,-3 5 221,4-4-264,4 3 1,-4-4-223,1 6-322,-1 0 390,-1 0 0,-27 25 0,-12 7 0</inkml:trace>
  <inkml:trace contextRef="#ctx0" brushRef="#br0" timeOffset="118">22806 16377 6150,'0'-8'0,"0"2"0,0 6 0,-7 0 0,6-1 0,-6-3 0,1 0-72,5-1 1,-7 5 335,3 0-161,3 0 1,-4-2 79,6-2 201,0 2-141,-6-4 40,4 6 1,-4-2 272,6-3 112,0 4 257,0-6-316,0 7 666,0 0-471,0-6 433,0 5-723,0-6 196,0 7-166,0 0 1,0 7-102,0 2-328,0 4 0,0 1 0,0 0 347,0 0-417,0 1 0,0 0 1,0 3-1,0 1 0,0-2 215,0-1-425,0-2 1,0 0 150,0 0 56,0 1 1,0-6 603,0 1-557,0-7 0,0 2 114,0-10-283,0 3 0,0-10 1,0 2-1,0-4 1,0-5-577,0-5 576,0 4 1,0-7 0,0 3-370,0-3 398,0-1 0,0 6 1,0 1-1,0 2 85,0 0 32,0 0 1,0 10-573,0-1 507,0 7 0,0-1 0,0 8 0,0 6 0,0 4 627,0 5-477,0 3 0,0 5 0,0-2-21,0-1-24,0 0 1,0 4-1,0 0 1,0-1-1,0-3 350,0-5-438,0-3 0,0 3 61,0 0-10,0-7 501,0 1-442,0-12 1,0 4-40,0-10-478,0 4 1,0-12 0,0 4-3980,0-4 2742,0 5 0,0 0 1626,0 4 0,0-4 0,0-7 0</inkml:trace>
  <inkml:trace contextRef="#ctx0" brushRef="#br0" timeOffset="119">22976 16335 8201,'0'-15'715,"0"6"0,0-1 1,2 1 2092,3 1-2036,-4-5 1,6 13 0,-7 0 895,0 8-1280,0 5 1,0 3-1,1 1 1,2 4-1,2 1 722,-2 3-923,-1 2 1,-2 1 0,1 1 0,2-2 0,2-2 398,-2-1-449,-1-7 1,-2 8 0,0-6-33,0-1 0,0-3 33,0 0 59,0-7-91,0-2 1,0-8 0,0-2-577,0-6 132,-6-3 0,4-1 0,-4 0-203,-1 0 0,6-7 1,-4-2-1,4-4-652,1-2 962,0 1 0,4-2 0,3-2 127,0-1 1,-2 1-1,5 7 1,1 3 96,1 2-7,3 1 0,-1 6 1,0 3 86,0 6 1,5 2 0,2 2-1,-1 0 431,1 0-407,-2 6 0,-5 2 1,0 7 63,0-1 1,-6 0 0,-1 0 0,-3 0 409,1 1-374,0-1 1,-5 0 0,0 0 212,0 1-232,-6-1 1,-2-5 0,-8 1 0,-2-1 0,-2 1-618,-2-1 195,-2-6 1,0 4 0,2-7-2128,2 0 1238,-5 0 1,9 0 0,-3 1-3525,3 4 3347,8-3 1310,2 4 0,50 6 0,11 4 0</inkml:trace>
  <inkml:trace contextRef="#ctx0" brushRef="#br0" timeOffset="120">23573 16363 7479,'8'0'-378,"-1"0"1,-26 6-1,-5 2 1</inkml:trace>
  <inkml:trace contextRef="#ctx0" brushRef="#br0" timeOffset="121">23545 16349 7492,'0'-14'-1199,"-2"-1"1933,-2 1 1,2 5-1,-3-1 221,4-1-579,1-1 1,0 2 747,0 1-173,0 5-287,0-2-426,0 6 1,0 2 0,0 2 0,1 6 0,3 4 1188,0 5-1208,1-3 0,0 11 0,-1-4 534,0 4-643,-3 2 0,-1-1 0,0-1 1,0-2-1,0-3 406,0-1-545,0 4 1,0-9-1,0 3 318,0-3-1009,0-2 1,0-5-556,0 1-1378,0-7 612,0 3 1,2-6 2040,3 0 0,-4-31 0,5-9 0</inkml:trace>
  <inkml:trace contextRef="#ctx0" brushRef="#br0" timeOffset="122">23559 16349 8060,'0'-14'467,"-6"-1"0,4 1 0,-2 0 360,2 0 167,2 0 1,0-1-357,0 1 1,8 0 0,5 1 508,4 4-870,2 3 0,0 6 0,1 0 625,3 0-791,0 0 1,1 4 0,-2 3 0,0 0 323,0 5-539,-4 0 1,-3 2 0,-7 1 343,-1-1-328,-3-6 0,-5 4 0,-4-2 0,-4 1 0,-4 0-14,-1-2-129,-7 1 1,4-2 0,-5-2-118,1 0-278,-4-4 0,8 6 1,-6-5-1,3 2-3058,2-2 2594,3 5 1090,7-7 0,20 12 0,12-5 0</inkml:trace>
  <inkml:trace contextRef="#ctx0" brushRef="#br0" timeOffset="123">23858 16434 7489,'0'-8'-611,"0"-4"2222,0 2-326,0 4 0,0-7 1048,0 4-1415,0 2-226,0 1 1,0 8-181,0 2 1,0 4-1,0 7 495,0-1-943,0 6 1,5-4 0,-1 3-1,-1-3 1,-1-2-79,-2 0-44,0 0 0,0-4 1,2-1-216,2 2-100,-2-4 1,4 5 34,-6-2 88,0-4 85,0 1 0,0-18 0,0-5-755,0-5 671,0-3 1,0-4-1,2-2-509,3-3 654,-4 3 1,12 0-1,-4 6 1,2 0-1,0 2-333,-1 3 332,-1 10 0,6-2 1,-1 6 417,0 2-219,0 1 1,0 7 0,-1 1 0,-3 2 0,-6 3 836,-2 2-763,4 1 0,-4 0 0,2 1 340,-2-1-440,-8 6 1,3-7 0,-7 3 0,-1-2 0,-3-3 237,-5 2-462,3-7 1,-4 7 0,5-5 89,1 0-209,0-2 0,0-1 0,-1-1-456,1-1 1558,6-1-591,2 4-24,12-4 1,2 6-1,6-5 1,1 2 0,-1-2 1521,0-2-1460,0 6 0,1-6 0,-1 4 493,0-3-861,0 4 1,0-4 0,1 2 0,-1-1-1974,0 2 1617,-6-3 0,3 6-1391,-6-4 827,6-2 1,-10 11 0,4-4-1940,-3 4 2953,-2-5 0,-7-8 0,0-8 0</inkml:trace>
  <inkml:trace contextRef="#ctx0" brushRef="#br0" timeOffset="124">24199 16392 8060,'0'-8'1540,"0"-5"363,0 4-411,0 2 0,0-1-511,0 4 1,0 4-199,0 0-149,0 6 0,0 13 0,0 1 443,0 2-904,-6-4 0,4 9 0,-3-5 0,4 2 0,1-2 82,0-2-394,0-1 0,0-5 0,0 2 271,0 3-241,6-9 0,-3 7 1,7-11-1,1 1 0,1-1-1657,3-3 1025,-1-1 0,0-2 1,0 0-1541,1 0 913,5-7 0,-4 6 0,3-6 1368,-3 1 0,-34-8 0,-7-8 0</inkml:trace>
  <inkml:trace contextRef="#ctx0" brushRef="#br0" timeOffset="125">24256 16591 8060,'-6'-8'1926,"4"1"0,-6 3-333,3-1 1774,4-6-2310,-6 9 0,9-10-1426,3 2 248,3 4 0,6-1 1,0 7-2108,0 0 913,-6-6 0,5 5 0,-4-4-2621,4 3 3109,1 2 1,-6-1 826,-3-4 0,-54-16 0,-14-9 0</inkml:trace>
  <inkml:trace contextRef="#ctx0" brushRef="#br0" timeOffset="126">24242 16434 8060,'-7'-8'-1096,"6"-4"3948,-4 2-1259,3 4-235,2-7 0,2 5-525,3-6-1094,3 6 0,1 2 1,1 6-589,1 0 45,1 0 1,3 0-1,-1 0 804,0 0 0,19 6 0,5 2 0</inkml:trace>
  <inkml:trace contextRef="#ctx0" brushRef="#br0" timeOffset="127">24498 16306 7494,'8'0'-496,"3"-1"4396,-7-4-1856,1 3-594,-5-4 1,2 6-929,2 0-183,-2 0 1,4 6-1,-6 5 736,0 7-868,0-2 1,5 10-1,0-3 1,-2 0-1,-2 1 429,-1 1-503,0 2 0,0 0 1,0-2-14,0-1-77,0-7 1,0 4 0,0-7 0,0 0-436,0 0 407,0-6 1094,0-1-1193,0-7 1,0-8-1,0-5 1,0-6-946,0-3 525,-6 5 1,3-10 0,-5 3-570,2-3 802,1-1 1,5-5 0,0-1 0,0 1 0,0 0-1398,0 0 1486,0 6 0,6 0 0,4 7-283,2 2 325,3-1 0,4 16 0,1-5 1,1 2-1,-1 3-104,-2 1-85,-3 2 1,0 7 0,-1 1-725,0-1 691,-6 6 1,-2-5-1,-6 6 1,0 0-1,0 1-2195,0-1 2557,0-6 0,-38 23 0,-9 1 0</inkml:trace>
  <inkml:trace contextRef="#ctx0" brushRef="#br0" timeOffset="128">24569 16463 8060,'8'0'-746,"4"0"498,-2 0 1450,-4 0 0,7-2 0,-4-1 312,4-2-1010,-5 0 0,4 1 0,-4-3 0,2 1 0,-1 0-350,2 3-359,2-5 1,-4 6-1,1-3-325,1 4-1410,-5 1 1,2 0 1939,-3 0 0,-29 31 0,-1 9 0</inkml:trace>
  <inkml:trace contextRef="#ctx0" brushRef="#br0" timeOffset="129">24697 16633 8060,'0'-8'-230,"0"0"2903,0 4-1519,0 2 1,0-6-1,0 3 2139,0-4-1963,0 3-508,0-1-356,0 1 0,1 4 894,4-2-1205,3 8 0,1 0 0,1 5-76,1 2-125,2 2 0,-1-4 0,-1 1 0,-1 1 0,1 1-616,1 3 291,-4-7 1,5 4-1254,-4-2 0,4 2-2198,1 3 2246,-6-8 0,5 4-1139,-4-6 2715,-2 0 0,-7-30 0,-8-7 0</inkml:trace>
  <inkml:trace contextRef="#ctx0" brushRef="#br0" timeOffset="130">24867 16633 6730,'-6'-14'815,"4"6"0,-6-3 1,5 5 3019,-1-2-2592,-1 5 0,0-5-350,0 3 0,-1 3 0,1-1 761,-4 6-1223,-4-1 1,4 11-1,-1-4 1259,-1 4-1335,-1 7 0,-3-4 1,1 3-1,1-3 1,2 0 1307,2 3-1620,-1-4 0,1 1 0,1-6 180,2 1 1,-1-3 130,3 1-2225,2-6-1436,-4 4 0,7-7-2552,4 0 3672,-3 0 2187,10 0 0,22-13 0,11-3 0</inkml:trace>
  <inkml:trace contextRef="#ctx0" brushRef="#br0" timeOffset="131">25351 16249 8092,'0'-8'116,"-2"-4"0,-1 2 1368,-2-2-267,0-2 0,5 4 851,0 1-1710,0 5 1,0 0 0,0 8 0,0 6 1080,0 3-1098,0 1 1,-4 5 0,-1 1-151,2 2 1,1-3 0,2 3-1,0 1-3,0-1-166,0-5 0,0 4 0,0-7-542,0 0 1,0 0-1,0 0-2186,0 1 1779,0-7 1,0-1-2205,0-2 1422,0-3 1709,7 4 0,0-50 0,8-11 0</inkml:trace>
  <inkml:trace contextRef="#ctx0" brushRef="#br0" timeOffset="132">25322 16235 7825,'0'-8'3216,"0"0"-1823,0 4-679,0 2 1,2-4 79,3 6 1,-2 1-168,6 4 0,1 3 0,4 6 0,0 0 823,0 1-1195,1 5 1,4-3 0,-1 6-77,0-3 0,-2-1 0,-2-3 0,0 1 316,0 2-619,1 0 0,-1-9 414,0-1-691,0 1 0,-4-2-242,-1-4 527,1-2 1,-3-8 0,-2-4 5,-3-3 45,4-1 1,-4-2 0,2-1-1,0-4 1,-1-1-827,2-3 723,-1 5 1,-4-7 0,0 5 20,0-1 0,0 3 1,0 6 9,0 0-439,0-1 0,-1 7-11,-4 4 1,3 4 0,-4 4-647,0 6 543,4 3 1,-4 1 0,4 0-499,-3 0 1188,4 0 0,-12 32 0,5 8 0</inkml:trace>
  <inkml:trace contextRef="#ctx0" brushRef="#br0" timeOffset="133">25806 16249 8096,'-8'0'242,"-5"0"1814,4 0-53,-4-6-1012,-1 4 241,6-4 361,2 6-270,6 0-885,6 0 1,-3 6-1,7 4 1,1 3-1,1 1 955,2 0-1393,1 0 1,-1 0-1,0 1-63,0-1 0,1 0 0,-1 0 0,0-1-185,0-4-9,-6 4 1,5-7-1,-5 5-145,0-1-1315,4-7 0,-9 8 0,5-5-2563,-1 2 1454,-3-4 2826,-4 2 0,-12-50 0,-4-12 0</inkml:trace>
  <inkml:trace contextRef="#ctx0" brushRef="#br0" timeOffset="134">25948 16249 8096,'-8'-6'3147,"-3"3"-1828,6-7 1558,0 7-2218,-1-3 0,3 6 0,-7 2 473,-1 2-839,5 4 1,-7 8 0,4 1 573,-4 2-775,5 7 1,-4-9 0,2 5 0,-2 0 0,-1-1 359,4-1-659,-4-1 1,7-5-1,-5 1 200,1-1-746,7 0 1,-5-6 0,5-2-3061,-2 1-1207,0-6 2548,5 5 2472,7-6 0,13-25 0,10-6 0</inkml:trace>
  <inkml:trace contextRef="#ctx0" brushRef="#br0" timeOffset="135">25990 16235 9339,'0'-8'2655,"7"0"1,2 5-1711,4-2 1,1-1 0,2 3 0,1-2 644,2 2-2067,7 2 1,-6 1 0,4 0 0,-5 0 0,-3 0-3170,-2 0 2762,0 0 0,0 0-1760,0 0 0,-6 1 2644,-3 4 0,-10-4 0,-3 6 0,-6-7 0,0 0 0,-19 0 0,-5 0 0</inkml:trace>
  <inkml:trace contextRef="#ctx0" brushRef="#br0" timeOffset="136">26147 16207 8125,'-6'8'391,"2"-2"1099,-5-6-94,6 0-190,-4 0 210,7 0 0,-1 2 0,-2 2 1808,-2 6-2875,0 2 1,5-2-1,-1-1 1,-3 2-1,0 2 1039,1 1-1331,1 0 0,2 1 0,0-1 180,0 0-156,0 0 1,0 1 0,0-1 0,0 0-284,0 0-2436,0 0 1629,0-6-4108,0-1 320,0-1 3903,0-4 0,2 4 894,2-6 0,36 6 0,14 2 0</inkml:trace>
  <inkml:trace contextRef="#ctx0" brushRef="#br0" timeOffset="137">26346 16576 8061,'-14'-6'1703,"1"3"2007,4-7-2118,2 7 325,7-3-1041,0 6-1584,0 0 0,7-5-1191,2 0 840,4 1 0,-4 4 0,1 0 1,1 0 1058,1 0 0,28-7 0,6-1 0</inkml:trace>
  <inkml:trace contextRef="#ctx0" brushRef="#br0" timeOffset="138">26573 16335 8061,'0'-8'197,"-4"-5"-197,-1 4 4393,0 2-2390,-1-5 0,3 10 342,-7-3-1905,7 10 0,-3 8 0,4 7-4,-3 2 1,4-3 0,-4 5-1,4 0-97,1-2-283,0 5 0,0-10 0,0 5-661,0-1-46,0-2 0,-2-5 1,-1 0-1,-2 0-3195,2 1 1367,1-8 346,2 0 1853,0-7 0,0-2 0,-1-3 0,-2-4 1,-2-4-848,2-1 1159,1 0 1,2 0 0,0-1 765,0 1-634,0 6 1,5-4-1,1 4 1,2-2-1,3 2 1205,2 2-1000,1 1 0,2 1 1,1-1 354,2 2-639,0 1 1,-3 1 0,1-3 0,2 0-1,-1 1-785,-3 1 375,0 2 0,-1-5 0,-2-1-694,-2-2 815,3 5 1,-7-10-1,3 4 1,-2-4-1,-3-1-107,1 0 266,0-1 1,-5 6-1,0-1 558,0-1 210,0 5 0,0-2 1984,0 3-2283,0 10 1,0-3 0,0 14 1233,0 3-1235,0-4 0,-2 12 1,-1-3-1,-3 3 1,0 0 1353,-1-4-1561,-4 4 1,10-9-1,-4 4 308,3-2-1006,-4-1 0,4-5-1027,-2 1-1319,2-1-658,2-6 1963,0-2 0,0-8 1,2-1 1522,2-1 0,30-58 0,-12 26 0,1 1 0</inkml:trace>
  <inkml:trace contextRef="#ctx0" brushRef="#br0" timeOffset="139">26900 16406 9603,'0'-8'4622,"0"2"-3494,0 6 787,0 0-1234,-6 0 1,3 6 0,-5 3-1,2 4 625,3 1-1336,1 0 1,2 1 0,0-1 290,0 0-387,6 0 0,-3-4 0,9-1 0,2 1 0,3-2-153,0-4 76,6 4 0,-8-6 0,6 3-717,-1-4 965,-4-7 0,5-2 1,-7-6-1,-1-2 1,-2-3 444,-2-5-514,-6 4 0,2-7 1,-10 3-761,-4-3 478,-4-1 0,-3 1 1,-1 3-1,-2 7 1,0 6-2700,-1 6 2499,4 4 1,-9 1 0,6 1-2505,1 4 2127,9 9 1,-2 3 882,6 7 0,25 44 0,-4-26 0,0 0 0</inkml:trace>
  <inkml:trace contextRef="#ctx0" brushRef="#br0" timeOffset="140">27156 16406 8061,'0'-14'769,"7"-1"1,-6 6 0,4-1 325,-3-1 2555,-2-1-1965,0 4 0,1 1 34,4 7-1299,-4 7 0,6 5 0,-7 9 1379,0 1-1527,0-5 0,0 9 0,0-6 0,0 1 1,0-1 696,0-2-1037,0-3 1,0 0 0,0-1-102,0 0 305,0-6 1,0 5 3,0-4-127,0-3 0,-5-1 114,0-10-641,1-9 0,-1-3 0,0-5 0,2-2 0,1-1-1871,2-5 1901,0-8 0,7 6 0,2-4-705,4 1 1038,1-4 1,2 13 0,1 1 0,2 6 0,0 8-557,2 3 630,-6 4 1,6 5 0,-7 4 381,0 4-196,1 4 1,-8 3 0,-2 1 0,-3 2 0,-2-2 1771,0-1-1536,0 5 0,-7-5 0,-2 3 270,-4-4-680,-1-7 1,-5 5-1,-1-5 1,-2 0-1,-2-4-865,2-2-544,-5-2 0,10 2 1,-6 1-255,3 1-1651,1 1 3379,5 1 0,-13 9 0,-3 7 0</inkml:trace>
  <inkml:trace contextRef="#ctx0" brushRef="#br0" timeOffset="141">25820 16733 8831,'-8'-7'1499,"2"6"0,4-10 0,-1 4 0,-2 0 3283,2-5-4532,8 6 0,-2 0 1,8 6-1,3-2 0,5-1 1,3-2-1,4 2 766,0 2-1293,3 1 1,-2 0 0,-4 0 0,-4 0 0,-3 0-2737,-2 0 1770,1 0 1,-6 0-1,-1 1 1,-3 2-2132,-7 2 3005,2 6 0,-14-8 1,1 5-574,-4-1 855,-2-3 1,3 1 0,-1 0 0,-2-2 132,1-1 1041,9-2 0,-4 4 2204,4 1-1494,2 0 1,0-5 909,2 0-1458,3 6 1,-4-3-128,6 7-858,-6-1 1,4 1-1,-3-1 1,4 2 0,1 2 489,0 1-772,0 7 0,-5-6 0,0 4-152,2-3-92,2-2 1,1 1 0,-2-1 0,-1 0 0,-2 0-2240,2 0 2161,-5-6 1,5 3 0,-7-6-909,-1-2 942,5 5 1,-7-6 0,4 2 0,-4-2-59,-1-2 434,6 0 1,-3-2 304,6-2 462,1 2-701,4-4 1,6 6 0,5 0 716,6 0-781,-1-6 1,9 4-1,-4-3 1,1 4 0,2 1-1206,-2 0 856,5 0 1,-7-5-1,6 0-2385,-3 2 1628,-5 1 1,2 1-1,-6-2 1,1-2-2095,-1 2 2422,0 1 1,-5 1 705,1-4 0,-13-35 0,1-13 0</inkml:trace>
  <inkml:trace contextRef="#ctx0" brushRef="#br0" timeOffset="142">26118 16861 8045,'8'0'1775,"5"0"-1060,-5-7 1,0 4 2819,-3-6-1552,-4 6-1037,-1-4-227,0 7-138,0 0 1,-1 7-1,-3 2 683,0 4-1070,-1 1 1,5 0-106,0 0 15,0 1 1,0-1 0,0 0-245,0 0 128,0-6 1,0 0 271,0-3-334,0-4 32,0 6-472,0-14 1,0-1-1,0-6-9,0 0 179,0-7 0,0-1 0,0-5 0,0 2 0,1 2-1612,4-3 1786,3-1 1,6 5 0,1 3-293,-1 4 476,0 7 0,5 0 1,1 5-1,1-2 1,0 3 252,-4 5-232,-8-1 1,4 11 0,-5-4 437,0 4-249,-2 7 1,-6-9 0,0 4 0,0-3 0,0 1 1205,0 1-1157,-6-6 1,-2 3-1,-8-5 202,-3 2-749,-3-5 0,-6 4 1,-1-7-1,2 0 0,2 0-1822,1 0-439,7 0 0,-4 1 2535,7 4 0,6-3 0,2 4 0</inkml:trace>
  <inkml:trace contextRef="#ctx0" brushRef="#br0" timeOffset="143">22507 17458 8014,'0'-14'756,"0"6"1,0-5 1957,0 4-484,0 2-745,0 1-1506,0 6 0,0 1 1,0 4 851,0 5-640,0 2 1,0 4 0,0 3 0,0 3-1,0 2 918,0 0-916,0-1 1,5 10 0,1 1 31,2-3 1,-5-4 0,4 0 0,-3 5 245,1 2-329,6-2 1,-9 4 0,2-4 257,-2 1-323,-2 0 0,5 0 1,-1 0-1,0-1 0,-3-4-295,-1-4 185,0 3 1,0-5 0,-1 5-278,-4-3 321,3-4 1,-4-6 0,6 1-1,0-1-75,0 0 20,0 0 59,0-6-77,6-1 1,-3-7 146,7 0 170,-7 0 1,10 0-26,-4 0-173,4 0 0,1-2 0,0-1 0,1-2 0,0 2 99,4 1-126,3-4 1,2 4 0,0-2-45,1 2 11,8 2 1,-1-5-1,4 1 1,-1 0 0,-2 3-81,2 1 77,-5 0 1,9 0 0,-5 0-88,-3 0 74,5 0 1,-6 5 0,4-1 0,-3 0 0,1-3-66,1-1 77,-6 0 0,0 5 0,-5 0-259,0-2 242,5-2 1,-7-1 0,6 0 0,-3 0 0,3 0-113,0 0 123,3 0 1,-5 0 0,-1 0-55,3 0 98,0 0 1,4 0-1,2 0 1,1 0-1,-1 0-23,-2 0 22,5 0 1,-4-1 0,5-2 41,-1-2-59,-2 0 1,-4 5 0,-1 0-1,2-1 1,0-3-4,-1 0-19,2-1 1,-9 5 0,7-2-77,-1-2 83,1 2 0,-6-4 0,1 6 0,1 0 0,2-2-164,2-3 180,5 4 0,-2-6 0,6 7 91,1 0-59,3 0 0,2 0 1,2 0-1,1 0 0,-1 0 242,-2 0-176,5-6 0,-3 5 0,4-4 50,-1 3-145,-1 2 1,-10 0 0,0 0-1,0 0 1,-2 0 56,-3 0-112,-3 0 1,-2 0 0,1 0 121,-1 0-127,1 0 1,-2 0 0,-2 0 0,-3 0 0,0 0 22,0 0 14,2 0 1,3 0 0,-2 0 5,-1 0-7,-1 0 0,6 0 1,-1 0-1,1 0 0,-1 0-82,1 0 76,-1 0 1,1 0 0,-1 0-62,0 0 70,1 0 0,4 0 0,2 0 0,1 0 0,4 0-28,1 0 25,-5 0 0,5 0 0,-3 0-57,3 0 28,-5 0 1,4-5-1,-7 1 1,0 1 0,2 1-111,3 2 55,-3 0 1,1 0 0,-4 0 17,1 0 64,6 0 1,-7 0-1,4 0 1,-1 0-1,-3 0 15,-2 0-11,4 0 0,-4 0 1,3 0-24,-3 0 160,-1 0 0,-7 0 0,-1 0 0,-2 0-359,0 0 214,-1 0 1,-2 0-145,3 0 112,-3 0 0,5 0 1,-7 0-1,0-2-12,0-2 84,0 2 313,-6-4-387,-1-1 1,-7 4-1,-2-6-193,-3-2-270,-3-2 0,-1 4 23,-1-1-613,1 7 0,0-8 0,-1 6 1,-1 2-1854,-2 2 1299,-1 1 0,-5 0 1654,0 0 0,-15-16 0,-8-6 0,0-2 0,-1 0 0</inkml:trace>
  <inkml:trace contextRef="#ctx0" brushRef="#br0" timeOffset="144">27085 17486 8079,'-6'-35'-239,"0"4"1,-5-4 1186,1 5-575,7-2 0,-3 17 1,6-4 338,0 3 0,1 2-209,4 0 1,-4 4-1,6 2 673,-1 2-709,-4 1 0,4 7 0,-6 2 353,0 6-581,0 3 130,0 1 1,0 6 115,0 4-312,0 9 1,-5-1 0,-1 4 0,-2 0 0,-1-1 387,1 0-409,-5 4 1,10-7 0,-5 6 43,2 1-135,1-4 1,0 0 0,0-7 0,2 1-1,2-1-212,1 1 39,0-1 1,0-6 0,0-3-434,0-3 179,6-2 1,-4 0 0,4-1 0,-1-2-1602,-1-1 577,1-1 1,-5 0-1126,0 1 2010,0-1 0,-6 4 0,-4-2 0,-4-3 505,-5-2 0,-22-15 0,-9-9 0,-8-1 0,0-1 0</inkml:trace>
  <inkml:trace contextRef="#ctx0" brushRef="#br0" timeOffset="145">25109 17301 8302,'14'0'278,"0"5"1,-1 1 0,-3 2 1537,-6 3-1551,-2 2 1,-13 1 0,-3 0-1,-4 2 1,-2 3 0,-6 6-1,-4 6 769,-3 2 0,5 8-694,4 1 1,7 1 0,-2 6-1,5 0 1055,4 3-1073,4-3 0,6-2 1,0-9-1,1-4 1,2-6 1232,2-4-1159,6-4 1,-9-10-8,3-1-223,2-6 1,-5 2-81,3-10-1968,-4-3 1309,-1 1-1119,0 0 1,-4 6 0,-3-3 0,-1 0 1691,-3 1 0,5 45 0,0 14 0</inkml:trace>
  <inkml:trace contextRef="#ctx0" brushRef="#br0" timeOffset="146">25450 15396 9079,'0'-8'1537,"2"2"-321,3 6-983,-4 0 1,7 0 0,-3 0-1,4 0 1,4 0 0,3 2-1,3 1 1,6 2 0,5-1 2014,3 3-2078,13-6 1,-7 10 0,14-6 0,0-2 0,3-1 627,0-2-641,1 0 1,0 0-1,-2 0-6,-2 0 0,-4 0 0,-7 1 1,1 3-56,-1 0-167,-5 1 1,-2 0-1,-7 1-186,0 2 211,1-5 0,-7 5 0,-3-5 0,-3 2 0,-2-2-104,0-1-266,0-2 0,-4 0-75,-1 0 152,-5 0 0,2-2-688,-6-3-1177,0 4 1092,0-6 190,-6 7 1,-2 0-1,-8 0 1,-3 0 921,-5 0 0,-35 6 0,-16 1 0,21-2 0,-1 1 0,1-1 0</inkml:trace>
  <inkml:trace contextRef="#ctx0" brushRef="#br0" timeOffset="147">25450 15439 8294,'0'-8'362,"-5"-5"1,1 4 396,1-4 1,3 1 0,4 1-1,6 1 714,2-1-1190,9 5 0,9-2 1,13 5-1,9-2 1,9 2 1115,10 1-1228,7 2 0,-36 0 0,1 0 1,0 0-1,-1 0 20,1 0 1,0 0 0,1 0 0,0 0-1,0 0 1,-1 0 0,-2 0 0,0 0 539,38 0-583,-9 7 1,-7-6 0,-9 4 384,-7-3-794,-12-2 1,-15 1-925,-5 4 554,-8-4-540,-7 6 682,-7-7 1,-8 0 0,0 0 0,-3 0-3395,-1 0 3321,0 0 0,0 0 0,-1 0 562,-2 0 0,-26 2 0,-10 2 0,-8 0 0,1 0 0</inkml:trace>
  <inkml:trace contextRef="#ctx0" brushRef="#br0" timeOffset="148">25763 15425 8300,'14'0'1825,"13"0"1,8 0 272,9 0-1713,13 0 0,16 0 0,-31-1 0,1 0-135,3-1 1,1-1 0,-4 3 0,-1-1 0,37-4 0,-11 4-387,-11 1-234,-13 0-1503,-15 6 1112,-15-5 1,-14 6 0,-11-7 0,-5 1 0,-4 3-3575,-2 0 4335,-2 7 0,-15-6 0,-7-2 0,-4 4 0,0 0 0</inkml:trace>
  <inkml:trace contextRef="#ctx0" brushRef="#br0" timeOffset="149">27057 15539 13236,'-8'0'3243,"2"-2"174,6-3-3006,0 4 1,1-10 0,4 6 0,4 2 0,6 1 0,4 2 0,4 0 243,4 0 1,6 0 0,4 0-1,2 0 10,5 0-493,8 0 1,-7 0 0,4 0-8,0 0 1,-5 0-1,2-1 1,-7-3-24,-6 0-499,-9-1 1,-3 5 369,-7 0-485,-6 0 0,-4 0 1,-8 0-1,-6-2-2142,-2-2 2165,-9 2 1,-1-9 0,-6 5-1485,-1-2 1576,1-2 0,-6 1 0,1 1 1,3 2-1,5 1-1184,6-2 1177,3 6 1,2-10 310,0 6 141,6 0 0,3 5 0,10 0 0,6 0 0,5 0 987,3 0-651,6 7 0,-8-1 1,5 5 211,-1-1-544,-2-1 0,-5 4 0,-1-2 0,-4-2 225,-4 2-1184,-3 2 0,-4 1 434,-3 0-451,-3-6 1,-6 5 0,0-5-1,-2 1 1,-1-1-2461,-2-2 3344,0 6 0,17-24 0,4 3 0</inkml:trace>
  <inkml:trace contextRef="#ctx0" brushRef="#br0" timeOffset="150">28009 15240 8569,'0'-8'972,"2"-5"0,1 4 2587,2-4-2886,0 5 0,-5 4 0,0 8 1,0 8 1847,0 5-2328,0-1 0,-5 6 0,-1-3 1,-1 3-1,1 2 5,3-1 1,-4-1-363,3 2 0,-6 1 1,5-6-1,2-1-370,2-3-1452,1 0 1,-5-1-1,0 0-2400,2 0 3577,2-6 0,2-1-116,4-7 812,-4-7 1,10-2 0,-6-9 0,0-2-1,0-2 113,-1-4 16,1 0 0,-5-1 0,0 1-58,0 3 717,0 5 1,0-2 0,0 6 0,0-1 2371,0 1-2380,0 6 1,2 2 702,2 6-994,4 0 1,7 11-1,-1 3 1,0 4-1,0 1 1384,0 0-1236,1 6 1,5-3 0,2 5 281,0-4-689,5 4 1,-11-11 0,5 5 0,-2-2 0,0-2 458,-2-4-771,-1 1 1,-7-11 177,1 7 0,-7-9-241,2-1 298,-4-6 1,-1-10-1,0-3-303,0-5 160,0-3 0,0-3 1,0-1-1,0-4 1,0-1-248,0-4-30,-6 6 1,4-1 0,-2 6-203,2 1-423,-4 6 0,4 6-1968,-3 7 2339,4 18 0,1-4 1,1 18-763,4 3 0,-3 1 1396,2 1 0,4 32 0,0 8 0</inkml:trace>
  <inkml:trace contextRef="#ctx0" brushRef="#br0" timeOffset="151">28535 15240 8214,'0'-14'180,"0"0"0,0-1 1204,0 1-92,0 6 1099,0-4-1885,0 10 1,-4-3-1,-1 10 1,2 4 1032,1 4-1256,-4 8 0,4-4 0,-2 7-21,2 1 0,2 2 0,0 1 0,0-1 208,0-3-403,0 3 0,0-10 0,0 5 27,0-1-107,0 4 0,0-9 1,2 3-1,2-5 1,6-3-440,2-1 371,3-7 1,-1 3 0,0-6-256,0 0 99,1 0 1,3 0 0,1-2 0,-1-2 0,-2-6-3002,-2-2 2626,6-3 1,-4 1 0,2 0-2387,-7 0 2998,1 6 0,-29-17 0,-1 1 0</inkml:trace>
  <inkml:trace contextRef="#ctx0" brushRef="#br0" timeOffset="152">28507 15439 8198,'-6'-8'5425,"4"-5"-3121,-4 6-1874,6-1 1,1-3 0,4 6-118,5 2 1,2-4-1,2 3 1,1 1-552,-1 1-297,0-4 0,5 4 0,0-3-985,-2 4-209,-7 1 0,3-2 1,-4-1 1728,4-2 0,-24-12 0,-7 1 0</inkml:trace>
  <inkml:trace contextRef="#ctx0" brushRef="#br0" timeOffset="153">28535 15212 8230,'-7'-7'775,"-6"4"1947,3-6-1276,4 5-590,0-2 0,7 1 0,4 1 567,5 0-1555,9 3 0,-2-4 0,5 0-292,-1 2-556,4 2 0,-5 1 1,6 0-1,-4 0 980,-2 0 0,37 12 0,5 4 0</inkml:trace>
  <inkml:trace contextRef="#ctx0" brushRef="#br0" timeOffset="154">29090 15169 8181,'0'-14'1214,"0"4"1,0 1 1149,0-2-896,0 4-96,0 1 0,-2 1 0,-2 1 563,-6 0-1701,4 9 1,-7 3 0,4 6-77,-4 0-122,-1 1 0,0 4 1,-1 1-1,3 2 0,1 4-546,1 0 499,1 3 0,-5-5 0,1-1-1578,3 3 827,-2-6 1,10 5 0,-3-6 0,2-3 0,0-3-2496,-2-4 366,1-6 2891,4 10 0,6-43 0,2-3 0</inkml:trace>
  <inkml:trace contextRef="#ctx0" brushRef="#br0" timeOffset="155">28862 15226 8181,'0'-8'3275,"-6"-5"-1808,5 5 947,-6 0-1626,7 2 1,7 8 0,2 2 0,4 6 713,1 3-1001,0 1 0,0 0 0,1 0 405,-1 0-749,0 1 1,0 4 0,-1 0 0,-2-2 0,-2 0-648,2 2 93,2-3 0,0 5 0,-2-7-839,-2 0 365,-6 0 1,4-4 0,-6-1-3716,4 2 2569,-3-4-988,4-1 3005,-6-6 0,0-38 0,0-9 0</inkml:trace>
  <inkml:trace contextRef="#ctx0" brushRef="#br0" timeOffset="156">29189 15240 8181,'0'-8'604,"0"-5"1696,0 4 266,0 3-1706,0-7 1,2 7 0,3-4 0,6 5 768,6 4-1565,5 1 0,7 0 0,-1 0 427,1 0-1028,-1 0 0,1 0 0,-3 0 0,-2 0 0,-5 0-3061,-3 0 2052,-2 0 0,-8 5-1033,-6-1 2047,-6 1 532,-14-5 0,-59 0 0,29 0 0,0 0 0</inkml:trace>
  <inkml:trace contextRef="#ctx0" brushRef="#br0" timeOffset="157">29289 15183 7824,'-14'0'-273,"6"-1"2981,3-4-529,-3 3-1020,7-4 1,-6 12-1,9 4 1579,3 2-2168,-4 3 1,7-1 0,-5 2 483,2 3-844,0-4 1,-5 11-1,0-6 1,0 1-1,0-1-147,0-2-364,0 4 1,0-7 0,0 4-410,0-3-846,0-2 0,0-4-2009,0-1 1939,6 1-816,-4-2 1798,10-2 644,-10-6 0,-8-31 0,-10-9 0</inkml:trace>
  <inkml:trace contextRef="#ctx0" brushRef="#br0" timeOffset="158">29886 15226 8181,'0'-8'1336,"0"0"1,0 3 1636,0-4-2527,0 2 0,0 3 1,0 8-1,0 6 150,0 3 0,-1 7 1,-3 2-1,0 2 138,0 0-557,3-1 0,1 6 0,0-1-449,0 1 0,0-6 1,0-1-1,0-1-2589,0-4 1560,0-1-903,0-2 992,0-6 1,0-5-1347,0-12 2352,-6-1 1,4-15 0,-3 5 216,4-2 1,1 4-1,0-1 1,0 3 1316,0 2-1092,6 0 0,2 1 0,6 2 2102,0 2-1974,1 6 1,0-8 0,3 6-1,2 2 1,1 1 887,-1 2-1076,-1 0 1,-4 0 0,-1 0-353,0 0 60,0 0 0,0 0 1,-1-1-1,-2-3 1,-3-2-454,-2-2 345,5-1 1,-7-1 0,3 1-174,0-2 647,-3 4 0,-2-5 950,3 2-317,-4 4-266,6 0-163,-7 12 0,0 3 0,0 9 0,-2 2 1,-1 2 1411,-2 4-1568,0 1 0,5 1 1,0-1 726,0-4-920,-6 4 1,5-6 0,-4 4 0,2-3 0,0-1-177,-2-4-251,0-1 1,5-7-1576,0 1-401,0-7-414,0 3 1317,0-6 0,0-6 1,0-3 1394,0-4 0,19-52 0,-7 27 0,0-1 0</inkml:trace>
  <inkml:trace contextRef="#ctx0" brushRef="#br0" timeOffset="159">30355 15283 8181,'0'-8'2516,"0"0"-1371,0 3 1543,0 4-1945,0-6 0,0 9 1,-1 3-1,-2 6 994,-2 6-1387,0-1 0,0 6 0,1-5 78,0 2-507,3 6 0,1-7 0,1 4 1,4-1-1,3-4-459,0-1 121,11-2 1,-8 0 0,11-1-61,-1-4 171,4-2 1,-3-7 0,6-2 0,1-3 0,-2-4 236,-4-4 199,4-7 0,-12 2 0,0-5 279,-4-3-264,-7-1 1,2-1-1,-8 1 1,-2 2-1,-7 3-323,-7 1 66,-4 2 0,-6 11 1,-1 4-1121,1 2 776,-1 2 0,2 6 1,4 4-1,4 2 0,3 4-3638,2 3 3406,6-3 1,-3 9-1,6-4-989,2 1 1677,8-5 0,28 10 0,13-5 0</inkml:trace>
  <inkml:trace contextRef="#ctx0" brushRef="#br0" timeOffset="160">30768 15325 8181,'6'-14'699,"-4"0"0,5 0 196,-2-1 1679,-3 1-1625,4 6 0,-6 4 1,0 8 758,0 6-1402,0 9 1,0-2-1,0 5 733,0-1-977,0 4 0,0-8 0,0 6 0,0-1 0,0-2 160,0 1-412,0-2 0,0-5-405,0 0 368,0 0 0,0-4 114,0-1 558,0-6 1,0-7-109,0-11-533,0-2 0,-5-3 0,1-6 1,0-4-1,3-4-1238,1-3 1154,6 6 1,-3-4-1,7 6-586,1 1 705,-5 6 1,7 1 0,-4 9-1,4 2 1,1 5-178,0 4 236,-6 1 1,3 8-1,-6 4 263,-2 6-77,-1 1 0,-2 0 1,-2 0-1,-3-2 0,-4-1-171,-4-2-241,-1 0 1,0 1 0,0-3-1835,0-2 1489,-1-4 1,-4 0 672,0 4 0,0 2 0,5 3 0</inkml:trace>
  <inkml:trace contextRef="#ctx0" brushRef="#br0" timeOffset="161">31436 15226 8181,'0'-8'989,"0"-5"1,0 4 0,0-4 2022,0-1-2022,0 6 1,0 3-1,0 12 563,0 7 1,0 2-1190,0 7 0,0-4 0,0 5 0,0 1-205,0 2 1,0 0-1,0-2 1,0-3 8,0-1-178,0-2 1,0 0 309,0 0-1524,0 0 1165,0-11-165,0-8 1,0-13 0,0-8-81,0-1 105,0-8 1,0 0-1,0-4 1,0 0-1,0 0-433,0-3 600,0 6 1,0-3 0,0 11 41,0 4-274,0 3 1,0 10 0,0 6 684,0 8-265,0 11 0,0 3 0,0 6 144,0 1 1,0 4-1,0 0 1,0-1 248,0-2-530,0-2 0,0-6 0,0-1-499,0-1 0,0-4 0,-2 3-1565,-2-3-299,2-8 0,-4-1 471,6-2 251,6-3 0,-3 4 1622,7-6 0,24-50 0,12-14 0</inkml:trace>
  <inkml:trace contextRef="#ctx0" brushRef="#br0" timeOffset="162">31663 15226 8187,'0'-8'899,"0"-5"648,0 4-264,0 2-132,0 1 0,0 8 0,0 2 1768,0 6-2484,0 9 0,0-2 0,0 7 1174,0 1-1369,0 2 0,0-3 0,0-1 0,0 1 0,0-2 559,0-3-738,0 3 1,0-6-1,0 3-267,0-3 0,0-2-449,0 0 492,0-6 399,0-1-326,0-7 1,0-7-1,0-4 1,0-5-1,0-4-451,0-2 180,0-2 0,0-11 1,0-1-388,0 0 539,7-5 1,-1 9 0,7-4 0,-1 1 0,4 5-772,0 5 905,6 4 1,0 13 0,7 3-1,-3 4 1,0 2 266,-3 4-146,-5 3 0,2 6 1,-7 2 290,-4 3-234,4-3 0,-11 4 0,2-5 1,-2-1-1,-4 0 825,-2 0-814,-4-6 0,-8 3 1,-3-6-156,-5-2 1,-3-1 0,-1-2-1,0 0-2125,-1 0 1510,1 0 1,6 0-1,1 1 656,0 4 0,63 16 0,8 9 0</inkml:trace>
  <inkml:trace contextRef="#ctx0" brushRef="#br0" timeOffset="163">13251 8828 8262,'-1'-9'-147,"-2"-1"1,-2-1 1973,2-1 0,0-1 222,-2 4-1503,3 2 0,-4 6 543,6-4-808,0 3 0,-2-4 272,-2 6-651,2 0 1,-11 0-1,4 0 1,-4 0-313,-1 0 304,0 0 0,0 5 1,-1 0 15,1-2 1,0 3 0,0-1-111,0-2 287,-1 5 0,6-7 44,-1 4 0,2-2 496,-1 2-367,3-3 1,6 6-14,0-4 1,0-1-1,0 7 230,0 1-403,0 2 1,0 1 0,0 0-5,0 0 0,0 0 0,0 1 0,0-1-78,0 0 1,0 7 0,0-4 1,0 5 4,0-1 1,0 2 0,0-2 0,0-1 124,0 1-200,0 4 1,1-4 0,2 4-17,2-1 0,0-1 0,-5 7 1,0 2-204,0 1 189,0 0 1,0-4 0,-2-1-134,-2 1 250,2-1 1,-4 1 0,6-3 0,0 0 0,0-4 30,0-2 69,0 6 0,0-15 1,0 3-83,0-1 122,0-7 1,6 5 0,3-6 669,4-2-360,1-2 0,5-1 0,2 0 160,1 0 0,-3-4 1,3-3-1,0 1 666,0 0-945,-4 1 1,2 0-162,-6 0 0,-1-1 0,-2 3 257,-1-2-833,-7 1-3616,3 4-1339,-6 0 3030,0 0-784,-6 0 3105,-2 0 0,-38 0 0,-8 0 0</inkml:trace>
  <inkml:trace contextRef="#ctx0" brushRef="#br0" timeOffset="164">13777 9511 8102,'-7'0'406,"-1"0"1,3 0 872,-5 0-820,4 0 1,0-2 0,7-3-113,4-4 0,1-4 1,5-1-1,-1 0 468,1 0-657,2-1 0,1-5 0,2-4-12,3-3 1,-2-3 0,5-3-1,-1-3-304,-4 0 139,5-6 1,-1 6 0,2-5-497,-4 3 443,-3 3 0,-3 9 0,-4 2 1,-2 7-334,-1 5 380,-5 6 0,-2 8-3,-13 2 0,-1 6 0,-4 7 0,4 4 132,0 1-98,-5-5 0,9 9 0,-3-6-7,1 2 0,7-4 0,-1 1 0,3-2-66,-1 2 97,0-3 1,7 4 0,2-6 15,6 1 0,4-1 0,4 0 1,2-1 88,2-4-36,2 4 1,-2-10 0,-3 5-42,-3-2 1,-2 4-1,-1-4 1,-2 0 105,-2 1 81,-6 4 0,2-5 1,-10 5-84,-4-1 0,-5-3 0,-4 5 0,-2-5-319,-2 0 66,-2 4 1,0-8 0,2 5 11,2-2 0,-4-1 1,3-5-1,1 0-399,-1 0 337,2 0 1,5-2 166,0-2 0,1 0 578,4-5-358,2 6 137,7-10-70,0 12-419,7-6 0,-4 7 142,6 0 1,-4 5 0,3 1 0,0 1-186,0-1 77,-5 5 1,10-9 0,-4 4-183,4 0 0,1-4 0,0 3 0,0-4-475,1-1 556,5 0 1,-4 0-1,4 0-87,1 0 1,0-6 0,2-4 0,-2-2-125,-1-3 503,-4 1 0,5 0 0,-9 0 184,-2 0 0,2-1 0,-4 1 0,0 0 999,-3 0-292,-3 6 334,-2-5-436,0 12-976,0-6 1,0 9 0,0 3 93,0 4 0,0 4 1,1 3-1,2 1-630,2 2 407,6 0 0,-9-5 1,4 0-302,0 0 0,-3 1 1,5-1-1,0 0-768,0 0 880,2-6 1,4 3-705,0-6 996,0 0 1,0-5 0,1-2 0,-3-3 0,-1-4 775,-1-4-463,-1-7 1,1 4 0,-2-5 621,-2 1-461,-1 4 1,0-4-1,-1 5 1,-1 1 1656,-1 0-1106,4 6-1117,-4-5 0,4 13 156,-6 0-25,0 0 1,0 13 0,0-3-199,0 2 0,5 2 0,0 1-459,-2-1 396,5 0 0,-5 0-652,6 0 688,-5 1 1,8-7 0,-2-4 157,2-2 235,-4-2 0,5 0 0,-5-2 704,0-2-722,4-4 1,-9-11-1,5-2 1,0 1-1,-1-2 611,-1-1-427,-1 6 0,-5-8 0,1 7 473,4 6-637,-3-2 1,4 6-404,-6-7 2,0 8 0,-2 5 0,-1 8-113,-2 2 55,1 2 0,4 4 0,0 0 1,0 0-876,0 1 899,6-1 0,-3-2 1,7-2-704,1-5 1021,1 3 0,2-7 1,1 4-1,-1-4 658,0-1-488,0 0 1,-1-1-1,-2-2 1206,-1-2-1009,-7-6 0,5 9 0,-5-4 918,1 0-442,1 4-797,-5-4-21,0 6 0,0 1 0,2 4 325,3 5-514,-4 2 1,7 2-1,-5 1 29,2-1-150,6 0 1,-8 0-1,7 0-590,1 1 697,1-1 0,3-6 0,-1-3-221,0-4 402,0-1 1,0-1 0,2-4 0,2-5 0,1-2 101,-2-3-186,-1-5 0,3-2 0,0-7-569,-2 1 621,-1-7 0,-7 4 1,1-6-1,-1 3 1,-1 2 206,-3 2-191,-4 2 0,-1 1 0,0 3 355,0 5-160,0 3 0,-4 7 0,-3 1 481,0 2-791,3 1 1,-4 6 0,5 4 69,-1 5 209,-1 2 0,3 4 0,-1 3 1,-2 3-1,2 2 703,2-1-419,-6 1 1,6 9-1,-4 1 275,3-3-553,2-1 0,0-1 1,0-1-1,0-1 0,0-2 32,0-1-155,0-1 0,2 0 0,1-4 92,2-4-362,6 0 0,-3-6 0,6-1 0,0-2 0,0-3-835,1-1 883,-1-8 1,2-2-1,1-6-420,2-1 469,0-5 1,-5-2 0,0-7-1,1 1 1,-1-1-177,0 1 242,0 0 1,-1 4 0,-2 2 295,-2 1-150,1 2 1,-1 7-1,1 2 1,1 5 197,2 4-3,1 1 0,-2 1 0,0 3 144,-3 0-191,-6 7 1,8-3-1,-6 6-313,-2 1-520,-1-7 494,-2 4-195,0-10 360,0 4-143,0-6 0,-7 0-58,-2 0 173,3 0 0,-7 0 0,3 0 0,-2 0 1,-2 0 163,-1 0-140,7 6 1,-4-2-1,2 5 250,-2 2-241,-2 2 1,4-2 0,2 3 0,0 5 253,0 2-267,5-7 0,-3-2 0,7-2-53,4 2 31,3 3 1,8-7-1,1-4 1,4-2 0,1-2-91,3 0-193,8 0 1,-3-2 0,4-4-128,-4-8 166,-2 0 1,2-13 0,0 3-1,0-3 1,-5-1-633,-3-1 777,-3-5 0,-4 2 1,-3-4-101,-2 1 220,-4 2 1,-6 6 0,0 3 0,-2 5 959,-2 3-856,2 9 1,-9 2-1,5 10-44,-2 4 116,-2 10 0,1-2 0,-1 7 0,1 1 0,-1 2 1708,1 2-1644,0-1 0,1-1 0,1-2-54,1-1-135,4-7 0,-4 8 0,6-6 0,0-1 0,0-2 228,0-2-1006,0 0 1,0-4 392,0-1-132,6-6 1,-2 3 0,5-7 0,1-4-221,-3-4 589,6-4 0,-10 0 0,7 2-19,1 2 71,-5-1 0,7-4 1,-4 2 418,4 2-206,-5 4 0,0 6 582,-4 0-560,4 0 1,2 1 0,-2 4 0,0 3-1,-2 1 649,0 1-713,-1-1 0,1 6-343,4-1-6,2 0 1,3-1 0,-1-2 0,0-3-928,0-2 678,0-1 1,1-5-1,-1 0-366,0 0 780,0-7 0,1 4 0,-1-5 1,0 0-1,0 1 191,0-5 184,-6 6-141,5-6 386,-11 4 0,9-2 73,-7 1-629,1 6 94,-5-4-252,0 7 1,0 7-1,2 0-452,2 1 453,-2 5 1,9-10 0,-5 5-349,2-2 354,2-1 0,4 0 1,2 0-1,1-2 1,4-2-421,1-1 475,-5 0 0,10 0 0,-3 0 206,3 0-127,-5-6 0,3 4 0,-6-4 0,-2 1 0,-1-1 124,-2-2 235,-6 5 1,3-5 0,-4 5 170,0-2-288,-3 0 0,2 4 1,-4-2-1,1-4-186,1-1-601,1 5 1,-5-5 147,0 4-92,0 2 1,0-6 0,0 3-416,0-4 651,0 3 0,-1-1 0,-4 7-396,-5 0 661,-2 0 1,-3 0 0,0 2 0,-3 3 0,-1 4 719,2 4-670,1 1 1,2 0 0,1 0 471,4 1-412,-4-1 1,12 2 0,-4 1 0,3 4-1,2-1 716,0 1-396,0 4 0,7-8 0,1 7 740,-1 1-957,6-4 1,-7 1-1,4-5 1,-4 2 0,-1 0 584,0 2-758,-1-6 1,-4 6 391,0-7-460,-6 0 0,3-1 0,-7-3 0,-1-4 0,-1-1 164,-2-1-181,-1 1 0,1-5 0,1-1-303,4-4 8,-4-3 1,7-6 0,-5-1 0,3 1-1,2-2-1650,3-3 1542,1 4 0,4-12 0,2 3-1848,6-3 1905,2 5 1,7-5 0,2 4-1,-1-4 1,1 0-2314,-4 3 2048,6-3 1,-8 5 0,3-5 618,-7 4 0,-30-11 0,-13-3 0,-3-2 0,-1 0 0</inkml:trace>
  <inkml:trace contextRef="#ctx0" brushRef="#br0" timeOffset="165">14886 9226 8095,'-7'0'4436,"0"0"-3734,7 0-812,0 0 1,11 0 0,5 0 0,5 0 0,4-1 0,2-2 0,1-2-3915,1 2 4024,-1 1 0,26 2 0,6 0 0</inkml:trace>
  <inkml:trace contextRef="#ctx0" brushRef="#br0" timeOffset="166">16962 9497 10776,'0'-8'3875,"-1"3"-1206,-4 10-2772,-3-4 1,-6 10 0,0-4 0,-1 1 0,1 1 0,0 0 0,0 1-2188,-1 1 1760,1 2 0,0 1 1,0 0 529,0 0 0,6-6 0,1-1 0</inkml:trace>
  <inkml:trace contextRef="#ctx0" brushRef="#br0" timeOffset="167">17346 9070 8293,'0'-8'1121,"0"0"0,0 4 533,0-6-267,0 4-631,0-7-487,0 12 1,0-4 0,0 10 0,0 4 0,0 5 819,0 5-831,0-3 0,0 11 0,0-3-14,0 2 0,0 3 0,0-1 0,0 1 381,0-1-661,0 7 0,0-7 0,0 2 7,0-4 1,0-9 0,0 2 0,0-3-1079,0-2 453,0-6-750,0 4-436,0-10 1032,0 4 1,0-7-2700,0-4 3507,6 3 0,2-42 0,7-3 0</inkml:trace>
  <inkml:trace contextRef="#ctx0" brushRef="#br0" timeOffset="168">17460 9141 8223,'0'-8'-172,"-2"2"1,-1 4 0,-3-1 2157,-2-2-1275,5 1 1,-8-3 690,6-2-1383,-6 3-145,9-1-93,-4 7-229,6 0-557,0 0-393,6 0 605,-4 0 1,4 2-847,-6 3 1639,0-4 0,13 18 0,3-3 0</inkml:trace>
  <inkml:trace contextRef="#ctx0" brushRef="#br0" timeOffset="169">17431 9170 8223,'0'-15'290,"0"6"0,0-1 249,0-1-4,0 5 1,0-7 0,0 4 1246,0-4-1352,0-1 0,-1 5-212,-4-1 1,2 7 0,-7-2 218,-1 4-396,-1 7 1,-2 2 0,1 6 209,3 0 1,-2 7-1,2 3 1,-1 2 235,2 3-369,-4-1 0,10 1 1,-5 1-126,2 3 0,1-8 0,5 4 1,0-3-157,0 1 136,0 2 1,6-7 0,4-3-98,2-3 0,4-2 1,2-2-1,2-2-161,2-5 237,-4-4 1,8-1-1,-2-1 68,3-4 1,0-3 0,-2-8 0,-3-3-5,-1-4 267,-2-4 1,-5-2 0,0-1-100,0-3 0,-6 1 0,-3-5 0,-3-3 243,-2-1-309,0-2 1,-7 7 0,-2 3-87,-4 3 1,-7 8 0,-2 4 0,-2 7 12,0 7-118,7 2 0,-10 5 0,3 5-299,-3 6 300,5 10 0,0-4 0,6 7 0,2 0 0,5 3-57,1 0 236,6 0 1,-3-1 0,10-2 230,5-4-175,2 4 0,9-6 0,3 2 0,2-4 0,3-3 727,-1-2-719,1 0 1,-1-1 0,-1-2-48,-3-1 1,1-2 0,-6 3 0,-2-2 304,-1 2-458,-2-5 0,-1 7 151,-4-3 1,2 2-46,-6 2-80,0-6 1,-7-1-529,-2-7 0,0 0-1804,-5 0 434,6 0-3730,-10 0 5631,12 0 0,1-7 0,8-1 0</inkml:trace>
  <inkml:trace contextRef="#ctx0" brushRef="#br0" timeOffset="170">17815 9340 8223,'0'-14'1049,"0"0"1,-1 1 107,-4 4 628,3-4 1,-6 11 1187,4-2-2488,2 2 0,-4 4 0,6 2 665,0 6-929,0 3 1,-5 1-1,0 0 1,2 0 0,2 0-65,1 1-303,0-1 0,0 0 0,0 0 0,1 0 0,2 1-568,2-1-350,6-6 0,-3 0 0,6-5 297,0 2 0,1-1 0,1-4 0,1-1-204,2-4 882,0-3 1,0-6-1,0-2 527,-2-3-337,-1 3 1,-3-10 0,-2 2 0,-4-3 0,1 0 510,0 3 591,-5 4 0,4 6 88,-7-1-895,0 8 1,-2 2-1,-1 10 409,-2 4-621,1 10 0,-1-3 0,0 4 314,2 1-565,1-5 1,2 4-1,0-4 1,0 1 0,0 2-1024,0-1 731,0-9 1,2 4 0,3-5-611,4 0 660,-3 4 1,7-10-1,-3 3 1,2-4-130,2-1 303,1 0 1,-1-5 0,0-1 224,0-2-24,0-1 1,-4-6 0,-2 1 0,0 0-1,-2 0 955,0 0-724,-1 6 1,-3-5 460,2 4-542,-2-4 0,4 3 0,-6 1 196,0-2-347,0 5 239,0-1-861,0 7 0,-1 0-647,-4 0 612,3 0 209,-4 0 189,6 0 1,0 2 117,0 3 133,0-4 259,0 6 539,0-1 199,0-5-517,0 6 53,0-7-4076,0 0 2727,6 0 676,2 0 1,2-2-1,-1-1 1,2-2 207,2 2-79,1 2 0,-4-4 289,-1 0 0,1 0 111,4 5-205,-6 0 0,3-1 604,-6-4-280,-1 3-1064,-4-4 363,0 6 0,-1 0-432,-4 0 486,-3 0 1,-6 2 0,0 2 0,-1 4 0,0 3-349,-4 4 482,3-4 1,-5 9 0,7-6-94,0 1-55,6-1 1,-3 0 0,5 0 0,-1 0-236,1 1 117,1-7 0,12-2 0,2-6 22,4 0 1,1 0-1,2-2 1,1-2-43,2-6 115,0-3 0,-5-1 1,0 0 250,1 0 1,-1 1 0,0 1 781,0-3-698,1 4 0,-8-9 553,-2 6-995,-3 6 246,-2 1 0,0 20 77,0 6 1,0 0-1,0 0 1,0-3-6,0-2-217,6 0 0,-3 0 0,7 0-27,1 1 1,6-7 0,2-4 0,0-2-278,2-2 389,1 0 1,1-2 0,0-2 18,-3-6 1,4-4 0,-5-3 0,0-4 196,1-1-94,-4-8 1,5 0-1,-9-5 16,-2 0-78,2-1 0,-10-7 0,3 1 0,-4-1 0,-1 2 81,0 3 386,0 10 1,-1 9-151,-4 9-291,3 4 1,-9 9 0,5 7-1,0 9 1,-2 7 158,0 8 315,5-4 1,-8 11 0,4-5 345,-1 0-640,5 5 0,-3-11 1,6 5-1,0-2 0,0-1-107,0-5-21,0 1 1,0-12 0,1 3 478,4-3-891,3-8 0,11-2 1,0-6-1,-2 0 0,1 0-2654,1 0 2609,-3-6 0,6-2 0,-5-7-291,2 1 572,-6-6 0,2 2 1,-4-4-1,1 2 1,-1 2 3,-4 3 955,6 0-301,-11 1-434,4 0 1,-6 8-1,0 6 21,0 7 219,0 6 1,0 3 0,-2 1-114,-2 2 0,2 5 1,-3-5-1,4-2 198,1-1-697,6 5 1,-3-7 0,8 2-468,5-5 468,-2-2 0,7-1 1,-5-3-1,1-4 1,4-2-1010,1-4 1024,-5-3 0,5-6 0,-4-2-316,1-3 475,0-3 0,-5-8 1,0-2-1,0-2 0,-1-3-246,-4-2 259,4-2 1,-11-2 0,2 2-125,-2 3 549,-2 3 0,0 13 1,-2 5 6,-2 6-252,2 11 0,-6 14 1,5 11 1144,-2 7-748,-6 4 0,9 2 1,-4 0-1,1 2 0,1-1 1411,1-1-1753,1-3 0,-3-7 1,0 1-237,2-1-403,2 0 1,1-5-1,0-4-1054,0-4-3147,0-7 2528,0-1 1638,0-7 0,0-8 0,0-5 1,-2-6-1,-3-3-1433,-4-3 1847,3-8 0,-7 3 1,5-2-436,0 7 920,2-2 0,1 11 0,0-3 833,2 3-905,8 8 0,4 2 0,9 6 2017,1 0-2092,6 0 1,-3 5 0,7 1 0,-1 0 0,0 1-118,1-4-175,-7-2 0,3-1 1,-6 0-474,-1 0 110,-3 0 360,-7 0 5,-1 0 1,-7 2 616,0 3-406,0 3 1,0 1-1,0 1 1,0 1-1,0 1 536,0 3-522,0-1 1,1 0 0,4-1 254,4-4-728,4 4 0,3-10 1,1 5-1,4-2 1,-1-3-1129,1-1 1196,4-2 1,-9-5 0,3-1-526,-3-2 773,-2-2 0,-1-4 0,-4 0 1,-3 0-1,-1 0 173,0-1 157,0 1 764,-5 6-1032,-7 2 0,4 7 0,-5 4 0,0 6 0,2 7 932,0 5-639,-5 4 1,9 8 0,-4 1 1397,-1 1-1529,6 4 0,-6-10 0,7 7 0,0 0 0,0-2 621,0-2-894,-6-11 0,3 3 0,-5-7 160,2-2-95,-5-1 1,3-7-1,-8-1 1,-1-2-1,-4-2 303,-1-3-553,5-7 0,-9-2 0,7-6 3,2-1 85,8-5 1,2 3 0,7-7 0,3-3 0,7-5-2509,9-5 1568,6 2 0,5-5 1,2 9-1954,1 4 2398,-6-2 588,0 14 0,7 26 0,11 14 0</inkml:trace>
  <inkml:trace contextRef="#ctx0" brushRef="#br0" timeOffset="171">20261 9340 8080,'0'-20'211,"0"4"0,0-5 1,0 7-1,0 0 0,0 0 1,0-1 1700,0 1-914,0 6 1,-2 2 0,-3 8-121,-4 2 0,-8 4-709,-2 6 1,-7 2 0,3 2 0,-3 2 0,1 2 0,3 2 852,1-2-938,2 5 0,10-11 1,1 3-204,2-4 0,1 0 0,5-1 0,2-1-462,2-4 437,4-3 0,13-6 0,4-1-229,7-4 210,-2-3 1,6-8 0,-4-1 0,-1-4 0,-2 1 150,-4-1 56,-8 2 0,-1 4 0,-8-3 299,-2-1-277,-1-6 1,-7 9-1,-2-1 1,-7 4-1,-7 5-95,-5 2 29,2 1 1,-4 7 0,4 3-72,-1 4 10,5 10 0,-2-3 0,8 3 0,3-3 1,2-1-89,2 4 183,9-3 0,3 0 0,8-7-89,3 2-91,3-4 0,11-1 1,0-6-1,0-2 0,1-2-297,-1-6 263,6-2 0,-9-4 0,3-3-537,-3-5 604,-7-3 1,-3-1 0,-7-1 0,-4 1 0,-4 1 255,-3 3-62,-2-2 0,-7 10 0,-2-2 685,-4 7-596,-1-1 0,0 10 1,-1-3-1,0 5 0,-3 5 786,-1 5-709,0 9 1,10-2 0,-1 8 646,-1 5-647,5-1 0,-5 10 0,6-4 0,2 1 1,1 2 722,2-1-757,0 4 0,5 0 1,2 4 135,0-3-219,3 0 1,-1-10 0,-1 4 0,0-1 0,-2-4 469,1-1-687,-2-1 0,-5-7 0,0-1 57,0-1 0,-7-9 1,-2 2-65,-4-5 223,-1-4 0,0-4 0,-1 0-206,1 0 53,0-6 0,0-2 1,0-6-1,-1 0 1,1-2-36,0-3-488,6-3 0,2-8 0,6-2-38,0-1-150,0 0 0,11 5 0,3 1 1,3 1-1,4 4-3291,3 2 2956,9 1 0,-2 9 1070,7 1 0,1 9 0,4 3 0,6-2 0,0 0 0</inkml:trace>
  <inkml:trace contextRef="#ctx0" brushRef="#br0" timeOffset="172">21242 9155 8056,'-14'-20'545,"4"9"0,1-3 0,-2 3 35,-2 3 0,-1-3 0,-1 6 0,1 2 1259,0 1-1513,0 2 1,0 0 0,-1 2 221,1 2 0,0 4-441,0 7 1,1-1 0,2 2 0,3 1 77,2 2-115,-5 0 1,9 1 0,-3 2-9,4 1 1,6 2-1,1-5 1,2 1-593,3-1 441,1 6 0,3-9 0,-1 5-325,0-1 336,0-2 1,-4-5 0,-2 0 0,-2 0 417,-3 1-209,-1-8 0,-5 5 276,-7-8-383,1 1 1,-18-5 0,3-2 0,-3-2-1,-1-6 47,-1-2-190,1-3 0,4 1 0,2 0 204,2 0 0,5 1 1,7 2-1,1 3-104,-1 2-221,5 1-201,-4 5 474,14 0 1,-3 2-1,9 2 1,3 4-1,1 2 460,4-1-306,1 1 1,1 2 0,1-1-185,1-1-50,9-7 1,-4 3 0,3-6 0,-3 0-1,-2 0-786,1 0 543,-1 0 0,1-6 0,-1-3 117,0-4 0,-5-6 0,-5 0 0,-2 2-433,-2 1 729,1-5 1,-7 4 0,-4-5 590,-2 1-456,-2 2 1,-2 5 0,-2 0 0,-6 1 706,-3 4-715,-1 2 1,3 9 179,-3 3-493,3 3 0,-8 11 0,10 0 0,4 0 0,3-1 364,2 1-261,0 7 0,0-9 0,0 5 69,0-1-241,7-2 0,2-5 1,8 0-1,4 0 1,-1 1-897,1-1 885,4-6 1,-3-2 0,7-6-323,-1 0 343,-6-6 1,5 1 0,-5-8 0,2-2 0,-2-3 35,-1-2 83,4-3 1,-9-3 0,3 0 611,-4 3-312,-7 5 0,-1-7 1,-7 6-1,-2 2 811,-3 1-911,-3 8 0,-7 2 0,-3 6-7,-1 0 0,-4 6 0,4 3-640,1 4 288,9-5 0,-2 5-1002,6-4 868,0 4 0,12-4 1,2-1-1,5 0 1,4-2-900,1 1 1172,6-3 0,-5-4 0,6 0-458,-3 0 618,-5 0 1,2 5-1,-5 0 1,-1-2 977,0-1-183,-6 4 0,-2 2-65,-6 6-498,0 0 1,0 0-1,0 1 1,-1-1-86,-4 0-254,3 0 1,-4 1-312,6-1-177,0-6 0,0 0 0,2-5 0,2 1-1701,6 0 1838,-4-3 0,7-2 43,-4-4 227,4-3 1,0-6 0,-2 0 0,-2-1 0,1 0 11,-3-4 98,6 3 1,-10-5 1024,7 7-62,-7 6-466,3-4-41,-6 10 0,-1-3 87,-4 10-628,3 3 1,-9 6-1,7 0 1,-1-1-770,-2-4 537,6 4 0,-5-10-198,6 7 14,0-7 449,0 9-74,0-10 1,1 4 210,4-6-24,-4 0 0,7-4 0,-4-3 468,0-1-510,1 5 1,0-5 102,-1 4-160,1 2 92,-5-4 0,2 6 405,3 0-145,-4 0 22,5 0-170,-6 0 10,0 6-181,0 2 1,5 6 0,0 0 0,-2 1 120,-1-1-367,-2-6 1,4 4 32,1-2 0,1 1 0,-2 0-225,0-2 323,1-5 0,1 2 21,4-6-84,3 0 0,-4-6 1,0-4-1,3-4 1,0-4-607,2 0 547,1-8 0,-1 4 0,0-5-127,0 4 405,-6 2 0,3 2 0,-4 0 239,0 2-567,-3 7 0,0 4 23,-8 6 410,-4 6 1,-7 2 0,1 6-1,2 1-58,2-1-229,4 0 0,6 0-731,0 0 586,0-6 1,1 3 0,4-6 0,5-2 0,4-1-660,5-2 794,-3 0 0,6 0 0,-5 0 183,2 0 72,0 0 1,-5-2 0,0-1 811,1-2 469,-1-6-755,-6 10-318,-2-6 1,-6 9 485,0 3-504,0 3 0,0 6 82,0 0-553,0 0 1,0 1 0,2-1 0,1 0-1367,2 0 1048,6-6 0,-5 0 1,5-5-809,-2 2 993,1 0 0,4-5 0,0 0 0,1-2 0,-1-3-607,0-4 746,0-4 1,2-1-1,1 0 83,2 0 71,0-7 0,0 10 1,-1-3-1,-4 3 1,-3 1 1023,0 1-714,2 6 0,1-4 350,0 7-348,-6 0 1,0 0 252,-3 0-468,-4 0 177,6 0-512,-7 7 365,0-6-310,0 5 0,-2-6 129,-3 0-156,4 0 1,-12 2 0,5 3-139,0 4 326,-4-2 0,10 5 0,-4-4 94,-1 0-97,6 5 1,-6-5 0,7 6 0,0 0-203,0 0 176,7 0 0,5-4 0,9-2-66,1-2 62,2-1 1,6-5-1,1 0 1,4-2 0,0-2-158,0-6 315,-2-3 0,-5-1 0,-1-2 211,-3-3-291,-4 4 0,-10-7 0,-2 3 179,-2-5-127,-1 3 0,-7 7 1,-3 9 66,-4 4-262,-4 1 0,-1 6 0,0 4 0,0 4 1,-1 3 609,1 2-397,6 0 0,2 0 0,6 0 442,0-2-696,0-1 0,3-2 1,5 1-1,8-3 1,3-2-1254,1-5 1162,6-4 1,-4-1-1,6 0-665,1 0 458,-1 0 1,-6-6-1,-3-4 1,-3-2 0,-2-3 421,0 1 0,-23-20 0,-12-9 0,1-4 0,-1 1 0</inkml:trace>
  <inkml:trace contextRef="#ctx0" brushRef="#br0" timeOffset="173">22578 9312 8056,'-8'-14'960,"2"-1"1,6 1 42,0 0-1190,6 0 1,2 1 0,6 2-83,1 2 0,-1 5 1,0-2 268,0 0 0,7 10 0,1-2 0</inkml:trace>
  <inkml:trace contextRef="#ctx0" brushRef="#br0" timeOffset="174">23261 9738 8050,'0'-22'792,"4"2"1,3 5 0,-1 1 0,2 2 0,-2 0 3042,1 3-3416,-3 6 0,-4-2 0,0 10 0,0 6 0,-1 6 1,-4 7 1584,-4 3-2149,-4 1 1,-3 1-1,-1-1 1,-4 1-1,-1-1-4195,-3 0 3237,-2-5 0,3 2 1103,1-6 0,-17-3 0,-7-1 0,-7 0 0,0 0 0</inkml:trace>
  <inkml:trace contextRef="#ctx0" brushRef="#br0" timeOffset="175">20247 10236 8602,'-8'-6'4073,"0"4"-653,3-3-3179,3 4 1,-2 1 0,10 0 0,8-2 0,8-1 0,8-2 0,7 2 225,5 1 0,9-2 0,-2-1 0,0 2 176,0 1-1009,4 2 1,-15 0 0,0 0-1792,-6 0 1,-10 0-1517,-3 0 2907,-10 6 1,-4-2-1,-11 4-914,-8-2 1504,-1-1 0,-11-5 1,3 0-1,0 0 1,1 0 175,1 0 0,-4 0 0,9 0 0,-3 0-23,3 0 1,2 0 0,1-2 0,2-1 1887,2-2-854,-1-6 0,3 8 1051,2-7-60,-3 7-387,6-3-1041,-4 12 0,6 2 0,0 8 790,0 3-1103,6 3 0,-4 3 1,3 1-1,-4 2 1,1 0 612,3 4-754,-4 0 1,5-4 0,-6-1 0,0-2 0,0-3 86,0-1-223,0-2 0,0-10-718,0 1-2938,0-7-2283,0 3 4965,0-6 0,2 0 990,3 0 0,41-25 0,15-7 0</inkml:trace>
  <inkml:trace contextRef="#ctx0" brushRef="#br0" timeOffset="176">20915 10421 8092,'0'-15'302,"6"1"0,-4 0 1932,2 0-1697,-2 0 0,-2 4 0,-2 2 421,-2 2 1,-4 1 0,-6 5 0,-2 2 1002,-3 2-1569,3 4 0,-9 7 0,4 0 315,-1 4-733,5-3 0,-4 9 0,8-6 1,2-1-1,4-2-224,0-2-59,2 0 0,7 5 0,3-2 0,4-3-3161,4-2 2871,1-9 0,7 3 1,1-8-423,0-2 930,5 2 0,-10-11 0,5 2 0,-1-4 1,-4-4-103,-1 1 243,-2-4 1,-4 6 0,-2-3 0,-1 4 1372,1 0-343,-4 1-6,2 6-963,-6 2 1,-2 8 0,-1 2 0,-2 6 896,2 2-898,2 3 1,1-1 0,1 0 0,4 0 247,4 1-558,4-8 1,1 4 0,0-6-615,1-2 708,-1-1 1,2-4 0,1-2 0,2-6-1,-2-2-136,-1-3 12,-2-5 0,1-2 1,-1-7-1,-1 1 0,-4-2-345,-4-3 492,3-4 1,-7 1-1,4 3 136,-3 3 218,-9 1 0,6 7 1,-6 5 642,1 6-663,-2 11 0,0 14 0,3 11 0,2 5 0,0 5 1425,-2 1-1136,1 2 0,4 0 0,-2-2 438,-3-1-916,4 5 0,-6-10 1,7 1-1,0-4 1,0-5-226,0-1-555,7-2 1,-4-11-591,6-4 1167,-5-2 1,8-13-1,-4-5-548,0-4 610,11 2 0,-13-9 0,12 5 0,-1-1 0,0 0 198,4 3 37,-5 1 1,4 10-1,-4 1 1,1 1 0,2 4 655,-1 2-578,-9 1 1,2 1 0,-4 4 163,1 4-265,-5 10 1,1-3 0,-7 5-1,-3-2 1,-4 1-339,-5 2 10,0-4 0,-10 2 0,5-6 1,-2-1-1,-4-2-1755,-1-1 1648,-1-1 1,4 0-1,2-1-1039,2-1 906,1-3 0,4-4 5,1 0 550,6 0 1,8 0 0,11 0 168,7 0 1,4-4 0,6-3 0,1-1 1283,-1-3-1349,7-1 0,-3-2 0,5-1 0,3 1 0,-1 0 842,-1 0-1252,3-7 1,-4-1 0,4-5 297,-3 4-307,-4-4 0,-11 5 0,-4-7 0,-4 1 0,-2-1-470,-4 1 417,-2-7 0,-9 3 1,-1-4 80,-2 1 0,-6 4 1,2 7-32,-4 5 280,-1 10 1,4 2 0,1 9-1,-2 4 1,0 8 454,1 9-313,-2 10 1,4 3 0,-5 5 455,4-3-221,-4 3 1,7-6 0,-4 3 0,4-3 0,1-2 1214,0 0-1481,1 0 1,5-6 0,4-2-244,5-1 0,9-8 0,4-2 0,4-8-600,1-4 308,1-2 1,4-2 0,0-3-105,-1-4 0,-2-10 1,-2-3-1,1-2-486,-1 1 661,1-1 0,-7-5 0,-5 1 0,-4 1 0,-5 2-391,-2 1 512,-1 7 1,-5 1 293,0 7-139,-7 5 0,0 0 0,-9 8 0,-2 7 0,1 5 303,4 3-161,-1 6 0,8-4 0,-4 3 265,6-5 1,-3 1-1,3-1 1,2-2 37,5-1-665,-1-1 0,15-3 0,-3-1 0,4-3 1,2-2-4424,4-2 2868,-4-3 1770,7-1 0,2 0 0,7 0 0</inkml:trace>
  <inkml:trace contextRef="#ctx0" brushRef="#br0" timeOffset="177">22379 10577 10852,'0'-8'708,"0"0"0,0 3 0,0-4 0,2-4 0,1-1 421,2 0-1120,6 0 1,-3-2 0,6-3 0,0-3 0,0-3 0,2-2 0,1-5 84,2-3 0,0-3 0,-6-4 0,-2 1-326,-1 3 142,-7-3 1,3 11-1,-6-2 288,0 7 0,-2 9 1,-2 8 14,-6 2-129,-2 7 1,-3 12 0,1 8 273,0 1-171,0 8 0,1 1 1,2 6-1,3-3 0,0-2 1141,0-2-1085,5 5 0,-3-5 0,6 3-297,0-3 0,1-3 0,4-3 0,5-4-1107,2 1 966,2-6 0,1 1 1,0-8-305,4-2 1,-3-1-1,5-5 1,-2-1-416,0-4 724,0 3 0,-5-15 0,0 3 228,0-2 0,-4-5 1,-2 2-1,0 2 405,-1 1 274,-3 8 0,2-4-160,-6 2-248,0 4 197,0 0 0,0 17-156,0 3 0,5 3 0,-1-3 0,1 1-3,1-1-403,2-6 0,7 4 1,0-2-212,4 3 0,-1-4 0,4-1 0,0-2-721,0-3 877,2-1 1,-1-4-1,0-2-37,-3-6 1,-6-2 0,-6-3 0,-1-1 516,-4-2-221,-2 2 0,-1-10 0,-3 6-105,-6-2 1,-2 3-1,-13-3 1,-1 3-53,-2 6-67,-8-1 0,7 12 0,-2-2-31,4 2 1,4 7 0,-2 1 0,6 2-380,2 3 416,8 2 1,-3 6-1,6 0-155,2-2 0,8-1 1,4-2-1,5 0-1050,5 0 1008,3 1 0,7-6 1,1-1-136,3-2 0,-1-1 0,4-5 0,-1-2 107,-4-2 243,-1 2 0,-1-10 1,-2 4 355,-4 0 1,-2-3-1,-9 4 1068,-2-1 533,-4 5-1137,-6-3 0,0 8 0,0 2 803,0 6-1362,0 9 1,0-3-1,0 2-5,0-2 0,0-1 0,2-1 0,1 0-321,2 0-45,12 0 0,-7-6 0,10-1-285,1-1 0,-6-5 0,6 4 0,-2-5-655,0-5 893,6-2 1,-9-8 0,3 0 161,-3-4 0,-8 1 0,-2-5 0,-1-3-45,-1-1 149,1 5 0,-10-3 1,-2 6 101,-6 2 1,0 1 0,-9 2 0,0 1-30,0 4-154,-2 2 1,-3 9 0,2 1 0,1 2 0,7 11 1,-2-2-1,5 3-48,4 4 101,-2-6 0,10 11 1,-3-7-162,4-2 0,9 4 1,4-2-1,7-4-744,3-4 620,2 2 1,9-11 0,0 2-331,-1-2 0,3-2 0,-2 0 1,-1-2-913,-2-2 1218,-2-4 0,0-8 1,-1-1 30,-3-2 0,-3-7 0,-7 4 0,0-1-360,0-1 634,0-6 1,-6 0 0,-3-3 128,-3 3 1,-2 3-1,0 3 281,0 5 2566,0 3-2122,0 8 0,0 10 0,-2 11 0,-1 6 1343,-2 3-1632,-6 8 0,8 0 0,-5 3 179,2-3 1,-4 3-1,4 0 1,0-1 83,-1-2-811,-4-2 1,10-4 0,-4-2-662,3-1 0,-2-2 0,-1-5-1278,2 0 607,1-6 639,2-2 0,2-7 1,2-6-1,6-7-617,3-8 966,7-5 0,2-3 0,7-1 161,-1-3 1,1 1-1,-1 5 1,0 1 809,1 3-466,-7 4 1,-1 5 362,-7 1 0,-6 8-50,-4 6-315,-8 6 1,-6 8-1,-9 1 97,-5-1 1,-2 0 0,-1 0 0,2 1-848,1-1 355,6-6 0,-7 4-214,6-2 0,0 1 0,7 0 0,2-2-376,5 2 962,4 2 0,7-3 0,5-1 68,7 2 1,-1 2 0,7 1 0,1 0 539,2 0-511,-5 1 0,3-6 0,-4 1-326,1 1 0,0-5 0,3 0 0,-3-1-972,-1 0 713,4-1 0,-7-5 0,4-2-575,-2-2 644,-1-6 0,-5 3 1,1-8-1,-3-1 0,-1-2-971,-1 2 1387,-7 1 1,3-3 0,-6 0 983,0 1-407,0 9 1,0-4 1136,0 4-1509,-6 3 0,3-1 0,-5 9-81,2 3 0,-1 2 0,4 8 1,-2-1 282,2 0-651,2 0 0,1-4 0,1-1-351,4 2 1,-2 2-1,8 0 1,3-4-1498,4-4 1356,1 3 1,1-7-1,2 4-978,0-3 1347,5-2 1,-11 0 0,5 0 0,-2-2-1,0-3-410,-2-4 916,-8 2 1,-1-4-356,-3 7 2149,-3-7-1129,4 9-538,-6-4 0,-2 7-200,-2 4 1,2 3-1,-3 6 166,4 0-585,1-6 1,6 3-1,3-4-924,4 1 877,1-5 1,5 3 0,0-6-1,0 0 1,0 0-717,0 0 938,6 0 1,-9-6 0,3-4-422,-3-2 455,-2-3 0,-1 0 0,-2-3 0,-3-1 1,-2 2 478,-3 1-102,-1 2 1,-2 0 529,0-1-1236,0 8 692,0 7 1,-5 7-1,0 9-41,2 3 1,2 3 0,-1 7 0,-1-1 469,-2 1-302,0-1 0,4 0 0,-2 1 336,-2-1-754,0 1 0,4-2 0,-3-2 0,-2-1 0,0-1 43,-1-1-420,-4-1 1,10-7 0,-5 0 233,-1 1-312,6-8 1,-7 0 851,3-7-551,3-7 0,-9 0 0,7-9-216,0-3 0,-2-3 1,1-8-1,4-3-682,4-5 570,5 3 1,8-6-1,1 3 81,2-3 1,6 0 0,-1 3 0,3 6-449,1 7 715,1 4 0,-1 9 1,1 2 43,-1 6 1,-6 8 0,-4 6 0,-6 4 345,-2 5-185,-7-3 1,3 4 0,-6-5 770,0-1-800,-6 0 0,-4 0 0,-7-1 0,-4-2 0,-1-3 584,-3-2-870,-2-1 1,-1 0 0,-1-1-1883,1-1 1466,6-1 0,-4-2 1,7-2-1,2-1 0,3-3-2815,4-2 831,4 5 2540,6-10 0,63-14 0,-23 8 0,-1 1 0</inkml:trace>
  <inkml:trace contextRef="#ctx0" brushRef="#br0" timeOffset="178">25081 9809 7908,'14'-20'237,"0"4"0,0-5 0,2 9 886,3 2-673,-3-2 0,4 10 0,-4-3 0,1 4 0,4 1 2265,1 0-2264,2 6 0,4 4 0,-1 7 107,-3 2 1,1 6 0,-6-1-1,-2 4 863,-1 6-1093,-2-4 0,-6 11 1,-3-3 404,-3 3-452,-2 1 0,-7 6 1,-2-1-1,-5 0 0,-4 1 1297,-1-1-1302,-6 7 1,8-5 0,-5 5-53,1-2 1,0-7 0,4 3 0,-3-4-83,-3-1-137,6-7 1,-4 4-1,6-7 108,-4-2-194,-3-7 0,-7 1 0,1-7 1,-1-4-1,1-5-975,-1-2 836,-5-3 0,-7-4 0,-7 0-926,2 0 552,-4 0 0,6-4 0,-5-3 0,3-1 0,5-1-6705,9 1 7299,8-5 0,36-26 0,5-15 0</inkml:trace>
  <inkml:trace contextRef="#ctx0" brushRef="#br0" timeOffset="179">1906 13164 7955,'-8'-7'837,"1"0"1,7 6-315,0-4 0,-1 3 24,-4-2-413,3 2 0,-4 0-320,6-2-345,0 2-1115,0-4 1238,0 6 408,0 0 0,0 12 0,0 4 0</inkml:trace>
  <inkml:trace contextRef="#ctx0" brushRef="#br0" timeOffset="180">1820 13207 8155,'-8'-6'293,"2"3"1,5-5 0,-3 0 1313,0 0-1170,-1-2 0,3 3 0,-1 0 0,-3 2 161,-2 1 0,3-1 0,-4 5 61,-2 0-527,-2 0 1,-3 2-1,-1 2 61,-2 6 1,-2 7 0,4 4 0,-2 1 407,2 3-599,1 8 0,2-3 0,1 3-93,3-3-4,4-1 1,6-1 0,0 1 0,0-2-1,2-4-373,2-4 61,4 3 0,11-12 1,0 1-92,-1-3 196,4-7 0,-5 6 1,5-9-1,-1-3 1,-4-4-1245,-1-4 1459,5-1 1,-6 0 0,4 0 174,-3-1 327,-8 1 0,5-3 0,-5 1 0,-1 3 1304,-2 1-1047,-3-1 69,-2 5-444,0 2 1,0 17-1,0 5 1,0 3 563,0 1-743,0 5 1,0-9-1,0 5-106,0-1-70,0-4 0,6 5 0,4-7 0,4-1 0,3-2-539,2-2 376,6-6 1,-4 2 0,4-10-127,-1-4 324,0-4 0,-2-6 0,-2-1 0,-2-2 0,-3-4 262,-2-1-69,-8-1 0,0 0 0,-10-1 44,-5 1-218,-9-1 0,-3 7 1,-6 5-1,-1 6 1,1 6 117,-1 3-93,1 2 1,0 2 0,1 3-29,3 4-32,4 4 0,7 6-1,2 0 1,3 0 0,2 0-553,2 0 429,3 0 1,9-5-1,4 0-718,6 0 661,7-6 1,-3-2-1,8-6 1,2 0-1,1 0-953,-1 0 1031,4-6 0,-6-2 0,3-6 267,-3 0 111,-8 6 1,-1-3 0,-7 4-1,0 1 673,0 0-131,-6 1 0,-1 7-60,-7 2-362,0 4 1,0 11 0,0 0 0,0-1 0,-2-3 324,-3 0-613,4-1 0,-7 0 0,5 0-61,-2 0-1123,0-6 1,4 3-223,-4-6 1045,3 0 1,-4-7 0,8-2-805,2-6 984,-2-3 0,11-1 0,-4-2 1,2-1-1,2-3 615,1-3-445,-9 6 0,14-3 0,-10 5 1251,4 1-751,1 6 0,0-3 0,0 6 656,1 2-904,-1 8 0,-6 4 0,-2 9 389,0 1-678,-4 0 0,4 0 0,-4 0 1,1-2-1,2-1-49,-2-2-536,5 0 1,-5 0-1,6-1 42,2-3 105,2-4 1,-3-6 0,-1 0 0,2 0 0,2-2-997,1-2 1119,0-4 1,0-13 0,1-3-481,-1-2 506,0-3 1,-4-1 0,-3-1-1,0-4 1,-4 0-1487,-1 0 1523,-2 2 1,0 11 0,0 3 37,0 3-163,0 8 129,0-4 38,-7 10-574,6-4 478,-12 6 1,10 5 285,-7-1 0,1-5 0,-5-7 0</inkml:trace>
  <inkml:trace contextRef="#ctx0" brushRef="#br0" timeOffset="181">2560 13193 8155,'8'0'1545,"-2"0"-1016,-6 0 0,1 0 1,3-2 1299,0-2-678,1 2-591,-5-4-612,0 6-4329,0 0 2790,0 6 895,0-4 696,0 10 0,-32 47 0,13-21 0,-1 1 0</inkml:trace>
  <inkml:trace contextRef="#ctx0" brushRef="#br0" timeOffset="182">2574 13491 8155,'8'-14'134,"-2"0"1,-4 0 0,1 0-54,2-1 767,-1 1 0,1 0 0,0 0-260,-2-1 0,3 1 0,-1 0 1,0 0 282,1 0-741,2-1 0,1 1 0,1 1 166,1 4-86,-5-4 1,2 7 68,-3-3-786,-4 2 1,4 7-81,-10 0 508,-9 7 1,-2 0 0,-4 8 0,1 0 0,0 3-124,2 1 203,1 0 1,6-5-103,1 0 170,6 0 0,-2 1 0,10-1 1,4-1-1,5-2 384,5-2-353,-3 1 0,11-3 0,-5 0 235,0-1-237,5-4 1,-11 6 0,3-5 0,-3 1-1,-4 1 442,-2 1-336,-4-4 1,-7 11 570,-4-4-701,-3-3 0,-13 6 0,-2-6 1,-4 0-1,0 2-1024,3 0 716,-3-5 1,7 5 0,-4-5-592,5 2 549,3 0 1,2-5-396,0 0 498,6 0 0,3 0 0,10-2-216,5-3 356,2 4 0,7-7 1,2 5-1,-1-2 0,2 0-224,0-1 73,2 4 0,3-9 1,-2 5-95,-1-2 55,0-1 0,4-6 1,1 1-1,-1-2 0,0-3-1367,1-4 1291,-1 2 1,-4-7 0,-3 1-347,-6-5 685,-4-1 0,-6 5 0,0-1 0,-4 1 0,-2-1 1586,-4 1-1384,-6 12 0,3-1 1,-6 12 1453,0 2-1409,0 1 1,4 9-1,2 2 1,2 5 0,1 5 1184,-1 5-968,4 9 1,-4-3-1,6 5 1034,0 0-1219,0-5 0,0 9 0,0-6 0,0-1 1,0-2 712,0-2-1344,0-6 0,5 1 1,1-8 214,2 0-192,1 2 1,1-15 0,-1 2 0,2-2 0,2-2-3729,1 0 3025,0-6 0,-4-7 0,-1-6-1559,2 2 1173,-4-6 1378,-1 1 0,-12-50 0,2 30 0,0 0 0</inkml:trace>
  <inkml:trace contextRef="#ctx0" brushRef="#br0" timeOffset="183">2944 13307 8155,'-15'0'-225,"1"0"1,0 0 0,0 0 1865,-1 0 123,8 0-1026,-6 0 1,13 1-1,0 2 202,8 2-893,4 0 1,7-5-1,2 0-760,1 0 667,2 0 0,4 0 0,-1 0 0,-2 0 0,-3 0-1327,-1 0 1036,4 0 1,-9 0-1,3 0-254,-3 0 1076,-8 0 386,4 0-198,-10 0 1,3 6 0,-9 4 677,0 2-1047,-7 2 1,8 2-1,-5 2 1,0 2 0,1 1 1155,1-1-1280,1-1 1,5 0 304,0 0-669,0 0 1,2-5 0,3-1-1,3-2-1127,-1-2 600,0-5 143,-1 2 348,2-6 1,0-2 0,-3-2 55,-4-6 90,-1 4 1,0-7 0,0 4 123,0-4 1,0-1 0,0 0 0,0-1 132,0 1-240,0 0 1,0-2 0,0-1-165,0-2 204,0 0 0,2 0 0,3 0 0,4 2 0,4 1-5,1 2 0,0-1 0,-4 3 0,-1 2 9,2 5-5,2 4 0,1 1 1,0 0-179,0 0 183,1 6 0,-7-3 1,-4 7-317,-2 1-171,-2-5 0,5 7 1,-1-4-1,-1 4 500,-1 1 0,-2 0 0,0 1 0</inkml:trace>
  <inkml:trace contextRef="#ctx0" brushRef="#br0" timeOffset="184">3541 13363 8155,'-8'-14'2879,"0"5"506,3-1-2203,4 7 0,-7-2 1342,3 10-2152,3 3 1,-6 11-1,5 1 907,-1 3-1124,-1 0 1,5 1 0,0 0 0,0-1-1,0 1-973,0 0 667,0-7 1,0 4 0,0-7-1374,0 0 1099,6 0 0,-3-4 1,7-2-1,1-2 0,1-3-1279,3-1 1211,5-2 1,-4-7-1,3-4-400,-3-6 759,-2 1 1,5-11-1,0 4 1,-3-4 0,-4 0 246,-2 3 71,-7-3 0,8 12 0,-6-4 591,-2 3 722,-2 2-598,-1 6-608,0 8 1,-4 9 0,-3 9 1111,0 1-1179,3 6 0,-2-5 0,6 4 1,0-5-1,0-2-468,0 2 32,0-3 1,0 5-1,2-9-714,2-2 618,4 2 0,6-10 1,1 3-1,-1-4 1,0-2-1472,0-4 1199,7-3 1,-4-6 0,5-2 69,-1-3 432,-2 3 0,0-9 1,0 6-1,-2 0 1,-1 0 219,-2 0-12,0 0 0,-1 10 0,-2 1-13,-1 2 356,-1 1 0,1 5 1,-1 0 638,2 0-908,-5 6 0,2-3 41,-3 7-375,-3-1 1,4 1-356,-6-1 411,0-6 171,0 4-156,0-7 0,-2 0 1,-2 0-1,-6 0 106,-3 0 25,-1 0 1,0 0 0,0 1 264,0 4-181,-1-3 0,1 10 1,0-2-1,1 2 249,4 3-330,-4-1 1,12-5 0,-4 1 221,3 1-286,2 1 1,2 3 0,3-1 0,4-1 0,5-4-250,5-4 88,-3 3 0,11-7 0,-5 4-479,0-3 436,5-2 1,-10-7-1,7-4 1,0-5 0,-2-4-527,-3-2 633,-3 4 0,-2-9 0,0 2-162,0-6 206,-6 1 1,3-10 0,-6 5 0,-2 1-1,-1-1 163,-2 3 60,0 2 1,-7 8 374,-2 3-451,3 10 1,-7 6 0,5 10 104,0 8 143,2 8 1,6-1 0,0 7 977,0-1-1030,0 1 0,0-1 1,0 1-1,0-1 1,0 1 723,0-1-1192,0 0 1,1-4-1,4-2 283,5-1-251,2-2 0,3-7 0,0-2 0,3-4 0,2-1-1466,2 0 1199,-4-1 0,9-10 1,-5-3-808,0-4 974,-2-1 1,-1-2-1,0-1 1,-1-4-1,-4 0-114,-5 1 394,4 1 1,-11 5 1018,2 0-527,-2 6 360,-2 1-735,0 7 1,0 7-1,0 2 801,0 4-828,0 1 1,1 0-1,4 0 1,5 1-1,4-1 231,5 0-928,-3-6 0,11 3 1,-4-6 45,4-2 289,2 5 1,-1-7-1,-1 4 1,-2-5-1,-3-3-771,-1-2 919,4-6 0,-9 5 0,4-5-3,1 1 362,-5 1 1,-1-4 0,-5 2 0,-1 2 974,-1-2-1007,-1-2 0,-7 3 292,0 1-542,-7 6 0,-1-3 0,-6 6 0,0 0 0,0 0-431,0 0 227,-1 0 1,1 1-198,0 4 462,0 3 1,4 6 0,2 0 0,2 2 0,3 1 580,1 2-124,2 7 0,0-6 0,0 5-121,0-1 0,0 0 0,2 4 0,1 1 637,2-1-840,-1-6 0,-4 3 0,0-6-49,0-1-53,0-2 0,0-2 1,-1-2-1,-4-2 133,-4-5-601,-4-4 1,-3-1-1,-1 0-544,-2 0 728,0 0 1,5-6 0,1-4-1,4-2 1,4-2-858,3-1 470,2 1 0,0-2 1,2-1-554,3-2 711,3 0 0,10 0 0,3 0 0,0 2 0,-1 1-2468,-3 2 2292,-1 0 0,-2-1 599,1 1 0,-39-13 0,-9-3 0</inkml:trace>
  <inkml:trace contextRef="#ctx0" brushRef="#br0" timeOffset="185">4152 13392 8106,'-14'0'483,"0"-2"0,-1-1 2987,1-2-2938,6 1 1,5 2 0,11-1-67,6-2 0,11-1 1,2 1-1,5-3-1041,0 0-241,-2 2 0,-2 1 1,-1 1-1915,-3 0 2730,-4-4 0,-37 20 0,-9-3 0</inkml:trace>
  <inkml:trace contextRef="#ctx0" brushRef="#br0" timeOffset="186">5787 13164 8241,'-8'-14'1098,"-4"0"0,10 0 0,-4 1 849,-1 4-1516,6 2 1,-6 9-1,7 3 1,0 6 0,0 6-1,0 8 2505,0 7-2654,0-2 1,5 6-1,0-4 1,-2 3-1,0-1 246,2 1-513,-3-2 0,4-9 0,-6-2-884,0-1 1,0 2-2466,0-4 1824,0-6 0,-2-7-955,-2-6 2076,-4-6 0,-7-8 0,1-8 0,0-4 1,0 1-594,0 0 815,-1-5 0,7 9 0,4-4-397,2 1 842,2 7 0,2-4 1,4 9-1,7 2 0,7 4 3198,7 0-3032,-2 4 0,12-4 0,-4 6-5,5 0-383,-4 0 0,6 0 0,-7 0 0,-1 0 0,-4 0-171,-4 0-674,-4-7 1,-7 4 286,-3-6 505,-4 6 0,-8-5 0,-2 5 0,-8-2 903,-5 2-181,1 1 1,-4 4-1,6 2 310,-1 6-515,7 2 0,-4 7 0,4 2 0,-2 0 1,3 1 1181,0 0-1548,2 1 1,1 6 0,-1-2 274,2-4-598,1 4 0,-3-11 0,1 3 0,1-3-1669,1-2 1612,2-6 0,2-2-394,2-6 291,-2-6 1,11-4 0,-4-7 0,5-3 0,4-1-1614,1 0 1964,0-4 0,-5 9 1,0-1 343,0 6-209,-6-2 0,5 12 0,-4-4 0,4 3 1007,1 2-700,7 7 0,-6 2 0,4 9 245,-3 1-513,5 0 0,-4-5 1,7 0-1,1 0 0,2-1-276,1-4-300,1-2 1,-1-7 0,1 0-940,-1 0 974,-6 0 0,3-7 0,-6-2 1,-1-4-1,-4-3-254,-5-3 452,-2 4 0,-9-4 0,-4 8-25,-8 1 187,-7 7 1,-7-3 0,-1 6-1,1 1 1,-1 4 1322,1 4-993,6 4 1,1 1 0,9 2 1156,2 3-1200,4-3 0,7 4 0,4-5 0,6-1 0,8 0 1234,10 0-1694,5-6 1,9 3 0,0-6 45,-1-2 1,1-3-1,-2-3 1,-3-3-2856,-5-2 1356,-9-2 1,-5-4 1610,-10 0 0,-40-7 0,-17-1 0</inkml:trace>
  <inkml:trace contextRef="#ctx0" brushRef="#br0" timeOffset="187">1579 14316 8173,'0'-14'860,"-7"0"1,4 1 1731,-6 3-2172,5 4 0,-2 8 0,6 2 0,0 7 0,0 5 0,0 5 0,0-1 319,0 1 0,0 4 0,0-1 0,0 1 290,0-1-1036,0 3 1,0-7-1,0 5-66,0-1 0,0-6 1,0 0-1,0-2-1967,0-2 1225,0 1 0,0-6-447,0 1 0,0-9 329,0-1 0,0-11 0,0-8-289,0 2 979,0-5 1,0-2 0,0-8 53,0-1 242,0-6 1,0 7-1,0-6 1,0 0-1,2 0 449,2 1-366,-2 5 0,11-1 0,-4 9 1236,4 5-1056,7 10 0,-2-2 0,5 6 0,1 3 0,0 7 1249,0 9-1158,-7 0 1,3 13-1,-7-5 506,-3 1-731,-4 3 0,-6-5 1,0 4-1,-2-1 1,-4 0 535,-8-2-886,0-2 1,-13-6-1,3 1 280,-3-1-443,-1 0 0,4-6 1,2-2-1,1-1 0,4 0-640,1-2 362,2-1 17,6-2 815,8 0 0,13 0 1,6 0-1,0 1 311,1 4-370,-4-4 1,6 12 0,-5-3 744,2 2-676,0-4 1,-4 5 0,-1-4 0,-2 4 0,-1-1 560,-1-2-618,-7 3 1,8-10-176,-6 6 41,0-6 0,-5 5 151,0-3-1090,0-3 507,0 4-1148,0-6 1,-2 0-1742,-3 0-171,4 0 3450,-6 0 0,14-19 0,1-5 0</inkml:trace>
  <inkml:trace contextRef="#ctx0" brushRef="#br0" timeOffset="188">1948 14487 8469,'14'0'1105,"-6"0"0,3-2 1277,-6-3-2001,0 4 1,-5-7 0,-2 5 0,-2-2-1,-6 2 1,-3 1 57,-1 2 1,0 0-292,0 0 0,4 2 0,1 2 0,-2 6-41,-2 3 0,4 1-75,-1 0 1,7 0-1,-3 0 1,1 2-222,0 3 85,1-3 0,5 4 0,4-5 0,6-3 0,5-1-336,3-1 192,6-7 0,-5 3 0,6-6-133,-3 0 264,1-6 1,5-2-1,-3-8 1,-2-1-1,-5-2-591,-3 2 962,-8-5 0,3 1 1,-6-3-54,-2 5 0,-3-1 1,-5 1-1,-4 1 456,-4 3-495,-1 0 1,-1 6-1,1 1-180,0 2 1,-2 3 0,0 7 0,1 6-227,2 2 255,2 3 0,3-1 0,2 0-26,-1 0 1,6 5 0,-4 0 0,5-3-407,5-5 111,3 2 0,7-7 1,3 4-1,2-6 1,3-2-1065,2-2 1149,2 0 1,1-6-1,1-4-203,-1-3 461,0-1 0,-5 5 0,-5-1 0,-3-1 0,-4 0 656,-2 2 1914,-6-4-965,4 11-1309,-7-4 0,-5 12 0,-1 4 749,-2 3-994,5 1 0,-5 5 1,5 0-1,-2 0 1,2 0 223,1 0-470,2-1 0,0-3 0,2-3 0,2-1 0,6-3-2213,2-1 2001,3-3 1,-1-4-1,0 0-724,0 0 854,1 0 0,-1-6 0,-2-3 0,-1-4 0,-3-1-696,-1-1 1137,4 1 0,-8 0 1,5 0-1,-2 0 0,-3-1 1322,-1 1-693,-2 6-71,0-4-591,0 10 0,0-3 0,0 12 281,0 7-350,0 0 0,1 7 1,3-7-1,2 0 183,2 0-611,1 0 1,7-1-1,1-3-547,2-6 702,0 4 1,0-6 0,2 1-1,-1-6 1,3-7-665,-1-2 714,-5-3 1,2 0 0,-8-3 0,-3-2 0,-2-2 118,-3-4-83,-1 0 1,-2-3-1,0-1 226,0-3 0,-6 3 0,-1-5 0,-4 8 0,3 4 0,1 4 218,-1 3-162,4 8 0,-2 5 0,6 12 567,0 10-346,0 7 0,0 2 1,0 0 335,0 1-440,0-1 0,0 1 0,0-1 0,0 1 0,2-3 225,2-2-795,-2 3 0,4-11 0,-4 3 1,1-4-1114,2 0 1180,6-7 0,-3-2 0,6-6-1061,0 0 926,-6 0 0,5-5 0,-4-1 0,4-2-104,1-3 569,-6 5 1,5-5 0,-4 6 673,4 2-531,-5 1 0,0 2 0,-5 2 192,1 2-76,8-2 1,-9 11-1,6-4 202,2 4-788,2-5 1,-4-1 0,1-3-140,1 0 1,2 1 0,1-5 0,0 0-573,0 0 672,0-6 0,1-2 126,-1-6 0,-5-1 1,-1 1-1,-1 0-135,-4 0 629,-2 0 1,-1 4 360,0 1 0,0-1-215,0-4-432,0 6 0,-1 2 0,-2 7 45,-2 4 0,0-2 0,5 7 0,0 1 225,0 1-346,0 3 0,5-6 1,1 1-1,2-1 1,3 1-802,2-1 588,7-6 1,-4 8-1,5-6-615,-1-2 645,2-1 1,2-2-1,-2 0 1,0 0-1,0 0-460,4 0 602,-6-7 1,1 4 0,-7-5 0,0 0 0,0 1 440,0-5-275,1 6 1,-1-5-1,-1 5 314,-4-2-375,-3 5 0,-1-10 0,0 4 1,0-2-1,-1-1-311,1 3 132,0 0 0,-7-1 0,-3 1 1,-4-1-332,-4 2 78,-1 2 0,0 6 1,-2 1 147,-3 4 202,3 3 0,-9 8 1,6 1-1,2 4 1,1 1 860,2 3-435,0 2 0,4 3 0,2 2 0,2 1 0,3-2 1552,1-1-1665,2-1 1,5-1-1,1-1 633,2-3-785,-5-4 0,8-10 0,-6-1 99,-2 2-246,-1-4 0,-4-1 1,-3-6-1,-4-2 180,-4-2-718,-1-4 1,0-6-1,0-1-9,-1 1 85,1-6 1,2 2 0,2-4 0,5 0 0,4 1-2663,1 1 2372,6-5 1,2 9 0,8-3-1357,3 3 2086,-3 2 0,48 0 0,6-1 0</inkml:trace>
  <inkml:trace contextRef="#ctx0" brushRef="#br0" timeOffset="189">2744 14302 8383,'-14'0'756,"-6"0"0,4 0 2483,-3 0-1744,9 0-1714,17 0 1,5 0 0,15 0 0,3 0-1,0 0-2388,0 0 1951,-1 0 0,-1 0 656,1 0 0,12 0 0,3 0 0</inkml:trace>
  <inkml:trace contextRef="#ctx0" brushRef="#br0" timeOffset="190">3981 14344 8012,'-6'-14'253,"0"-5"1,-5 2-1,3 3 1,0 4 469,0 4 0,5 3 1,-2 9-1,5 8 0,3 8 15,2 5 1,0 2 0,-5-1 0,0 0 624,0 1-1193,0 6 1,0-5 0,0 3 0,0-3 0,0-3 269,0-4-732,0 4 0,0-11 0,1 1 1,4-6-1361,5-6 1356,9-3 1,-4-4 0,6-3-935,-1-4 1049,2-10 0,2-2 0,0-4 0,0 2 0,-1-1-108,1 2 353,-7 1 0,9 2 0,-7 0 269,-2 2 1,-1 6-1,-2 3 1,0 2 611,0 2-748,1 3 0,-6 1 0,-1 1 29,-2 4 0,4 3-215,-5 6-136,-1 1 0,-4-6-91,0 0 1,-1-5 0,-4 0 140,-5-2-176,-2-2 1,-2 0-1,-1 2 125,1 2 0,0-2 0,0 4 0,-2-1 114,-3 0 65,3 6 1,-4-5 0,5 5 28,1-1 0,5-1 0,-1 4 0,1-2 41,1-2-129,2 1 1,7 4-38,4 0 1,-2-6 0,8-2 0,3-1-716,4 0 600,1 0 1,0-10-1,0-1-20,-2-2 0,-1 0 0,-2-3 0,0 1 461,0-1-203,1-2 0,-3 4 0,-2 0 820,-6-3 1,3 5 411,-2-3-908,-1 7 0,-4-2-174,0 10 1,0 3-1,-1 6-161,-4 0-110,3 0 1,-4 1 0,8-1-131,2 0 0,0-4 0,5-2 0,2-1-1051,2 1 989,7-5 0,-4 4 0,3-9-205,-3-3 1,3-2-1,1-8 1,1 0-646,-1-4 959,-7-4 1,0-5 0,-5-2 132,-1-3 0,0 3 0,-7-5 1,0 2 18,0 0 167,0 0 0,-5 10 1,-1 5 612,-2 2 0,3 8 835,-4 3-1305,5 16 0,-2 5 0,6 12 234,0 1 1,0 6 0,0 1 0,0 0 644,0-3-1095,0-3 0,0 2 0,0-2-127,0-3 0,0-3 1,0-1-903,0-4 156,0-3 352,0-8 1,0-5 0,0-11 0,0-8-958,0-4 1116,6 2 1,2-7 0,7 5 84,-1-2 1,5 4 0,0-1 0,-2 3-112,-1 2 462,-2 6 0,5 2 0,0 6 101,-2 0 0,-2 6 0,-4 4 0,-3 2 402,-2 3-589,-1 5 1,-5-2-1,-2 4 10,-3-2-127,-3-1 1,-6-5-1,-2 1 1,-1-1-1,-4-2-181,-1-2 206,5 3 0,-5-12 1,4 4-992,0-4 332,-1 6 1,9-6-346,1 4 1309,5-3 1,4-2 0,10 0-102,3 0 1,7 0-1,4 0 0,3-2 359,1-3-530,1 4 1,-1-7-1,0 3-79,1-4 0,4-4 0,0-1 0,0-2-427,2-3 366,-5-3 1,10-5 0,-7 2-370,-2 1 416,-1 0 1,-6-4 0,-3 1 0,-6 3 0,-7 4 3,-5-1 82,-3 6 1,-6-11-1,-3 6-115,-4-2 54,-1 4 1,0-1 0,-2 10 0,-2 3 0,-1 1 20,2 0 32,1 0 0,7 7 1,-1 3 120,-1 4 1,3 5-1,0 4 1,1 2 348,-1 2-192,5 2 0,-4 3 1,7-2 1056,0-1-1092,0 0 0,0 4 0,0 0 0,2 1 0,3-2 574,4-4-964,4 4 0,1-11 0,2 3 382,3-3-557,3-2 0,6-5 0,1-1 0,-1-1 0,0-6-766,1-4 801,6-5 0,-5-6 0,1 0-6,-5 0 1,-1-5 0,-5-2 0,-1 1-256,-3-1 706,1 2 1,-15 5-1,3 0-152,-4-1 1,-4 3 0,-5 2 44,-6 6-210,-10 2 1,2 4-1,-6 2-178,-1 6 318,7 2 1,-3 7 0,6 2 0,2 1 0,2 2 19,6-2 327,3 5 1,6-10 0,1 5 96,4-1-240,9-2 1,8-5 0,8-2 0,2-2 0,1-5-190,-1-4-176,-2-1 0,-3 0 0,-4-1-388,-4-4 0,-3 2 0,-2-7 0,-1-1-1039,-4-1-1503,-2-3 3074,-7 1 0,-38-23 0,-19-10 0,-2-3 0,-1-1 0</inkml:trace>
  <inkml:trace contextRef="#ctx0" brushRef="#br0" timeOffset="191">3953 14657 8473,'-14'0'3316,"0"0"-2235,-1-6-1365,14 4 0,9-9 1,18 6 283,11 2 0,15-6 0,10-2 0,9-1 0,1 0 0</inkml:trace>
  <inkml:trace contextRef="#ctx0" brushRef="#br0" timeOffset="192">3839 14415 8410,'-14'0'885,"5"0"0,-1 0 2019,-1 0-2301,5 0 0,1 0 0,11 0 573,8 0-867,1 7 1,12-6 0,-4 4-1,6-3 1,2-2 202,2 0-491,1 0 0,-6-2 0,-1-1 0,-2-2 1,-3 2-457,-1 1 308,-2 2 0,-10-1-40,1-4-433,-7 4 1,2-6-1,-10 7-1602,-5 0 307,-2 0 1,-2 0 1894,-1 0 0,-49 26 0,25-11 0,0 1 0</inkml:trace>
  <inkml:trace contextRef="#ctx0" brushRef="#br0" timeOffset="193">6683 13079 8561,'-8'-14'301,"-5"6"0,12-5 0,-6 5 0,3-1 0,-1 0 1485,2-3-1817,1 6 0,8-5 1,4 5-1,4-1 1,4 0-1,2 0 1,2 1 431,3 3 1,-2-4-114,0 3 0,-5-1 0,1 5-141,-4 0-4,0 0-195,-7 0 1,-2 2 0,-6 2 905,0 6-772,0 2 0,-5 4 1,0 2 63,2 1 0,2 1 0,1-1 0,0 3 294,0 0-324,0 5 0,0-5 0,0 7 77,0-1 0,0 0 0,0 1 0,0 1 336,0 3-383,0-3 1,1 11 0,2-4-71,2-1 0,0 5 0,-5-3 0,0 1-40,0-1 29,0 3 1,0-4 0,0 5-20,0 1 1,5 0 0,-1-1 0,-1 1-408,-1 0 364,4-1 0,-4 6 1,3-1-119,-4-1 1,-1-2 0,0-1 0,0 1-119,0 3 199,0-3 0,0 1 1,0-9 78,0-1 1,0 4-1,-1-1 1,-2 2 92,-2-2-55,0-4 0,0 0 0,-1-1-22,-2-2 0,5-1 0,-3-3 0,1-2 119,0-1-289,0-7 0,1 6 54,-1-4 20,-6 3 1,9-5 0,-4-3 0,1-1-153,0 0 63,1-6 0,2 4 80,-3-6-258,4 0 0,-7-5-407,3 0 319,-9-6 1,-10 2-1,-9-5-602,-5-2 0,-9 3 0,-7 0 1,-8 0 991,-9 0 0,7-2 0,-6-2 0,-8-3 0,0 0 0</inkml:trace>
  <inkml:trace contextRef="#ctx0" brushRef="#br0" timeOffset="194">1294 13392 8065,'-6'-22'124,"-2"-5"1,-5 10-1,2-6 1,2 3 0,-2 2-1,0 3 1,0 0 581,1 1-386,1 0 0,-1 5 0,1-1 0,-2-1 0,-2 0 0,-1 2 1345,0 4-1532,6-3 0,-5 6 0,2-2 1,-5 2-1,-4 2 61,-2 0 0,3 2 1,-5 1-1,-1 3 275,-2 2-502,-8 1 1,3 6 0,-4-1-278,1 0 286,2 0 0,6 0 0,2 1 0,5-1 0,4 0 133,8 0-228,-2-6 0,9 5 0,-4-4 179,3 4 0,9 1 0,2-1 1,4-2 243,1-2-106,0 1 1,1 4-1,-1 0 313,0 1-404,0-1 1,-1 0 0,-2 0 0,-2 2 0,1 1 240,-2 2-243,-2 7 0,-1-3 0,0 9 166,-2 1-194,-2 7 1,-1-4-1,0 8 1,0 3-1,0 6 367,0 2-380,0 2 1,0 0-1,-1-1 182,-4 1-256,3 0 1,-10 0 0,4-2 0,-2-3 0,2-3 85,2 0-33,-5-4 1,10-1-1,-4-8 35,3-1-32,2 4 0,2-13 0,3 1 0,4-5 0,4-5 307,1-1-296,6 4 1,-2-9-1,4 2 167,-2-5-158,6 3 1,-9-9 0,5 2-1,-1-2 1,-2-2 263,1 0-180,-4-6 0,11-2 1,-5-6 69,0-1-368,5 1 1,-10-5 0,5 0 0,-1 2 0,-4-1-1442,-1-1 151,-8 4 1,3-1 0,-6 6-402,-2-1 1839,-1 5 0,-21 6 0,-5 8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1:59:38.086"/>
    </inkml:context>
    <inkml:brush xml:id="br0">
      <inkml:brushProperty name="width" value="0.08571" units="cm"/>
      <inkml:brushProperty name="height" value="0.08571" units="cm"/>
    </inkml:brush>
  </inkml:definitions>
  <inkml:trace contextRef="#ctx0" brushRef="#br0">85 64 8051,'-12'-12'-58,"-6"-7"390,15 17-82,-6-8 1,7 3-11,-5 0 180,4 0-230,-6 7 109,9 0 16,0 0-349,0 10 1,0-6 84,0 10 1,0-6-129,0 6 97,0 0 0,7 7-46,0 0 1,0 7 74,-7 0 1,0 0-32,0-7 0,0 7 19,0 0 0,0 10-8,0-3 0,2-2-23,5 2 1,-4 0 37,4 7 0,-5 0 14,-2 0 1,0-7-24,0 0 0,0 1-77,0 6 0,0 0 74,0 0 0,0-7 17,0 0 1,0 0-27,0 7 0,0-6-2,0-1 1,-2-10 52,-5 4 1,4 1-47,-4-2 1,5 0 69,2-7 0,0 0-66,0 0 0,0 0 193,0 1-120,0-1-191,0 0 90,0 0-238,0-10-19,0 8 140,0-16-537,0 6 428,0-9 1,0-2-493,0-5 1,0 2-11,0-9 724,0 0 0,4-32 0,1-14 0,1-3 0,0 0 0</inkml:trace>
  <inkml:trace contextRef="#ctx0" brushRef="#br0" timeOffset="1">85 148 8082,'-12'-9'-386,"5"-6"0,-2 4 205,2-3 134,0 9 321,7-14 167,0 17-110,0-7 30,0 9-170,9 0 0,3 0 25,9 0 1,0 0-162,0 0 0,3 0 100,4 0 1,-3 0-98,11 0 0,6 0 85,7 0 1,9 0-141,-1 0 1,3 0 81,4 0 0,-1 0-106,0 0 1,0 0 43,0 0 0,1 0-4,-1 0 1,-2 0 2,-5 0 0,-2 0-84,-5 0 0,-12 7-6,6 0 0,-6 0 101,5-7 0,-7 0-57,0 0 0,-9 2 37,2 5 0,-4-5-89,-3 5 1,0-4 59,0-3-9,-9 0 22,6 0 1,-13 7 2,9 0 2,-9 0-8,4 2 271,-9-6-236,0 15 106,0-6 0,0 9-102,0 0 1,0-7 73,0 0 0,0-7-50,0 7 1,0 0 67,0 7-20,0 0 0,0 8-50,0-1 1,0 0-5,0-7 1,0 0 10,0 0 1,0 0-70,0 0 1,0 2 35,0 6 0,-7-6 1,0 5 0,0-5 27,7-1 1,-7 6-5,0 0 1,0 0-26,7-7 0,-7 2 12,0 5 0,0-4-20,7 4 0,-7-5-10,0-2 1,0 0-10,7 0 0,0 1 1,0-1 1,0 0-5,0 0 1,0 0-38,0 0 0,0 0 50,0 0 0,0 0-33,0 0 1,0-7 30,0 0-23,0 0 1,0 7 5,0 0 0,-7-7-3,0 1 1,0-8-12,7 7 0,0-7-29,0 7 15,-10-10 0,8 8 14,-5-5-68,5-5 1,-1 15 49,-4-10 25,5 0-36,-7-7 39,-1 0 0,6 0 12,-11 0 0,8 2 5,-7 5 0,7-4 16,-7 4-33,0-5 1,-7-2-3,0 0 1,0 0 7,0 0 1,0 0-56,0 0 0,0 0 48,0 0 0,0 0-8,0 0 0,0-7 19,-1 0 0,-6 0-2,0 7 1,0 0 23,7 0 1,-2 0-35,-5 0 0,2 0 33,-9 0 0,9 0-25,-2 0 1,-3 0 18,3 0 0,-2 0-13,2 0 1,2 0 2,-9 0 0,9 0-3,-2 0 1,-2 0-1,2 0 0,-8 0-3,8 0 0,0 0 2,7 0 1,-7 0 0,0 0 0,-2 0-1,2 0 1,4 0 0,-4 0 1,5 0-2,2 0 1,-1 0 0,1 0 0,0 0 0,7 0 0,0 0 1,0 0-1,-7 0 1,0 0-1,0 0 0,9 0-77,-6 0 71,15 0-51,-15 0-64,15 0-13,-6 0-402,9 0 1,2 0-152,5 0-34,-4 0 0,15 0-12,-4 0 733,5 0 0,77-19 0,-39 7 0,1 1 0</inkml:trace>
  <inkml:trace contextRef="#ctx0" brushRef="#br0" timeOffset="2">1391 274 8056,'0'-14'-863,"0"0"1282,0 10-271,0-6 0,0 8 154,0-5 9,0 4 13,0-6 19,0 9-33,0 0-162,-9 0-29,-3 9 0,-9 1-116,0 4 1,0 5 102,0-5 1,0 4-4,0 3 0,-3 0-110,-4 1 1,3 6 99,-11 0 0,8 2-117,-7-2 1,0-2 3,-7 9 0,7-7-52,0 7 1,0-7 78,-7 8 1,-1-8-91,1 7 0,2-2 65,5 2 0,-4 2 18,3-9 0,-1 7-32,2-7 0,-3 8 21,10-8 0,-9 0 10,2-7 0,4 5 18,3-5 1,2 4 5,-2-11 0,12 5-15,-5 2 1,5 0-8,-6 0 0,8-7 12,0 0-352,10-9 203,-6 4-434,10-9-170,0 0-156,10 0 485,1 0 1,10 0-289,1 0 699,-1 0 0,9-18 0,3-6 0</inkml:trace>
  <inkml:trace contextRef="#ctx0" brushRef="#br0" timeOffset="3">338 422 7754,'-12'-10'-311,"3"8"1,6-10 989,-4 5-537,5 5 122,-7-7 38,9 9 324,0 0-531,9 0 1,-4 0 15,9 0 0,-7 7-41,7 0 0,-7 9-15,7-2 0,0-2 22,7 2 1,0 0 27,0 7 1,0 0-50,0 0 1,3 0 38,4 0 1,-2 3-137,9 4 1,0-3 71,7 11 1,-2-8-88,-5 7 0,9-2 40,-8 2 0,8 2-16,-9-9 1,-2 10-43,2-3 1,-9-5 82,2-2 1,-5-2-30,-2 2 1,0-4 13,0 4 1,1-5-7,-1-2 0,-3-7 71,-4 0 9,5 0-17,-7 7 1,7-7 9,-5 0 1,2-7 59,-9 8 0,7-8-90,-7 7 1,2-7 59,-2 7 7,-4-10-83,16 15-8,-17-17-19,7 8-54,1-1-21,-8-6-279,7 6 108,-9-9-425,0 0 1,-7-2 297,0-5 1,-2 4 384,2-4 0,-33-23 0,-16-5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1:59:38.090"/>
    </inkml:context>
    <inkml:brush xml:id="br0">
      <inkml:brushProperty name="width" value="0.08571" units="cm"/>
      <inkml:brushProperty name="height" value="0.08571" units="cm"/>
    </inkml:brush>
  </inkml:definitions>
  <inkml:trace contextRef="#ctx0" brushRef="#br0">0 1 8070,'14'0'-498,"0"0"514,-9 0 15,14 0 322,-17 0-97,17 0 17,-17 0 19,8 0-176,-1 9 204,-7-6-170,8 6-12,-10 0 0,0-4-139,0 9 1,0-7 86,0 7 0,0-7-42,0 7 1,0-7-4,0 7 1,0 0-10,0 7 0,0 0-22,0 1 1,0-8 54,0 0 1,0 0-75,0 7 1,0 7 64,0 0 1,0 0-33,0-7 0,0 0 31,0 0 0,0 3-37,0 4 1,0-5 14,0 5 1,0-4 0,0-3 0,0 7-58,0 0 0,0 2 57,0-2 1,0-4-19,0 4 0,0 2 13,0-2 0,7 1 41,0-8 1,0 0-39,-7 0 0,0 7 18,0 0 1,2 0-19,5-7 0,-5-7 67,5 0 0,-4 0-39,-3 7 1,0 0 0,0 0 1,0-7-70,0 1 104,0-1-51,0 7-6,0 0 1,0 0-66,0 0 1,0-7 37,0 0 1,0-7-5,0 7 1,0-7-17,0 7 0,0-7-1,0 7 0,0-7-82,0 7 101,0-9-139,0 4 0,0-6 12,0 4-359,0-5 119,0 7-123,0-9-1934,0 0 1751,0 10 664,0-8 0,-28-2 0,-7-12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1:59:38.091"/>
    </inkml:context>
    <inkml:brush xml:id="br0">
      <inkml:brushProperty name="width" value="0.08571" units="cm"/>
      <inkml:brushProperty name="height" value="0.08571" units="cm"/>
    </inkml:brush>
  </inkml:definitions>
  <inkml:trace contextRef="#ctx0" brushRef="#br0">2266 85 8050,'0'-21'-220,"0"9"934,0-7-217,0 17-93,0-17-46,0 17-16,0-8-210,0 10 55,0 0 0,-9 0-125,-5 0 1,-5 0 105,-2 0 1,-2 0-205,-5 0 0,-5 7-6,-9 0 1,-10 3 2,-4-3 0,-5-3 69,-2 11 1,-7-11-19,0 3 1,-8 3-71,8-3 0,-2 0 101,1-7 1,6 0-55,-5 0 0,4 0 44,3 0 0,-3 0-77,-4 0 1,4 0 14,-4 0 0,5 0-11,1 0 0,-1 0-22,-5 0 1,11 0-143,-4 0 1,14 0 13,0 0 1,-3 0 84,3 0 1,2 2-60,12 5 0,-2-5 67,9 5 0,-8-4-243,8-3 1,0 0-116,7 0 1,7 0-530,0 0 984,9 0 0,15 0 0,13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1:59:38.092"/>
    </inkml:context>
    <inkml:brush xml:id="br0">
      <inkml:brushProperty name="width" value="0.08571" units="cm"/>
      <inkml:brushProperty name="height" value="0.08571" units="cm"/>
    </inkml:brush>
  </inkml:definitions>
  <inkml:trace contextRef="#ctx0" brushRef="#br0">0 21 8093,'12'0'101,"-3"0"1,-2-2 91,0-5 153,0 4-202,-7-6 196,0 9-263,10 9 1,-8-4 109,5 9 0,-5 0-162,-2 7 1,0 0 29,0 0 1,0 3 33,0 4 0,0 2 38,0 5 1,0 5-17,0-5 0,0 12 50,0 2 1,0 3-41,0-3 1,0-5-146,0 6 1,0 1 99,0-2 0,0 0-8,0-6 0,0-4-11,0-4 1,3 3-12,4-10 1,-5 9 96,5-1 1,-5-6-72,-2-2 1,0-4-137,0-3 0,3 7 91,4 0 0,-5 0 51,5-7 1,-5 7-56,-2 0 1,0 0-8,0-7 1,0-7-58,0 0 0,0-7-373,0 7-422,0-9 286,0 4-431,0-9 807,0 0 1,-9-46 0,-3-13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1:59:38.093"/>
    </inkml:context>
    <inkml:brush xml:id="br0">
      <inkml:brushProperty name="width" value="0.08571" units="cm"/>
      <inkml:brushProperty name="height" value="0.08571" units="cm"/>
    </inkml:brush>
  </inkml:definitions>
  <inkml:trace contextRef="#ctx0" brushRef="#br0">84 22 8097,'-11'0'-203,"-8"0"1,14 0 274,-9 0 0,10-3-61,-3-4 0,2 5 230,-2-5-20,4 5-88,-6 2 144,9 0 168,0 0-296,9 0 1,3 0-68,9 0 1,3 0-5,4 0 0,2 7 12,5 0 0,12 0-6,-5-7 0,14 7-35,1 0 1,6 0 56,7-7 0,7 2-389,15 5 1,-6-4 355,6 4 1,3-5-105,4-2 1,-1 2 65,-45 2 0,-1-1 1,40 0 12,6 4 1,-16-5-80,-5-2 0,-6 0 31,6 0 0,-19 0-9,-2 0 0,-9 0 45,-5 0 1,3 0-96,4 0 1,-4 2 81,4 5 0,-5-4-13,-2 4 1,7-5 306,1-2 1,6 0-265,-7 0 0,0 2 36,-7 5 0,-2-4-63,-5 4 0,-4-5-252,-10-2 258,0 0 0,-2 2-1047,-5 6 424,-5-6-726,-9 7 1317,-9-9 0,-36-7 0,-16-5 0,-8 1 0,0-1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1:59:38.094"/>
    </inkml:context>
    <inkml:brush xml:id="br0">
      <inkml:brushProperty name="width" value="0.08571" units="cm"/>
      <inkml:brushProperty name="height" value="0.08571" units="cm"/>
    </inkml:brush>
  </inkml:definitions>
  <inkml:trace contextRef="#ctx0" brushRef="#br0">991 63 7933,'-12'-11'671,"-7"1"-1014,17 10 242,-8-9 73,10 6 194,0-6-112,0 9 0,10 0 20,4 0 0,7 0-23,7 0 1,5 0 90,9 0 1,0 0-64,0 0 0,7 0-118,1 0 1,8 0 122,-2 0 1,5 0-141,2 0 1,1 0 126,-1 0 1,0 0-37,0 0 0,-9 0-53,-5 0 1,-4 0-13,-3 0 0,-7 0-8,0 0 1,-16 0 62,2 0-54,-14 0 1,5 0 59,-5 0 18,-5 0 1,7 2-27,-9 5 134,0-4-73,0 16 0,0-15 118,0 10-64,0-9-40,0 14 31,0-8 0,0 10-69,0 0 0,0-6 17,0-1 0,-7 0-6,0 7 0,0 2 10,7 5 1,-7-4-28,0 4 0,0-5 11,7-2 0,-7 7-51,0 0 1,0 0 47,7-6 1,-7-1-207,0 0 188,0 0 1,7 0-212,0 0 1,-2-9 63,-5-5-727,4 4 127,-6-8 249,9 6 1,0-7-245,0 5 0,-2-4-34,-5 4 732,4-5 0,-25-21 0,5-4 0</inkml:trace>
  <inkml:trace contextRef="#ctx0" brushRef="#br0" timeOffset="1">970 0 8148,'-12'0'74,"2"0"1,8 0 408,-5 0-120,5 0-148,-8 0 0,10 2 215,0 5-385,0 5 1,0 9 158,0 0 0,7 0-202,0 0 0,0 0 101,-7 0 0,3 3-98,4 4 1,-5-5 76,5 6 0,-4 1-98,-3-2 1,0 7 33,0-7 1,0 7-4,0-7 1,0 8-18,0-8 0,-7 7 66,0-7 0,-1 2-91,8-2 0,-7-4 71,0 4 0,0-5-101,7-2 1,-7 7 81,0 1 1,0-1-68,7-7 0,0 0 57,0 0 1,0-7-75,0 0 60,0 0-2,0 7 0,0-7 5,0 0-2,0-9-7,0 4 1,0-6 8,0 4-325,0-5-150,0 7-365,0-9 173,10 0-5,-8 0 668,7 0 0,48-37 0,13-10 0</inkml:trace>
  <inkml:trace contextRef="#ctx0" brushRef="#br0" timeOffset="2">1897 548 8211,'0'-12'67,"0"-7"0,0 15 409,0-10-316,-10 9 140,8-4-146,-7 9 242,9 0 68,0 0-293,0 9 0,0 3-156,0 9 118,0 0 1,0 0-209,0 0 0,7 0 47,0 0 0,0 0-62,-7 0 0,0 0 101,0 0 1,0 0-104,0 0 0,7 1 98,0-1 1,0 0 0,-7 0 1,0 0 9,0 0 0,0 0 3,0 0 24,0 0 0,0 0-39,0 0 1,0-7 1,0 0 1,0-7-5,0 7-7,0-9 1,0 7-38,0-5 58,0-5-189,0 8 161,0-10-919,0-10-150,0-2 1080,0-9 0,9-46 0,3-13 0</inkml:trace>
  <inkml:trace contextRef="#ctx0" brushRef="#br0" timeOffset="3">2086 232 7502,'12'-14'11,"-5"0"1,-2 9 179,2-2 1,-5 2 333,5-2-86,-5 5-230,-2-7 0,0 6-1,0-4 199,0 5-289,0-8 168,0 10-45,10 0-94,-8 10 0,7 2-88,-9 9 0,0 0 40,0 0 1,0 0-109,0 0 0,0 0-14,0 0 0,0 0 81,0 0 0,0 0-121,0 0 1,0 7 132,0 1 0,0 1-62,0-2 0,-7-5-4,0 6 1,0 1-7,7-2 0,0 2 4,0-1 1,0-6-7,0 5 1,-7-5-26,0-1 1,0-1 48,7 0 0,0-7-5,0 0 1,0-7-2,0 7 0,-2-9 18,-5 2 53,5 4 12,-8-8-86,10 6-4,0-9 0,0-2-62,0-5-11,0 4-148,0-6 207,-9 9-65,7 0 1,-10 0 48,5 0 1,2 0-55,-9 0 1,0 0 9,-7 0 0,7 0-5,0 0 0,-7 0 48,-7 0 0,-3 0 7,3 0 0,-2 2 55,-5 5 0,-5-4-75,5 4 0,-3-5 74,3-2 1,-5 7-45,5 0 0,2 2 7,-2-2 0,0-4 1,-7 4 1,7 2 3,0-2 1,7 3-61,-7-3 0,2-5 46,-2 5 1,-3 2-38,10-2 1,-2 0 26,2-7 0,4 0 10,-4 0 0,5 7-5,2 0 0,7 0-23,0-7-47,0 0 43,-8 0 1,8 0-31,0 0 27,10 0 48,-6 0-58,10 0-13,-9 0 7,7-9-6,-8 7 70,10-8-2,0 10-574,0 0 138,10 0 200,-8 0 172,7 0-44,-9 0 0,7-2 234,0-5-100,0 5 101,-7-8 11,0 10 657,0 0-594,10 0 57,-8 0-104,7 0 169,-9 0-75,0 0-125,-9 0 1,4 3-21,-9 4 0,0-3 12,-7 10 0,0-2-35,0 2 0,-9 5 21,-5-5 1,2 5-80,-2 2 1,0 0 75,-8 0 1,1 0-153,0 0 1,0-2 18,0-5 0,7 4 33,0-4 1,2 3 7,-2-3 1,2 2-9,5-9 0,5 7-115,-6-7 0,13 7 29,2-7-340,9 0 108,-4-7-531,9 0-5,0 0 315,9 0 1,3 0 117,9 0 0,0 0-243,0 0 664,10 0 0,48-28 0,-28 11 0,-1-1 0</inkml:trace>
  <inkml:trace contextRef="#ctx0" brushRef="#br0" timeOffset="4">2023 990 8142,'12'-9'227,"6"7"4,-15-8 1,8 10 59,-3 0 150,-6 0-127,7 0 1,-11 0-97,-5 0 1,2 3-67,-9 4 1,2-3 41,-2 10 1,-4 0-152,4 7 0,-7-2 107,-8-5 1,6 7-97,-5 0 1,2 0-22,-2 7 0,2-4 107,-9-3 0,9 0-190,-2 0 0,-4 7 70,-4 0 1,4 0-45,-3-7 1,9 0 5,-2 1 0,-3 6 23,3 0 0,-7-7-4,7-7 0,0 0-81,7 7 1,0-7-15,0 0 0,7-9 120,0 2-493,9-5 120,-4 7-517,9-6 250,0 6-440,0-9 559,0-9 1,2 6-542,5-4 1036,-5 5 0,-30-35 0,-19-10 0</inkml:trace>
  <inkml:trace contextRef="#ctx0" brushRef="#br0" timeOffset="5">64 1433 8146,'-19'2'-446,"5"5"179,-5-5 1340,17 8-686,-8-10 1,13 2 0,4 5 1,7-5-169,14 5 1,14 3-11,14-3 1,14 2-19,8-2 0,6-4-321,7 4 1,-2-5 44,10-2 0,-10 0 106,2 0 0,-5 0-185,-1 0 1,-13 0 212,-9 0 1,-11 0-333,-17 0 1,3 0-173,-10 0-119,0 0-108,-17 0 289,-1 0-894,-10 9 1356,0-6 1,-56 15 0,-15-6-1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1:59:38.100"/>
    </inkml:context>
    <inkml:brush xml:id="br0">
      <inkml:brushProperty name="width" value="0.08571" units="cm"/>
      <inkml:brushProperty name="height" value="0.08571" units="cm"/>
    </inkml:brush>
  </inkml:definitions>
  <inkml:trace contextRef="#ctx0" brushRef="#br0">359 127 8018,'-7'-14'-521,"0"0"1,0 7 846,7-7 0,-7 7 311,0-7-485,0 9 0,4-7 208,-4 5 65,5 5-191,-8-7-229,10-1 0,3 8 136,4-5 1,5 4-16,9 3 0,0 0-128,0 0 0,7 0 121,0 0 0,9 3-192,-2 4 1,3-5 100,-3 5 0,12-4-98,-5-3 0,5 0 5,-5 0 0,0 0 45,0 0 1,0 0 15,1 0 1,-8 0-15,0 0 1,-10 0-14,4 0 27,-6 0 20,-2 0 0,-9 2-8,-5 5 32,-5-5-25,-2 8 136,-9-10 1,4 0 56,-9 0-69,9 0 5,-4 9 1,7-4-87,-5 9 1,4-7 122,-4 7 1,5-7-90,2 7 0,0 0 5,0 7 0,0-5-4,0 5 0,0-4 7,0 11 0,0-2-16,0 2 1,0-5 0,0 5 0,7 5-72,0 2 0,0-2 64,-7 2 0,0-2-22,0 2 1,0 2 20,0-9 1,0 8-129,0-8 0,0 0 41,0-7 1,0 0-6,0 0 1,-2 0 2,-5 0 0,4-7-28,-4 0-65,5-9 0,0 4 109,-5-9-506,4 0 114,-6 0-685,9 0-206,0 0-381,0-9 1661,0 7 0,-10-55 0,-1-1 0</inkml:trace>
  <inkml:trace contextRef="#ctx0" brushRef="#br0" timeOffset="1">422 169 8124,'-2'-12'-509,"-6"5"204,6-4 752,-7 8 1,6-6 276,-4 9-423,5 0 150,-7 0 236,9 0-556,0 0 1,2 7 150,5 0-209,-5 9 0,8-4 105,-10 9 1,2 0-171,5 0 0,-5 3 91,6 4 1,-6-5-118,-2 5 1,0 3 23,0-3 1,0 2-89,0-2 1,0-2 80,0 9 0,0-7-8,0 7 1,0-9-16,0 2 0,-7-4 59,0-3 0,0 0-48,7 0 49,0 0-74,0 0 39,0 0 0,9-9 1,5-5-21,5-5 0,9-2-5,0 0 1,3 0-97,-3 0 0,-3 0 111,10 0 1,-6-2-41,6-5 0,0 4 24,7-4 0,0-2-42,0 2 0,-2 0 27,-5 7 1,5-7 71,-5 0 1,-5 0 7,-1 7 1,-6 0 64,-2 0-48,0 0 0,-7 0 93,0 0-134,-9 0 1,4 2 42,-9 5-76,0-4-32,-9 6-24,-3-9-98,-9 9 1,0-6-262,0 4 0,7-5-536,0-2 1,0 0 82,-7 0 885,0 0 0,-57 9 0,-13 3 0</inkml:trace>
  <inkml:trace contextRef="#ctx0" brushRef="#br0" timeOffset="2">464 906 8124,'0'-11'472,"0"-8"80,0 17-222,0-8 365,0 1-257,0 7-203,-9-8 0,4 10-14,-9 0 1,7 3-146,-7 4 0,7-3 102,-7 10 1,0-2-157,-7 2 1,0 5 106,0-5 0,-1 5-117,1 2 1,0 0-53,0 0 0,-7 0 92,0 0 1,0 0-142,7 0 1,0 0 97,0 0 1,2-7-96,5 0 70,-5 0 1,10 0-339,-5 0-71,4-9 231,10 4-288,0-9 0,3 0 169,4 0 1,-2 0-610,9 0 1,2-7 46,12 0 875,-5 0 0,41-17 0,15-8 0,2-3 0,0 0 0</inkml:trace>
  <inkml:trace contextRef="#ctx0" brushRef="#br0" timeOffset="3">1244 864 8100,'11'-9'-146,"6"4"635,-10-9 818,0 10-1024,2-6 47,-7 10 310,8 0-386,-10 0 1,-3 0-95,-4 0 0,3 10 45,-10 4 0,7 2-127,-7-2 0,7 5 30,-7-5 1,-1 12 15,-6 2 0,7 0-93,0-7 1,0 0 131,-7 0 0,0 0-178,0 0 0,0 0 134,0 0 0,0 0-161,0 0 1,0 0 84,0 0 0,0-2-115,0-5 0,-3 5 47,-4-5 0,12-5-67,-5-2 1,4-2-332,-4 2 1,7-5-82,0 5-966,9-4 620,-4-3-990,9 0 1620,0 0 1,9-10 0,3-1 0</inkml:trace>
  <inkml:trace contextRef="#ctx0" brushRef="#br0" timeOffset="4">338 1265 8100,'-33'0'0,"5"0"0,11 0 309,3 0 1,0 0 0,-7 0 0,7 0 446,0 0-283,9 0 313,-4 0-498,9 0 0,5 7 0,9 0 0,9 0-35,19-7 0,10 7-17,4 0 1,14 0-142,7-7 0,12 0 9,3 0 1,-3 0-189,-12 0 0,3 0 85,-10 0 1,-9 0-413,-12 0 0,-7-3-180,-7-4-20,-14 5-1197,-12-7 1283,-9 9 0,-9 0 525,-5 0 0,-70-19 0,32 7 0,1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1:59:38.105"/>
    </inkml:context>
    <inkml:brush xml:id="br0">
      <inkml:brushProperty name="width" value="0.08571" units="cm"/>
      <inkml:brushProperty name="height" value="0.08571" units="cm"/>
    </inkml:brush>
  </inkml:definitions>
  <inkml:trace contextRef="#ctx0" brushRef="#br0">674 85 8088,'-21'0'4,"0"0"-384,0 0 0,0-8 346,0 1 0,0 0 215,0 7 1,0 0 40,0 0 0,7-2 28,0-5 1,7 5 207,-8-5-6,11 4-320,-6 3 68,10 0 0,10 0-258,4 0 0,5 0 34,2 0 1,9-2 10,5-5 0,5 5 65,2-5 0,10 4-89,4 3 0,5 0 25,2 0 1,-7 0 45,0 0 0,-2 0-36,2 0 0,5 0 46,-5 0 1,-4 0-113,-3 0 0,-7 0 30,-7 0 1,3-7-66,-10 0 96,0 0-6,-7 7 131,-9 0-124,-3 0 92,-9 0-67,-9 0 164,6 0-7,-15 0 32,15 0 0,-8 3-16,4 4 54,4-5-160,-6 17 1,9-8-11,0 10 0,-7-7 155,0 1-136,0-1 0,7 7 5,0 0 0,0 0-14,0 0 1,0 0-15,0 0 0,0 0 17,0 0 1,0 0 14,0 0 0,7 3-72,0 4 0,0-5 50,-7 5 1,0-4-65,0-3 1,0 7 50,0 0 0,0 0-33,0-7 0,0 0-13,0 0 1,0 0-17,0 0 1,0 0 44,0 1-28,0-1 1,0 0-96,0 0 103,0 0 1,-3 0-40,-4 0 0,5-7 50,-5 0-15,5-9 41,2 13-35,-10-15 0,8 8-35,-5-4 6,5-4 180,2 6-137,0-9 282,0 0-324,0-9-11,0 6-190,0-6 158,0 9-940,0 0 991,-10 0 145,8 0-156,-7 0 0,6 0 63,-4 0-36,5 0 39,-17 0-56,7 0 0,-9 7 0,0 0 1,0 0 9,0-7 1,-9 0 0,-5 0 0,2 0-3,-2 0 0,2 0-4,-2 0 0,-5 0 0,5 0 1,-5 3-1,-2 4 0,2-5-16,5 5 1,-5-5-7,5-2 0,2 0-4,-2 0 1,10 3-33,-4 4 0,4-5-11,-3 5 0,11-5 22,-4-2 1,5 0 17,-5 0 1,7 0 82,0 0-98,9 0 117,-4 0-79,9 0 1,-3 0 31,-4 0-34,5-9 16,-7 7-43,9-17 0,-8 14 27,1-9 0,0 7-23,7-7 0,-7 7 15,0-7 0,0 7-13,7-7 9,-9 0 1,7-7 1,-5 0 1,-3 0 0,3 0 0,0-7 1,7-1 0,0-6-117,0 7 1,0-7 106,0 7 0,0-9-144,0 1 1,0 4 77,0-3 1,0 9 39,0-2 1,0-3-20,0 3 0,7 0 92,0 7 1,7 0-47,-7 0 1,3 2 22,-3 5-13,-5-5 0,10 17 27,-5-5-29,-5-5 27,8 10 12,-10-7-50,9 9-121,-7 0-288,8 0-528,-10 0-556,0 9 480,0-7 350,0 17 1,0-7-3,0 9 676,9 0 0,3 37 0,9 10 0</inkml:trace>
  <inkml:trace contextRef="#ctx0" brushRef="#br0" timeOffset="1">527 1117 8102,'0'-12'-849,"-7"0"1774,0 5-161,0 5-654,-3-7 0,6 9 255,-10 0 51,9 0-67,-14 0-245,8 0 1,-11 9 25,1 5 0,3-2-115,4 2 0,-5-2-69,5 2 0,-5 4 46,-2-4 0,0 5-9,0 2 0,0-7 87,0 0 0,0 0-128,0 7 0,0-7 56,-1 1 1,1-8-78,0 7 1,3-7-31,4 7 1,-3-7-225,10 7 1,-2-10-176,2 3 257,4-4-113,-6-3 1,11 0 36,5 0 0,5 0-682,9 0 1009,0 0 0,57-38 0,-33 15 0,1 0 0</inkml:trace>
  <inkml:trace contextRef="#ctx0" brushRef="#br0" timeOffset="2">1580 948 8670,'-11'0'546,"1"0"0,8 0-94,-5 0-266,4 0 1,-8 3 23,4 4 0,2-3-81,-9 10 0,0-7 29,-7 8 0,0-1-94,0 7 0,-3 2 69,-4 5 0,3-4-154,-11 4 1,1 2 109,-7-2 0,7 7-117,0-7 1,2 7-34,-2-6 0,5 1-86,9-2 1,-5-5 17,5 6 1,-5-13 195,12-2-262,5 0 98,-1-2-561,10 6 162,0-15-633,0 6 134,0-9 507,0 0 0,-28-28 0,-7-7 0</inkml:trace>
  <inkml:trace contextRef="#ctx0" brushRef="#br0" timeOffset="3">84 1517 8009,'-9'12'470,"7"-3"1,-5-9-326,14 0 1,4 0 68,10 0 0,10 0-10,4 0 1,5 0-70,2 0 0,9 0-7,6 0 0,3 0-209,4 0 0,6-7 91,0 0 0,7-2-38,-6 2 0,-1 4 69,-7-4 0,-11 5-272,-10 2 0,-7-7-124,-7 0-29,-14 0 0,12 5-385,-19-5 261,0 4 1,-7-8-358,0 4 865,-10 4 0,-48-44 0,-22 1 0</inkml:trace>
  <inkml:trace contextRef="#ctx0" brushRef="#br0" timeOffset="4">527 885 8095,'-10'-12'-76,"6"-6"405,-10 4 32,9 4 64,-14-8-185,8 15-8,-1-6 0,0 11 205,5 5-407,5 5 0,-15 9 135,10 0 0,-2 0-453,2 0 0,5 0 185,-5 0 0,-3 0-198,3 0 0,-7 1-116,7-1 1,-2-3 416,2-4 0,-14-4 0,-12-10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1:59:38.110"/>
    </inkml:context>
    <inkml:brush xml:id="br0">
      <inkml:brushProperty name="width" value="0.08571" units="cm"/>
      <inkml:brushProperty name="height" value="0.08571" units="cm"/>
    </inkml:brush>
  </inkml:definitions>
  <inkml:trace contextRef="#ctx0" brushRef="#br0">844 85 7999,'-22'-7'-132,"1"0"0,7-2 311,0 2 212,0 4-21,-7-16-185,0 17 1,2-10 25,5 5 0,3 5 54,4-5 167,4 5-438,-6 2 130,9 0-57,0 0-29,9 0 0,3 0-36,9 0 0,2 2-55,6 5 1,-4-5 59,10 5 1,1-4-93,6-3 0,-5 0 119,5 0 0,-11 7-98,11 0 0,-5 0 95,5-7 0,1 0-86,-1 0 0,-7 0 42,0 0 0,-9 0 1,2 0 0,-5 0-65,-2 0 0,-7 0 55,0 0 27,-9 0-18,4 0 0,-9 2 169,0 5-170,0-4 249,0 6-62,0-9-50,-9 0 167,7 9-182,-8 3 31,1 9 1,7 0-66,-5 0 0,4 0 17,3 0 0,0 7-13,0 0 1,0 3-21,0-3 0,-2-2 4,-5 9 0,5-7 2,-5 7 1,4-2-12,3 2 0,-2 2 11,-5-9 1,5 3-63,-6-3 1,6-5 119,2 6-202,0-6 1,0-2 165,0 0-247,0-9 65,0 7-28,0-17-492,0 7 161,0-9-398,0 0 1,-28-47-1,-7-11 1</inkml:trace>
  <inkml:trace contextRef="#ctx0" brushRef="#br0" timeOffset="1">654 85 7857,'-2'-12'-167,"-5"5"346,4 5 0,-8 2 405,4 0-185,4 0-121,-6 0 1,9 9-77,0 5 0,0-2-16,0 2 1,0 0-72,0 7 0,0 3 14,0 4 0,0-5 49,0 5 1,7 3 11,0-3 1,0 2-239,-7-2 1,0-2 35,0 9 1,0-9-15,0 2 1,-7 2 68,0-2 0,-3 1-110,3-8 0,3 2-4,-10 5 0,9-12 47,-2 6 1,-2-6-20,2 5 1,-3-2 77,3-5-177,5 5 142,-7-8-54,9 10 32,0-9-21,0-3 43,0 1 0,2-8 0,5 5 0,-2-5 3,9-2-7,0 0 1,9-2 10,5-5 1,-4 5-10,4-5 1,-3 4 5,4 3 1,3-7-10,10 0 1,-2 0-1,-5 7 1,5-7 17,-5 0 0,7 0 1,8 7 1,-13 0 61,5 0 0,-7 0-70,0 0 0,3 0 58,-10 0 1,0 0-25,-7 0-63,-9 0 49,7 0 0,-17 3 38,5 4-62,-5-5-7,-2 7 0,-2-9-42,-5 0 53,5 0 0,-15 3-91,10 4 0,-9-5 87,2 5 1,2-5-539,-2-2 0,0 0 198,-7 0 0,0 0-429,0 0 0,-3 3 7,-4 4 760,5-5 0,-45 17 0,0-8 0</inkml:trace>
  <inkml:trace contextRef="#ctx0" brushRef="#br0" timeOffset="2">528 949 7946,'0'-12'963,"0"3"-665,-10 9 39,8 0-92,-17 0 0,14 0-98,-9 0 1,7 2-1,-7 5 1,3-2-30,-3 9 0,-5-7-150,5 7 0,-5 0-66,-2 7 0,0-2 102,0-5 0,0 4-100,0-3 1,0 3 91,0 3 0,7-2-43,-1-5 1,4 5-110,-3-5-319,-5-5 94,17 10-322,-8-17-223,10 8 242,0-10-89,0 0 773,10 0 0,58-28 0,23-8 0</inkml:trace>
  <inkml:trace contextRef="#ctx0" brushRef="#br0" timeOffset="3">1307 843 6783,'-12'-11'2791,"3"1"-2373,9 10-201,-9 0-42,6 0 0,-8 0 52,4 0 0,2 7-224,-9 0 1,7 10 136,-7-3 0,7 5-127,-7 2 1,2 0-34,-2 0 0,-5 0 96,5 0 1,2 0-15,-2 0 0,0 0-162,-7 0 0,3 0 25,4 0 1,-5 0 75,5 0 1,-5 1-96,-2-1 0,7-7 75,0 0 1,7-7-603,-7 7 403,0-10 1,0 13-279,0-10-231,9 0-248,-14-7 253,8 0 1,-11 0 721,1 0 0,-26 0 0,-11 0 0,-5 0 0,0 0 0</inkml:trace>
  <inkml:trace contextRef="#ctx0" brushRef="#br0" timeOffset="4">85 1349 8090,'-21'0'200,"0"0"1,7 0 408,0 0 59,9 0-258,-4 0-1,9 0 53,0 0 0,9 7-161,5 0 0,17 0-229,11-7 0,5 0 138,16 0 1,-2 0-369,16 0 0,-9 0 51,2 0 1,-4-2-69,-3-5 0,-2 4-208,-5-4 1,-5 5-360,-9 2 0,-6 0-982,-1 0 1724,-10 0 0,-22 0 0,-17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3.284"/>
    </inkml:context>
    <inkml:brush xml:id="br0">
      <inkml:brushProperty name="height" value="0.053" units="cm"/>
      <inkml:brushProperty name="color" value="#FF0000"/>
    </inkml:brush>
  </inkml:definitions>
  <inkml:trace contextRef="#ctx0" brushRef="#br0">26047 3256 7867,'8'-15'119,"-1"1"1,-7 0 532,0 0 1,0 4 0,1 1 595,4-2-620,-4 4 0,6 3 1,-9 7 690,-3 2-1193,4 6 0,-7-4 1,5 8 65,-2-1 0,-4 2-74,4 3 0,-5-4 0,4 6 0,0-2 376,-1 0-551,-4 6 0,8-9 0,-6 5 0,-1-3 1,1 1-292,-1-1 199,7-2 0,-8-2 0,6 0-195,2 0 0,-3-4 0,1-1-417,2 2-559,1-4-876,2-1 1540,0-6 0,7-2 656,2-2 0,42-49 0,-20 19 0,-1-1 0</inkml:trace>
  <inkml:trace contextRef="#ctx0" brushRef="#br0" timeOffset="1">26076 3213 7897,'0'-14'536,"0"6"1,0-5 1580,0 4-593,0 2-478,6-5-639,-4 10 0,4-3 0,-6 10-88,0 5 1,0 2 0,2 4 0,1 3 324,1 5-518,1-4 0,-3 7 0,1-3 195,2 3-222,6 1 1,-8-1-1,5-2 1,0-3-1,-2 0 344,0 1-528,5-6 1,-7 3-1,3-5-208,0-1-143,4 0 1,-8-4-1284,6-1 460,-5-6 1,2 2 0,-4-8-286,2-2-690,-2-6 2234,4 3 0,-56-44 0,18 21 0,0 0 0</inkml:trace>
  <inkml:trace contextRef="#ctx0" brushRef="#br0" timeOffset="2">25990 3426 7898,'-14'0'526,"6"0"1421,-4 0-625,4 0-625,0 0 1,8 0 0,9 0 0,6 0 460,4 0-1147,-4 0 1,12 0 0,-5 0-77,0 0-676,5 0 1,-6 0 0,3 0 0,-5 0 740,-4 0 0,-19 6 0,-6 2 0</inkml:trace>
  <inkml:trace contextRef="#ctx0" brushRef="#br0" timeOffset="3">20602 6781 7860,'0'-8'3476,"-2"-4"-1528,-2 2-1267,2 4 0,-4 1-287,6 10 1,-2 4 0,-1 9 0,-2 1-138,2-2-173,2 5 1,-1 0 0,-1 5-126,-2-3 1,0 1 0,5-4 0,0-1-259,0 1 96,0 4 1,2-9 0,3 3-522,4-3 575,4-2 1,-2-5 0,1-1 0,4-2-1,0-2-213,0-3 311,4-1 0,-4-1 0,3-4 224,-3-5-179,4 4 1,-4-7 0,2 4 630,-7-4-396,1-1 1,-10 5 116,3-1-357,-4 1 1,-7-1 0,-4 2-1,-2 0 1,-2 2-101,-1 0 4,-5 1 0,2 3 0,-4-1 64,2-1 10,1-1 1,5 5-1,-1 0 1,1 0 0,0 0-121,0 0-399,6 0 281,-5 0 214,12 0 0,-4 0 1,11 0-1,7 0 259,4 0-143,2 0 1,0-2 0,2-1 430,1-2-381,1-6 0,0 5 1,-4-5-1,-2 1 1,-1-1 487,-2-1-531,3-2 0,-10-1 0,2 1-7,-4 0-86,-4 0 0,-4-1 0,-5 1 0,-6 0-333,-2 0 146,-6 6 0,5 0 0,-5 5-408,1-2 276,-4 0 1,9 5 0,-3 0 0,5 2-2094,4 3 148,-2 3 2291,10 6 0,15 19 0,11 5 0</inkml:trace>
  <inkml:trace contextRef="#ctx0" brushRef="#br0" timeOffset="4">25208 12439 7828,'0'-8'344,"-1"-3"1,-2 5 0,-4 0-1,0-1 1,-5 4 1982,0 2-2045,-2 1 1,-1 0-1,1 1 1,-2 2-1,-1 4 1,-4 1 0,1 3 1439,-1 1-1611,-4 3 1,8 0 0,-5 3-1,1 1 1,5-2-4,5-1 1,3-2 0,5 0 0,0 1 151,5-1-113,4 6 0,19-4 0,7 3 247,7-3-227,1-2 1,13-4 0,-5-1-1,-2 0 1,-4-1 284,-4-3-419,-9 3 1,-9-6-799,-6 2 597,-6-2 1,-1-4 0,-9-1 0,-3-2 0,-4 1-819,-4-3-3102,-7 6 4088,4-6 0,-24 7 0,2 0 0</inkml:trace>
  <inkml:trace contextRef="#ctx0" brushRef="#br0" timeOffset="5">30512 9170 8249,'0'-8'2366,"0"1"0,-2 7-1454,-3 0-692,4 7 0,-6 1 0,6 6 0,-2 0 0,-2 2 0,2 3 0,0 3 624,-2 0 0,3 3-709,-2-6 1,2 7 0,2-4 0,-2 0 87,-2-3-286,2 3 0,-4-11 0,6 3 0,0-1-487,0-1-2591,0-4-158,0-1 2633,0-7 1,0-2 0,0-3 665,0-4 0,25-54 0,-9 24 0,0 0 0</inkml:trace>
  <inkml:trace contextRef="#ctx0" brushRef="#br0" timeOffset="6">30597 9198 7841,'-6'-8'397,"4"-5"0,-6 12 1,5-5 1119,-2-1-555,1 6 1,2-6 18,-3 7-799,4 0 0,-4 2 0,11 3 675,8 4-695,1 10 1,12-1 0,-4 4 0,4-2 0,2-1 331,-1 2-361,0-6 1,-4 11 0,-2-7-77,-1-2 93,-2-1 0,-7-2 0,-1 0 0,-3 0 276,-1 1-55,-3-1 0,-12-6 1,-6-3 284,-8-4-507,-5-1 0,-6 0 0,-2 0 1,1 0-1,-3 0-231,1 0-443,4-6 0,-2 4 0,7-3 0,1 2 0,4 0-1855,2-2 1455,1 1 1,11 5 924,3 4 0,35 16 0,10 9 0</inkml:trace>
  <inkml:trace contextRef="#ctx0" brushRef="#br0" timeOffset="7">25820 7151 7801,'0'-14'718,"0"4"0,0 1 0,1-1 1441,4 2-1611,-3-4 0,6 10 0,-5-1 0,3 6 0,0 7 1421,1 2-1700,-2 9 0,-5-5 0,0 4 0,0-1 0,0 2 150,0 1 1,0-5-1,0 2 1,-2-3 151,-3-2-341,4 0 1,-6 0 8,7 1 0,-4-1 640,-1 0-625,0-6 0,5-3 0,0-10 252,0-4-1072,0-10 0,2-4 1,1-5 146,2 0-105,-1-1 1,-4 1 0,0-1-1,0 1 1,0 1-921,0 3 1270,0 4 0,0 6-153,0-1 1,-1 3-327,-4 2 662,3 10 1,-4 8 0,6 6-242,0 1 0,0-1 1,0 0-1,0 2-2416,0 3 2054,0-3 0,0 4 0,-2-6 594,-2 1 0,-29 11 0,-13 4 0</inkml:trace>
  <inkml:trace contextRef="#ctx0" brushRef="#br0" timeOffset="8">24000 8473 9075,'6'-8'463,"-4"2"0,6 1 0,-5-1 1,3-1-1,2-1 1286,3 1-1625,-4 3 0,5-2 1,-2 5-1,2-3 0,3 0 1,-1 0-1,0 3 314,0 1 0,-4 0-198,-1 0 1,-1 6 0,2 4 85,-6 2 1,-2 3-1,-4-1 1,-2 0 174,-6 0-400,-9 0 0,2 1 0,-5-1-108,1 0-19,2 0 1,2-4 0,1-1 0,3 2 0,2 2-234,3 1 220,2-6 0,6 5 0,2-5 154,2-1 0,11 1 0,8-4 1,6 0 305,4-1-385,-3-1 1,5-2 0,-7 0 1,0 0 0,-5 0 0,-4-2 0,-4-1-451,0-1 54,-1-1 1,-6 3-3252,-4-3 1484,-2 4 1396,-8 1 0,-2 3 730,-6 7 0,-45 5 0,-10 7 0</inkml:trace>
  <inkml:trace contextRef="#ctx0" brushRef="#br0" timeOffset="9">25706 9212 7796,'0'-8'271,"0"0"0,0 4 0,0-6 1270,0-2-1084,0 4 0,0 0 0,-1 5 0,-3-4 1269,0-1-1527,-1-1 1,6-1 0,4 3 151,5 0-320,2 3 0,3 4 1,0 0-1,3 0 1,1 0 170,-2 0-148,-1 0 0,4 6-180,4 3 1,-8-1-1,-3 2 112,-6 1 198,-2 1 1,-5 3 312,0-1-476,-6 0 1,-7-1 0,-7-2 0,-1-2 0,-1 1-134,0-2 98,5 4 1,-4-9 0,7 5-456,0-1 1,1-1-516,3-1 921,4-4 1,9 6 0,5-7 171,6 0 1,10 1 0,0 2-1,3 2 238,1-2-239,-6 5 0,3-6 0,-6 4 106,-1 0 1,-4-3 0,-3 5-1,-3 0 655,-2 0-300,-1-5 1,-7 10-224,-2-4 0,-9-1 0,-7 0 0,-1-1-415,0-4 42,-4-2 1,3 1 0,-5 1-224,4 2 0,-3-1 1,6-4-1,-1 0-2626,1 0 1853,1 0 0,9 0-2815,1 0 3838,-1 0 0,21 0 0,7 0 0</inkml:trace>
  <inkml:trace contextRef="#ctx0" brushRef="#br0" timeOffset="10">26573 8558 7826,'0'-14'505,"-6"6"1,5-4 0,-4 2-1,3-3 2546,2-1-2504,0 6 1,0 4-1,-1 8 1,-3 6 840,0 2-1311,-1 3 1,0-1 0,0 2 0,2 1 0,2 2 242,1-2-528,0 5 1,0-6 0,0 3-1,0-3 1,1-2-1351,4 0 1275,3-6 0,6 3 0,0-6-1128,1-2 1199,-1-1 1,5-2 0,0-2 0,-2-1 0,-1-5 123,-2-4 147,0 1 1,1-12 0,-1 6 913,0-2-691,-6 0 1,0 2-1,-5 1 1,2 3 1030,-2 1-1102,-2 5 1,-1 3 775,0 8-715,-6 11 1,3 7 0,-5 6 0,2 1 0,1-1 760,-1 0-628,4 1 1,-6-1-1,5-1 285,-2-3-536,1 3 1,-1-11-1,0 2 1,2-2 0,1-2 226,2 1-153,0-7 51,0-2-89,0-6 1,0-2-1685,0-2 672,0 2 0,0-11-3478,0 4 3194,0-4 1106,0 5 0,7-61 0,1-10 0</inkml:trace>
  <inkml:trace contextRef="#ctx0" brushRef="#br0" timeOffset="11">26218 5758 7713,'0'-15'-127,"0"6"1,0-1 0,0-1 1954,0-1-1142,0 4 1,0 0 410,0 3-1130,0 4-110,0-6 284,0 14 1,0-4-110,0 6 0,0 1 1,0 6-1,0 1 12,0 2-7,0 0 1,2-3 0,1 1 128,1 2-153,1 0 1,-3 0 0,1 1 0,2 1-1,-2 1 66,-2 0-72,6 2 1,-4 3 0,5-2 20,-2-1-36,-1-1 0,0 4 0,-1-1 0,-1-4 0,-1-2-28,-2-2 43,0-3 1,5 0 0,0-1-16,-2 0 19,-2-6 1,-1 5 240,0-4-201,0-3 1,0 2 142,0-3-98,0-3 1,7 5 116,2-2-88,-3-3 6,1 4 87,-1-6 18,-4 0-43,4 0-50,-6 0-196,6 0 1,-4-6-1,4-2 1,-1-2-1,1-1-54,2-4 57,-5 0 1,8-7-1,-4 5-58,1-2 0,-5 0 0,3 5 0,-1-1-73,-1 1 113,1 0 1,-5 5 0,2 1-32,3 1 184,-4 3 0,5 5 1,-7 4-1,-2 6 316,-2 6-315,0-1 0,0 9 0,-1-6-11,-2-1-10,5-2 1,-10-1-1,4 3 1,-4 1 176,-1-2-215,6-7 0,-4-4 0,1-6-245,-7 0 62,2-6 0,-10-4 0,3-9 0,1-5 0,2-1-1809,-1 1 1662,5-2 0,1 8 0,7-4 303,1 2 0,22 1 0,8 4 0</inkml:trace>
  <inkml:trace contextRef="#ctx0" brushRef="#br0" timeOffset="12">26602 9553 8142,'0'-7'839,"0"-1"627,0 3-1044,0 3 0,0-6 531,0 4-862,0 2 1,-2-4-142,-2 6-2,2 0-316,-4 0 300,6 0 265,0 0 0,1 6 95,4 4-250,-3 2 0,9 2 0,-5 1 94,2-1-108,1 0 0,5 5 0,1 0 0,-1 0 0,0 0 148,0 0-258,1 6 1,-1-7 0,0 4 31,0-2 1,0 1 0,1-4 0,-1 2-2,0-2 74,0-1 1,5-2-1,0 1 114,-1-1-112,4 0 0,-5 0 1,5 0-1,-1 1 1,-4-3 92,-1-2-81,-2 2 1,0-5 0,1 2-95,-1-4 67,0 3 0,-5-7-52,1 4 621,-7-3-339,3-2-318,-6-7 0,-4 4 0,-3-6 0,1-2 0,-2-2-666,0-1 540,-1 0 1,-5-1 0,1 1-216,3 0 415,-2 0 0,9 1 1,-5 2-1,0 2-58,0-2-200,5 4 25,-4-5 348,7 10 1,2-3 0,1 10 0,4 5 678,0 2-576,-3 9 0,7-5 1,-7 2 167,0-2-456,-3 5 1,4-5 0,0 3 0,-2-4-410,-2 0-292,-1-1 1,-4 0 0,-3-1-181,-1-4-373,-1 4 1328,-5-12 0,-32-7 0,-8-10 0</inkml:trace>
  <inkml:trace contextRef="#ctx0" brushRef="#br0" timeOffset="13">27583 10478 8039,'0'-15'116,"0"6"1,1 1-1,3 0 995,0 0 124,1 5-280,-5-3-904,0 6 0,2 0 1,1 1-1,2 4 478,-2 4-392,-2-2 1,-1 5 0,0-2-24,0 3 1,0 2 41,0 4 1,2-1 0,1 4 0,2 0 155,-2 0-255,-1-5 0,-2 10 0,0-5 0,0 2 0,0 0 198,0 1-352,0 2 0,0 1 0,0 1 160,0-1-150,0 7 1,4-5 0,1 3 0,-2-3 0,-1-1-48,-2-1 68,0 0 1,0 1 0,0-1-102,0 1 163,0-1 0,0 1 0,0-1 0,0-1 0,1-2 95,4-1-77,-3-7 0,4 8 0,-6-4 363,0 1-365,0-5 1,2 4 0,1-7 0,1 0 0,0 1-18,-3-1 20,-1 0 1,0-4-1,0-1 10,0 2-386,0-5-186,0 7-466,0-11 59,0 4-552,0-6-310,0 0 837,0-6 979,6-2 0,7-28 0,1-12 0,5-3 0,0 1 0</inkml:trace>
  <inkml:trace contextRef="#ctx0" brushRef="#br0" timeOffset="14">27711 10392 8067,'-8'-14'-1155,"0"5"2483,3-1-815,4 7 0,-4-3-23,10 6-381,3 0 1,7 0 0,3 0 0,1 0-23,-2 0-11,5 0 1,0-2 0,7-1 0,-1-2 0,1 2 189,-1 1-234,7 2 1,1 0 0,7 0 229,-1 0-306,1 0 1,1 0-1,2 0 1,3 0-1,0 0 7,0 0 6,-2 0 1,-4 0-1,1 0-135,4 0 145,2 0 0,1 0 1,-2 0-1,-2 0 1,2 0-81,2 0 90,-5 7 1,3-6-1,-7 4-70,1-3 77,0-2 1,-2 1 0,-4 2 0,-2 2 0,-2-2-60,1-1 50,5-2 1,-7 0 0,6 0-122,1 0 115,-4 0 0,6 5 1,-3-1-1,1-1 1,1-1-67,-2-2 8,-7 0 0,6 5 0,-6-1-2,2 0-6,1 4 1,-6-7-1,0 4 1,3-4 0,0 1-289,2 3 242,0-4 1,1 6-1,0-6 1,3 2-1,1 2-342,-2-2 416,5-1 1,-11 3-1,3-1-58,-3-1 73,5-1 0,-11 3 0,1 0 0,-5-2 101,-1-2 15,7 6 1,-15-6-1,3 4 6,-1-3 1,-1-2 0,2 0 0,1 0 89,-1 0-139,0 0 0,0 0 0,1 0 167,-1 0 78,-6 0 324,4 0-451,-10 0 296,4 0 425,-6 0 258,0 0-751,-6 0-356,4 0 140,-4 0-622,6 0-1317,0 0 2011,0 6-264,0 2 1,0 1 0,0 1 165,0 1 1,0 1 0,0 4 0,0 2 357,0 0-257,0 8 0,0-9 0,0 7 256,0 1-334,0-4 1,5 5-1,0-2 1,-2 1-1,0 1 434,2-3-497,-4 1 1,5 3 0,-6-2-94,0-1 9,7-7 0,-6 10 0,4-5 0,-3 2 0,-1 0 8,4 1 16,-3-5 0,4 7 0,-6-5-22,0 1 0,1 3 1,3-3-1,0 0 28,0 1 11,-3 0 0,-1 4 1,2-1 189,2-3-177,-2 9 0,4-10 0,-6 11 0,0-4 0,0-2 216,0 1-208,0-1 0,0 0 0,0 1 18,0-1 1,0 1 0,0-1 0,0 1 44,0-1-92,-6 0 0,3-4 0,-5-2-177,2-1 172,-5 4 1,9-4 0,-4 2 0,1-4 0,0-1 95,2 1-124,-5-4 0,7 6 0,-4-7 1,3 0 53,2 1-332,0-8 253,0 6-536,0-11 0,0 2-1105,0-8 492,0-4 0,2-6 0,1-1 1163,2 1 0,-22-23 0,-12-10 0,-3-3 0,1-1 0</inkml:trace>
  <inkml:trace contextRef="#ctx0" brushRef="#br0" timeOffset="15">27611 11430 7899,'0'-8'132,"2"-3"0,1 5 918,2-2-276,0 5 0,-5-5 427,0 3-494,0 3-260,0-4-157,0 6-224,0 6 0,0-2 18,0 5 0,4 1 0,1 4 0,-2 0 160,-1 0-232,-2 0 1,0 2 0,1 2 127,4 1 0,-3 6 1,2-1-1,-2 4 124,-2 5-187,0-3 0,0 11 0,0-3 0,0 3 0,0 2 305,0-1-356,0 1 1,0-5 0,0-2 175,0-1-182,0 5 1,0-10 0,0 3 0,0-3 0,0-2 131,0 1-158,0-1 0,0 1 0,0-3 0,2 0 0,1-4 112,1-2-78,1 6 0,-5-6 1,0 4 9,0-5-8,0 3 1,0-6 0,0 4-1,0-1 1,0 0 60,0-1-64,0 4 1,0-7 0,0 4 0,0-3 1,0-2 0,0 1 0,0-1-71,0 0-61,0-6 0,0 5-245,0-4-204,0-3 181,0 1-289,0-7 1,0-2-925,0-3-36,0 4 1,0-12 1619,0 4 0,25-55 0,-9 26 0,0-1 0</inkml:trace>
  <inkml:trace contextRef="#ctx0" brushRef="#br0" timeOffset="16">29133 10435 8093,'0'-8'1915,"0"0"-465,0 3-975,0 4-260,0-6 1,0 9-1,0 3 15,0 4-116,0-2 0,0 7 0,0-2 17,0 6 0,0 5 0,0-2 0,0 1 260,0 3-297,0-4 1,0 6 0,0-4 116,0 4-161,0 2 0,0 4 0,0 0 1,0-1-1,0-2 28,0-2-40,0 1 1,0 4 0,0 0 0,1-2 0,2 1 131,2 1-180,0-3 0,-5 10 0,1-7 148,4-1-154,-3-2 0,4-2 1,-6 0-1,0 1 1,0-1-102,0 1 46,6-1 1,-4 1 0,3-1-70,-4 0 1,-1 1 0,0-1-1,0-1-6,0-3 171,0 9 0,0-14 1,0 9-51,0-1 1,0-5-1,0 2 1,0 0-70,0-2 106,0-2 1,0-1-1,0 0 52,0-1 1,0 2 0,0-1 0,0-1 78,0-3-157,0 6 1,0-5-1,0 4-25,0 1 1,0-5 0,0 4 0,0-1-122,0 0 136,0 6 1,0-9-1,0 5-65,0-1 1,0-2 0,0 5 0,2 1-256,3-2 325,-4 5 0,7-10 0,-5 5 5,2-1 1,1 4-1,-3-3 1,2 2-59,-2 0 118,-1-7 0,-1 5 1,3-4-12,0 0 1,1 3 0,-5-4-1,2 2 474,2-1-353,-2-2 0,4-2 0,-6 0 92,0 0 1,0 0 0,0 1 75,0-1-249,0 0 1,-1-4-250,-4-1 97,3 0-67,-4 6-199,6-7 0,0-1 34,0-2-543,0-3 88,0 4 0,0-7-468,0-4-207,0 3 1439,0-10 0,-5-33 0,-3-13 0,1-8 0,-1-1 0</inkml:trace>
  <inkml:trace contextRef="#ctx0" brushRef="#br0" timeOffset="17">27725 11032 7835,'-8'-6'310,"2"4"1,4-4-1,-1 4 706,-2-3-145,1 4-173,-3-5-182,-1 6-63,0 0-311,2 0 0,8 0 1,2 0-1,6 0 167,3 0-184,7 6 1,-2-5 0,5 4-7,2-3 1,2 2-1,2 1 1,1 0 213,3 1-328,3-4 0,2 4 0,0-4-42,2 2 1,-1-2 0,1 3-1,-2-2 162,1 2-265,-4-4 1,4 6-1,-4-7 68,1 0 0,1 1 1,1 2-1,-5 2 49,-3-2 8,-2-1 0,1-2 0,-1 0 39,1 0 1,-1 0 0,0 0 0,1 0 16,-1 0-35,1 0 1,1 0-1,1 0 0,3 0 1,5 0 0,-1 0 0,1 0-23,-1 0 4,3 0 1,-11 0-1,4 0-11,-4 0 0,-2 0 1,0 0-1,1 0-53,-1 0 20,1 0 1,-1 0 0,1 1 25,-1 4 1,1-3 0,-1 2 0,0-2-69,1-2 21,-1 0 0,1 0 1,-1 0 63,1 0 1,-1 0 0,2 0 0,0 0 119,-2 0-111,4 0 0,-10 0 0,7 0 10,-1 0 0,0 0 0,1 0 0,-1 0 3,1 0-29,-1 0 0,2-2 1,2-1-103,1-1 0,0-1 0,-4 5 0,-1 0-222,0 0 341,7-7 0,-5 6 0,3-4 42,-3 4 0,0 1 0,2 0 0,1 0 37,-1 0 40,4 0 1,-6 0 0,3 0 30,-3 0 1,-3 0 0,-1 0 0,-4 0 577,-2 0-649,5 0 0,-7 0 1,4 0-2,-2 0 0,6 0 1,-3 0-1,6 0-4,4 0-24,-3 0 0,5 0 0,-7 0-6,1 0 0,-2 0 0,-4 0-95,-4 0-387,-9 0-252,-4 0 0,-17 0 0,-5 0-2059,-4 0 2752,-4 0 0,-20-3 0,-10-1 0,-4 0 0,1 0 0</inkml:trace>
  <inkml:trace contextRef="#ctx0" brushRef="#br0" timeOffset="18">27881 10549 8035,'0'-8'201,"0"0"0,2 5 1,1-4 1454,2-1-215,0 5-943,-5-3 1,0 8-282,0 2 0,1 4 0,2 6 0,2 2 474,-2 3-604,-1-3 0,-2 11 1,0-5-1,0 2 1,1-1 208,4 3-285,-3-6 1,4 5-1,-6-6-340,0-1 0,0-1 0,0 0-852,0 2 75,0-6-45,0-7 572,0-6 1,-1-1 0,-3-4-1,-2-4-1626,-2-4 2205,5-1 0,-10-45 0,5-10 0</inkml:trace>
  <inkml:trace contextRef="#ctx0" brushRef="#br0" timeOffset="19">27881 10648 8038,'0'-14'379,"0"6"1,0-5 144,0 4-95,0 3 1,2-6 0,1 6 81,2-2 0,0 4 0,-4-6 154,4-1-555,-3 5 1,10-1 68,-2 7-100,2 0 0,3 0 0,-1 2 0,0 3 1,0 4 542,0 4-696,1 1 0,-1 0 0,-2 0 33,-2 1 105,3 5 0,-12-4 1,4 3-1,-4-3 1,-1-2 419,0 0-447,-6 0 1,0 1-1,-7-1 132,-1 0-202,3 0 1,-10-4 0,7-2-1,0-2 1,-2-3-802,-3-1 436,3 4 1,1-4-1636,5 2 552,1-2 1,1-4 1480,3-2 0,60-36 0,-19 13 0,-1 0 0</inkml:trace>
  <inkml:trace contextRef="#ctx0" brushRef="#br0" timeOffset="20">28336 10563 8084,'0'-8'1745,"-6"-3"-1130,-3 6 1,-4-1 0,-1 3 684,0-2-1139,-1 0 0,1 5 0,0 0 1,1 2-1,2 1-16,2 2-410,6-1 1,-9 3 256,8 2 0,-1 4 1,7 1-1,2-1-283,6-4 145,2 4 1,4-5-1,2 6 46,1 0 0,0 0 1,-5-1-1,-2-2 225,-2-2 18,3 1 429,-6 4-397,1 0 0,-1-4 1,-9-2-1,-3-2 494,-4-3-746,-10 5 0,1-6 1,-4 2-920,2-2 477,1-2 0,0 0 0,0 0 1,2 0-1482,1 0-281,8-6 2281,2 4 0,50-29 0,11-1 0</inkml:trace>
  <inkml:trace contextRef="#ctx0" brushRef="#br0" timeOffset="21">28393 10577 8460,'0'-8'842,"-1"2"1,-2 4 116,-2-3-737,0 4 1,7-7-1,4 5 1,7-2 51,4 2-353,2 1 0,1-2 0,3-1-333,-1 2 1,5 0 0,-5-1 0,0 0-1400,-3 1 819,-3 1 992,-2 2 0,-38-6 0,-9-2 0</inkml:trace>
  <inkml:trace contextRef="#ctx0" brushRef="#br0" timeOffset="22">28493 10506 9608,'-8'0'2263,"2"2"-855,6 2-1025,0 4 0,0 6 1,0 1 75,0-1 0,0 0 0,1 2 0,2 1 90,2 2-412,0 6 1,-5-7-1,0 4-92,0-2-78,0-1 1,0-4 0,0-1 0,0 0-957,0 0 492,0-6 1,0 0-1088,0-3 382,0-4 1,0 4 1201,0-10 0,0-34 0,0-15 0</inkml:trace>
  <inkml:trace contextRef="#ctx0" brushRef="#br0" timeOffset="23">29474 10620 7438,'-6'-15'-15,"4"6"0,-4 1 0,1 0 1871,0 0-956,0 5 162,5-3-597,0 6-532,0 0 127,0 6-102,0-4 0,0 6 52,0-4 86,0-2-43,0 11 175,0-12-118,0 5 1,0-4 84,0 3-23,0-4 111,0 6-94,0-1-118,0-4 1,0 5 59,0-2 0,0-2-36,0 7-6,0-7 0,0 5 68,0-3 1,0-2 24,0 6-167,0 1 1,0 4 6,0 0 1,0-4 0,0-1 0,0 2 32,0 2-144,0-5 1,0 4 131,0-2 1,7 2 7,2 3 34,4-7 1,1-2-1,0-6 11,0 0 1,1 0 0,-1 0-1,0-2 439,0-2-456,1-4 1,-6-7 0,-1 1 68,-2 0 0,4-2 0,-6-1 0,0-4-404,-3-1 179,-1 5 0,-6-4 0,-4 6-182,-2-4 0,-2 4 0,-2 0 0,-2 5-497,-1 4 540,0 1 1,5 0 0,0 1-494,0 0 0,0 3 1,1 2-846,3 4 771,-2 3 1,10 6 0,-2 0 782,2 1 0,40 18 0,9 5 0</inkml:trace>
  <inkml:trace contextRef="#ctx0" brushRef="#br0" timeOffset="24">29644 10634 8071,'0'-8'451,"0"-5"1232,0 4-951,0 3-515,0-1 0,2 7 0,1 2 0,2 3 447,-2 4-487,5 4 0,-6 1 1,4 0 51,0 0 0,-3 1 0,5 0 0,-1 3 59,-4 1-250,5 0 1,-7-5 0,6 0-56,-1 0 1,-3 0-1,6 1 313,3-1-389,-6-6 0,6-2 96,-2-6 1,3 0-1,1 0 1,0-1 274,0-4-146,-6-3 0,3-6 0,-4-1 38,0 1-138,-3 0 0,2 0 0,-6 0 1,0-2-1,0-2 193,0-1-739,0 1 1,-2 5 0,-1 2 16,-2 1-3293,1 7 3790,-3-9 0,12 35 0,-3 3 0</inkml:trace>
  <inkml:trace contextRef="#ctx0" brushRef="#br0" timeOffset="25">29900 10648 8071,'0'-8'289,"2"-3"0,1 5 706,2-2 0,1 3 0,-1-3 262,4 2-1150,4 1 1,1 4 0,0-3-262,1 0 0,-1-1 1,0 5-1,0 0-1238,1 0-44,-1 0 1,0 0 384,0 0 1051,-6 0 0,-21 19 0,-10 5 0</inkml:trace>
  <inkml:trace contextRef="#ctx0" brushRef="#br0" timeOffset="26">29971 10634 8071,'8'0'1668,"0"0"-648,-3 0-392,-3 0 1,5 0 1116,-2 0-1419,-3 6 1,6 1 0,-5 4-24,2-2 1,-1 2 0,-4 6 0,0 2 289,0-1-632,0-2 1,0 3 0,0 0 132,0-2 1,0-1-1,0-2 1,0 0-969,0 0 544,0-6 0,0 5-1577,0-4 380,0-2 0,-1-1-877,-4-6 2404,3 0 0,9-38 0,9-9 0</inkml:trace>
  <inkml:trace contextRef="#ctx0" brushRef="#br0" timeOffset="27">30412 10662 8159,'0'-8'1215,"0"1"38,0 2-876,0 3 1,0-3 0,0 10-1,0 5 1,0 2 235,0 3 1,2 0 0,1 3 0,2 1-54,-2-2-504,-2-1 0,4 0 1,0 1 18,-2 2 0,-1-5 1,-2-4 210,0 1-169,0 1-172,0-4 1,-2-1 0,-3-7-256,-4 0 92,3-7 1,-6-2 0,6-10-755,-2-5 772,5-3 1,-3-1-1,6-1 1,1-1 0,2 0-815,2 2 927,6-4 1,-4 12-1,4-4-376,-2 5 425,1 10 0,4-2 0,0 6 0,0 2 1,0 1 87,1 2 30,-1 0 1,-5 5 0,-1 1 61,-1 2 1,-3 3-1,-5 7 1,-2 0 534,-2 0-576,-6-2 0,3-2 0,-8 0 3,-3 0-376,3 1 0,-4-6 0,6 0 0,-1 1 0,1-1-2085,0 1 1349,6-7 0,-3 5 1008,6-3 0,26-10 0,10 3 0</inkml:trace>
  <inkml:trace contextRef="#ctx0" brushRef="#br0" timeOffset="28">30654 10677 8159,'0'-15'1645,"0"6"-498,0-1 149,0 1-170,0 1-1009,-6 2 1,2 6-1,-5 1 130,-2 4 1,3 3 0,0 8 0,2 1-83,3 2-143,-5 0 0,6 0 0,-3 1-10,4 3-53,1-6 1,0 5-1,1-5 1,4 2 0,6-3-471,7-5 358,-3 2 1,11-12 0,-6 4 68,2-3 123,2-2 0,0 0 0,-2-2 0,-2-4 0,-2-7 783,-2-4-767,-9-8 1,0 4 0,-7-4 119,0 1-198,0 0 0,-3-2 0,-5 0 1,-8 4-1,-3 2-636,-2 2 192,-4 9 1,5 2-1,-4 7-1106,5 0 650,3 0 1,3 2 0,2 4 0,4 7 922,0 4 0,40 28 0,15 0 0</inkml:trace>
  <inkml:trace contextRef="#ctx0" brushRef="#br0" timeOffset="29">30910 10662 8159,'-8'-14'175,"2"6"1,4-4 1896,-3 2 119,4 4-1107,-6-1-1042,7 7 1,2 12 0,1 2 252,2 2 1,4 4 0,-2 1 0,-1-1 606,0 1-834,-1-2 1,0 0 0,0 0-178,-2-2-33,5-1 0,-7-2 1,4 0-591,-4 0 1035,-1-6-359,0 5-159,0-12 0,0-1 1,0-9-1,-1-4 1,-2-2-469,-2-4 466,-6-4 1,9-5 0,-4 0-535,0-1 558,4 7 0,-4-3 0,6 4 0,0 1-94,0-1 193,0 2 0,6 11 0,4 4 227,2 2 0,-2 2 1,-1 2 42,2 2-127,2-2 0,-5 11 0,-3-4 390,-4 4-333,-1-5 1,0 4 0,0-2 0,0 2 0,0 3 304,0-1-310,0-6 1,-5 4 166,1-2-171,-7 2 1,9-2 0,-3-1 598,4 2-380,1 2 0,0-3 232,0-1-602,6-6 0,2 8 1,6-6-1,0-2-402,1-1-147,-1-2 0,0 0 0,0 0-40,0 0-437,1 0 0,-1 0 0,0-2-1154,0-3 2234,1-3 0,-8-25 0,0-5 0</inkml:trace>
  <inkml:trace contextRef="#ctx0" brushRef="#br0" timeOffset="30">31095 10605 7185,'0'-9'795,"0"-1"-183,0 7 1,0-5 568,0 4-726,6 2 0,-3-4 0,5 4 808,-2-3-1119,5 4 0,-3-5 0,7 6-108,-1 0 0,0-5 0,0 0 0,0 2-1132,1 1 863,-1 2 0,0 0 0,0 0-1796,0 0-129,-6 0 674,5 0 1403,-11 0 0,-2 0 1,-10 0 41,-3 0 180,-1 0 0,5 0 1,-1 2-1,-1 1 500,-1 2 537,4 6 1,1-8-143,7 7-18,-6-1 0,4 5 1,-2 0-1,2 1 1401,2-1-2148,0 0 0,0 0 0,0 1 214,0-1-441,6 0 1,-4 0 0,3 0 0,-4 1 0,1-3-921,3-2 498,-4 2 0,7-4-2197,-3 6 1183,-3-6 0,5 3 1,-3-4-1679,0 1 2450,1-5 620,-5 3 0,-57-50 0,22 16 0,-1 1 0</inkml:trace>
  <inkml:trace contextRef="#ctx0" brushRef="#br0" timeOffset="31">30085 10563 8120,'0'-8'1571,"7"2"1,2 6 220,4 0-1675,-5-7 1,4 6 0,-1-4 0,5 3-1,5 2 1,1 0 0,1 0 126,-1 0 1,10 0 0,-3 0 0,2 0 245,4 0-595,1 0 1,12 0 0,-1 0 7,-1 0 0,3 0 0,0 0 1,-2 0-55,-3 0 72,2 0 1,-16 0 0,3 0-240,-3 0 265,5 0 0,-10 0 0,2 0 0,-3 0 0,-4 0-99,1 0 146,4 0 0,-4 0 0,4 0 225,-1 0-228,-7 0 0,4 0 0,-7 0 1,0 0 4,0 0-5,-6 0 1,0 0 60,-3 0-16,-3 0 179,4 0 198,-6 0 886,0 0-1550,-6 7 353,4-6 0,-4 7 10,6-3-41,0-4 0,-2 12 1,-1-3 168,-2 2-209,0 2 1,5 1 0,0-1 114,0 0-115,-6 7 1,4-6 0,-4 6 0,1-2 0,1 1 132,1 3-292,1 0 0,0 4 0,-1-2-156,-2-1 214,1-7 1,4 10 0,0-5-1,0 2 1,0-2-131,0-1 102,0-2 1,0 0 0,0 1-10,0 2-7,0-4 1,0 4 0,-2-5 0,-1 4 0,-2-1-208,2 1 226,2 4 0,-4-8 0,0 7-189,2 1 206,-5-4 0,6 4 0,-2-4 0,2 1 0,2 3-493,0 2 525,-6-5 0,4 3 0,-3-4 214,4 1-174,-5-5 1,4 10-1,-3-5 1,2 2 0,0-2-329,-2-1 269,0 4 1,5-4 0,-1 4-145,-4-1 206,4-1 0,-6 1 1,7 0-1,0 1 1,0 2-22,0 1 298,0 1 0,0-1 0,2 0 61,3 1-124,-4-1 1,5 1 0,-6-1 0,0 1-1,0-1 869,0 0-1074,0 1 0,0-1 1,0 1 328,0-1-270,0-6 0,0 8 0,0-4 1,0-1-1,0 2 471,0 0-467,0-5 1,0 5 0,2-5 126,3 0-145,-4 5 0,6-12 0,-7 6 0,0-2 0,0 0-181,0-2 180,0-1 0,0-2 1,0 0-200,0 1 198,0 5 0,0-4 1,0 3-1,0-3 1,0-2 152,0 0-148,0 0 0,0 1 0,0-1 183,0 0-221,0 0 1,1 5 0,2 0 0,2-1 88,-2-3-194,-1 0 0,-2-1 182,0 0-176,0 0 0,0 0 0,0 1 265,0-1-108,0 0 0,5-4 17,-1-1-6,1-6-352,-5 4 22,0-7-821,0 0 1,0-7-2850,0-2 3018,0 2 897,0-5 0,6-15 0,2-11 0</inkml:trace>
  <inkml:trace contextRef="#ctx0" brushRef="#br0" timeOffset="32">27697 12781 8210,'-8'-7'-58,"0"4"1,5-6-1,-2-2 1,0-1-1,0 1 1755,1 2-860,-1 6 0,5-5 496,0 3-998,0 4 1,0-4 746,0 10-870,0 2 0,5 9 1,-1 2-30,0 1 1,-3 1 0,-1-2 0,0 2 302,0 2-503,0 2 1,-5 0-1,1-1 408,1 3-479,1 0 0,-3 3 1,0-1-1,2 2 0,2 2 38,1 1 80,0 0 0,0 0 1,0 1-33,0-3 1,0-4-1,0-2 1,0 1-14,0-6-95,0 4 1,4-8-1,1 3 71,-2-4 0,-1-5 0,-2-1 73,0 2-50,6-4 0,-4 1 49,3-4 1,2-2 292,3 3-290,3-4 1,1-1 0,0 0 22,0 0 0,2 0 0,1 0 1,4 0-2,1 0-45,2 0 0,-1 0 1,1 0 20,1 0 1,1 0 0,-1 0 0,-1 0 83,1 0-86,2 0 0,1 0 0,1 0 19,-1 0 0,2 5 1,2 0-1,2-2 86,3-2-110,1-1 1,4 0 0,1 0-60,0 0 1,-1 0 0,1 0 0,-2 0-84,-3 0 26,3 0 0,-6 0 1,6 0-96,2 0 167,-4 0 0,5 0 0,-6 0 0,2 0 0,1 0-103,1 0 137,1 0 0,-2 0 0,-1 0 65,-2 0-64,-1 0 0,6 0 0,-2 0 0,-1 2 0,-4 1 322,-1 2-286,-2 0 0,-1-1 1,-2 1 10,-4-2-90,0-1 0,2-1 0,1 3 0,-1 0 0,0-1-192,1-1 163,-1-2 1,5 0-1,2 0-126,2 0 132,-6 0 1,6 0 0,-4 0 0,5 0 0,1 0-61,-1 0 93,3 0 1,-9 0 0,4 0 25,-1 0 1,4 0 0,-2 0 0,0 0 311,1 0-260,-6 6 0,4-4 1,-2 3 41,3-4 0,-2-1 1,-2 0-1,-4 2 318,-6 3-415,4-4 1,-9 5-1,4-6 20,-2 0 0,-1 0 0,-4 0 0,-1 0 97,0 0-186,-6 0 1,5 0-1,-4 0-52,4 0 1,1-4 30,0-1 124,0 0 0,1 4 146,-1-4-163,0 3 1,-5-4 0,1 6 0,1-2 90,2-2-116,1 2 1,-5-4 348,1 6-269,-7-7-20,3 6-758,-6-5 300,0 6 1,-1 0-176,-4 0-334,3 0 704,-4 0 252,0 0 1,4-2 437,-3-3-447,4 4 0,-4-7-22,0 3-38,1-3 1,2-1 0,-1-1 0,-3-2 0,-2-4-594,-3-3 343,4-6 1,-5 1 0,4-9-448,0-5 468,2-3 1,1-7-1,0 1 1,2 1-1,1 2-940,2 1 999,0 7 0,0 3 1,0 9-474,0 5 292,0 10 371,0 2 0,-37 7 0,-20 7 0,-3-3 0,1 0 0</inkml:trace>
  <inkml:trace contextRef="#ctx0" brushRef="#br0" timeOffset="33">29118 12709 8316,'0'-7'399,"0"-6"0,0 3 1838,0-2-1423,0-2 0,0 4 0,0 1 1516,0-2-1404,0 4-979,0 1 143,7 6 0,-6 2 1,4 2 138,-3 6 0,-2 2 0,0 3 0,0 0 826,0 4-1086,0 3 1,4 7 0,1-1-25,-2 1 1,-1-1 0,-2 2 0,0 2 84,0 1 32,0 0 0,-2 0 1,-1 1 1,-2-3 0,-1 4 0,3-2 1,-3-1 70,-2-2 21,4-2 0,-7 2 0,5 0 56,-2-1-151,-1 2 0,1-15 0,3 4 1,2-1-1,0 0 237,-2-1-363,0-9 0,5 4 215,0-4-57,0-2 584,0-1 285,0-6-25,0-6-1374,7-2 1,-6-2-1,4 1-4358,-3-2 3433,-2-2 1362,6 5 0,14-17 0,10 1 0</inkml:trace>
  <inkml:trace contextRef="#ctx0" brushRef="#br0" timeOffset="34">28265 11402 7916,'8'0'1861,"-1"-2"-336,-7-3-1065,0 4 0,1-6 118,4 7-481,-4 0 108,6 0 0,-9 2 0,-1 3-171,-2 4 52,-6 4 1,8 1 0,-5 2-2,2 3 0,-5-3 0,3 3 1,-2-2-191,1 2 124,6-3 0,-8 6 0,4-5-150,-1 2 0,5 0 0,-1-5 0,0 0-1086,0 1 785,2-1 0,-4-5-209,6 1 289,0-7 313,0 3-410,0-6 0,0-6 0,0-3-1035,0-4 1127,0-1 0,5-1 1,1 1 356,2 0 0,1 0 0,24-45 0,5-10 0</inkml:trace>
  <inkml:trace contextRef="#ctx0" brushRef="#br0" timeOffset="35">28294 11402 8126,'0'-8'1106,"-2"1"132,-3 7-583,4 0 145,-5 0-622,6 0 0,1 2 0,2 3 0,4 3 316,0-1-395,-3 6 0,8-5 1,-2 8 96,2 3-155,3-3 0,-1 6 1,0-5-1,0 4 1,0-1-62,1 1-41,-7 4 0,4-9 0,-4 4-3,0 1 0,3-5 1,-5 3-1,1-4-109,-1 0-45,-1-8 0,-5 1-64,0-3 339,0-3-219,0 4 0,0-8-785,0-2 472,0-4 0,0-2 1,0 1-1,-2-1-1614,-3 2 1527,4-4 0,-5 9 562,6-7 0,-45-18 0,-10-10 0</inkml:trace>
  <inkml:trace contextRef="#ctx0" brushRef="#br0" timeOffset="36">28251 11629 7916,'-8'0'1709,"2"-6"-1024,6 4-474,0-4 0,6 6 1,5 0-1,5 0 1,3 0 748,-2 0-1008,-1-7 1,-2 6-643,1-4 494,-1 4 0,-5 1 0,1 0-699,1 0-1177,-5 0 2072,7 0 0,-12-7 0,6-1 0</inkml:trace>
  <inkml:trace contextRef="#ctx0" brushRef="#br0" timeOffset="37">29744 11515 7956,'0'-14'191,"0"5"591,0-1-461,0 7 1,0-7 0,0 10 0,0 7 0,0 5 147,0 7 0,0 2-342,0 3 0,0 2 0,-2-3 0,-1 0 0,-2 1 0,2 0 80,2-2-175,1-2 1,0-1-1,-2-1 1,-1-4-1,-2-3 43,2 0 301,2-5 12,1 7 0,0-13 1,0 0 284,0-8-590,6-5 0,-5-2 0,6-4-45,-1-5 1,-4-3 0,2-1-1,-2-1-92,-2 1 65,0-7 0,0 10 0,0-4-145,0 3 179,0 5 1,0 0-1,-2 9-612,-2 2 419,2 4 0,-4 8 0,4 2 56,-3 6 82,4 2 1,-5 7 0,6 2-1,-2-1 1,-1 3-63,-2-1-207,0-5 1,5 4 0,0-7-237,0 0 0,-1 0 0,-2 0-1971,-2 1 2486,0-1 0,-20-31 0,-7-9 0</inkml:trace>
  <inkml:trace contextRef="#ctx0" brushRef="#br0" timeOffset="38">28137 12255 7957,'15'0'272,"-6"-7"0,-1-2 985,-2-4-540,-1 5 0,-5 0 416,0 4-599,0 2-429,0-4 1,0 7 205,0 4 0,0 3 0,2 6 70,2 0-322,-2 1 1,6 0-1,-5 3 1,2 1-1,-2-2 172,-2-1-334,-1 4 0,5-4 0,0 3 188,-2-3-202,-1-2 0,-2 0 1,0 1-1,0-1 1,0 0-708,0 0 577,0-6 1,1 3-299,4-6 557,-3 0 1,10-5 0,-1 0 0,5 0 0,3-2 250,-2-3-225,6 4 1,-8-12 0,6 5 235,-1 0-151,-4-4 1,5 5-1,-7-4 1,0 2 729,0-2-714,-6-2 0,3 4 277,-6-1-368,0 1 0,-5-1 0,0 1 1,-2-1 147,-3 2-274,-2 2 0,-9 1 0,-2 1-452,-1 0 396,-6-3 1,3 5 0,-6-3 0,1 4 0,1 1-577,3 0 639,5 0 1,-2 0 0,6 0-190,-1 0 245,1 0-173,6 0 199,2 0 1,8 0 0,2 0 4,6 0 68,9 0 1,-2 0 0,5-2 0,0-1 0,-1-3 458,-1-2-412,-1-2 1,-4 1 0,-1-1 501,0-1-505,0 5 1,-6-7 0,-3 4 0,-4-4-8,-1-1-30,0 6 0,-7-3 0,-8 5-877,-7-2 403,-5 5 0,2-4 0,0 7 0,-2 0 1,2 0-1464,-2 0 864,6 0 0,6 2 0,5 1 982,-1 2 0,24 25 0,4 1 0</inkml:trace>
  <inkml:trace contextRef="#ctx0" brushRef="#br0" timeOffset="39">29502 12340 7917,'0'-14'304,"0"-1"1,0 1 0,2 0 0,1 0-1,3 1 1,1 2 1642,-1 2-1682,-1-1 1,-1 1-1,3 1 1,1 1 366,3 4-632,1 2 1,-2 2-1,-2 4 1,-2 4 42,-3 4 1,-1 3-1,-2 1 1,0 2 128,0-1-187,0 4 0,-5-6 0,-1 2 154,-2-2-157,5 5 0,-8-5 0,4 1 0,1-4 1,0-4-60,2 2 244,3 2 1,1-4 137,0 1-179,6-7 0,2 3 1,8-6-1,3-1 1,5-4 376,2-5-394,3-2 1,-1 2-1,1 2 497,-1 2-523,-6-5 0,-3 8 0,-8-5 0,-1 2-841,1 3-543,-5 1-1508,0-4 2172,-12 4 0,-2-3 1,-6 8-1,0 4 637,0 1 0,-45-5 0,-10 3 0</inkml:trace>
  <inkml:trace contextRef="#ctx0" brushRef="#br0" timeOffset="40">28407 12880 7944,'0'-14'679,"0"6"0,0-5 0,0 4 1316,0-4-1700,0 5 0,-1-3 0,-4 7 0,-4 0-29,-4 3 1,-1 1 0,0 1 0,-2 4-87,-3 5-189,3 2 1,-6 4 0,5 1-18,-2 2 1,0 5 0,4-3 0,3-1 91,2 1-165,4 4 0,6-9 0,2 3 54,2-4 129,4 0 1,19-3 0,6-1 0,7-3 0,2-1 410,1-4-355,0-2 0,-7-1 0,-3 0 155,-3 0 0,-3-4 10,-3-1-330,-10-6-185,-8 9 0,-7-4 1,-4 6-508,-4 0-890,-4 0 1,-1 1-1912,-1 4 3518,1 3 0,-13 19 0,-3 3 0</inkml:trace>
  <inkml:trace contextRef="#ctx0" brushRef="#br0" timeOffset="41">29758 12894 7397,'-14'-6'185,"4"3"0,1-5 0,0 0 0,-1 2 0,1-1 2467,-2 4-2071,4 2 1,-4-1 0,6-3 430,2-4-979,8 3 0,3-6 0,6 8 0,0 1 0,2 1 95,3 2 1,-3 0 0,3 0-1,-3 0 96,-2 0-251,0 0 1,0 0-310,0 0 246,-6 6 1,0-3 0,-5 7 0,2 1-204,-2 2 265,-7 1 0,0 0 0,-5 0-116,-2 1 0,-2 2 0,-1-1 0,0-4-44,0 1 59,6 0 0,-3-4 1,6 1 145,2 1 0,1-3 0,2 1 311,0 2 27,6-5 0,-2 2 0,5-5-45,2 2 1,-3 0-1,0-4 620,-2 4-168,5-3-340,-9 4 0,-2-1 0,-10 0-293,-2-2-193,-2-2 1,-2 4 0,-2 0-452,-1-2 0,1-1 0,3-2 1,3 1-2616,2 4 1548,-2-4 0,8 6-1488,-5-7 3070,6 0 0,-4 6 0,7 2 0</inkml:trace>
  <inkml:trace contextRef="#ctx0" brushRef="#br0" timeOffset="42">28407 13676 7983,'0'-8'210,"0"-4"0,-1 4 2425,-4 0-2350,4 2 0,-7 6 1,5 1-1,-4 4 0,1 4 1,0 4-1,1 1 793,-1 0 1,2 5-949,-5 0 1,6 5 0,-2-5 0,3 0 0,1 0 0,-2 0 66,-2-2-434,0-1 1,5-2-352,0 0 1,0-4-829,0-1-889,0-5 1200,0 2 1,0-17-155,0-3 999,0-10 1,0 11-1,0-4 97,0 0 211,0 5 0,0 0 0,0 2 1,0-2 786,0-3-44,0 8 1,5-1-90,0 3 159,-1 3 1,3-4 0,2 6 618,4 0-1180,-5 0 1,4 5 0,-2 1 575,2 2-796,3-5 0,-6 10 0,1-5 1,-1 1-1,1-1-172,-1-2 83,1 5 0,-1-7-443,1 5 376,-7-6 0,3 10-329,-6-4 323,-6 4 1,-2-5 0,-6-2-317,-1 1 1,1-4 0,0 5 0,0-2-1730,-1-3 1431,8 5 0,-6-6-1828,3 2 1626,4-2 898,0 4 0,63 8 0,14 9 0</inkml:trace>
  <inkml:trace contextRef="#ctx0" brushRef="#br0" timeOffset="43">29389 13747 7983,'7'0'679,"4"-1"1,-4-2 1905,1-2-1868,-5 0 0,3 7 1,-6 2 1096,0 6-1766,0-4 0,0 7 0,0-4 1,0 4-1,0 1-434,0 0 300,0-6 1,5 5-1,1-5-281,2 0 0,2 3 1,4-7-1,2 0-746,3-3 993,-4-1 0,6 0 0,-7 0-101,0 0 354,1 0 1,-1-6 0,0-4 0,-1-2 1071,-4-2-898,4 6 1,-12 0 525,4 3-300,-3 3 0,-4-2 859,-3 8-1105,-3 4 1,-1 7-1,1-1 441,2 0-563,1 7 1,0-6 0,1 6-1,0-2 1,3 0 462,1-2-1407,-7-1 1,6-2-2661,-4 0-1688,4 1 2824,1-1 429,0-6 1874,-7-2 0,-58-38 0,23 13 0,-1-1 0</inkml:trace>
  <inkml:trace contextRef="#ctx0" brushRef="#br0" timeOffset="44">28393 13733 8134,'-14'0'1008,"0"0"-152,0 0 214,6 0 0,-5-5 1,5-1 799,0-2-1448,2 5 0,6-2 85,0 10 1,0 3 0,0 6 0,0 0 475,0 0-789,0 1 0,0-1 0,0 0-240,0 0 0,-2 1 0,-1-1 1,-2 0-552,2 0 459,2 7 1,-4-10-1,0 3-1439,2-1 779,2-1 0,-1-2-967,-3-1 424,4-6 0,-6 2-1638,7-10 1870,7-2 1109,-6-14 0,12-52 0,-9 28 0,0-1 0</inkml:trace>
  <inkml:trace contextRef="#ctx0" brushRef="#br0" timeOffset="45">28308 13761 7983,'14'8'893,"-4"-1"293,-1-7-156,-6 0 0,10 0-202,-4 0 1,-1 1-1,2 2 701,1 2-1171,-5 0 1,5-3-1,-4 1 301,0 1-463,-3 1 0,8 1 1,-2 4-127,2 3-201,-4 1 1,-1-5-1,-7 1 238,0 1-431,0-5 0,0 7 0,-2-5 0,-1 1 0,-3 1-2025,-2 1 1942,-2-5 1,-6 5 0,-1-5-1488,-2 2 944,0-5 0,5 8 1,0-6 949,-1-2 0,-5 12 0,-2 0 0</inkml:trace>
  <inkml:trace contextRef="#ctx0" brushRef="#br0" timeOffset="46">29161 13406 7983,'-6'-8'-32,"4"2"0,-9 0 1,5-2-1,-1-2 0,0 1 1060,-1-2-567,4 4 0,-3 1 0,3 4 1023,0-2-1161,-1 2 1,5-3 0,0 10-1,0 5 1576,0 2-1630,0 2 1,0 1-1,-2 0 1,-1 3-1,-2 2 690,2 2-735,2 2 1,1 5 0,-2-1-93,-3 0 1,4 1-1,-4-1 1,4 1 252,1-1-362,-7 1 1,6-1 0,-4-1-227,3-3 102,2-4 1,0-6 0,0 1 36,0-1-430,0-6 317,0-2 24,0-6 1,0-2-20,0-2-92,0 2-10,0-11 122,0 12 0,0-7-195,0 3 2,0 4-451,7-6 235,-6 7 0,7-4 0,-5-3-2240,2-1 1931,0 5 0,-5-5-1349,0 4 1779,0 2 440,0-4 0,-51-26 0,-12-7 0</inkml:trace>
  <inkml:trace contextRef="#ctx0" brushRef="#br0" timeOffset="47">27597 13463 8053,'0'-14'169,"-5"4"1,-1 1 0,0-2 1557,-1-2-1089,3 5 1,4 0 0,-2 5 1038,-3-2-1178,4 1-130,-6 4-189,7 0 0,0 6 1,0 3-1,0 4 629,0 1-723,0 7 1,0 1 0,0 6 0,0 2-1,0 4-21,0 3-65,0-2 1,0 5-1,0-6-141,0 3 97,0 1 0,-4 0 0,-1-2 1,2-1-1,1-4-463,2-1 366,0-1 1,0-2-1,0-2-319,0-1 413,7-7 1,-6 3 0,5-5 0,-1-1 0,1 0-205,2 0 288,-4-6 1,3 3 0,-3-4-35,0 1 1,3-5-1,-4 3 137,2 0-128,6-4 29,-10 4-36,12-6 1,-10 5-1,6 0 1,3-2 15,0-2-21,2-1 0,1 0 0,-1 0 0,0 0-6,0 0 0,2 0 0,1 2 1,4 1-1,0 2-41,-1-2 46,5-1 1,-4-2 0,4 0 39,-1 0 0,3 0 0,4 0 0,-1 0 23,2 0 97,-1 0 1,-1 0 0,4 0 215,4 0-323,-4 0 1,3 0-1,-6 0 1,4 0-1,0 0 286,0 0-231,-2 0 0,-5 0 1,1 0 112,-1 0-186,7 0 0,-10 0 1,3 0-1,-2 1 0,-3 2-118,1 2 63,6 0 0,0-5 1,5 0 40,0 0-5,-5 0 0,11 0 1,-3 0-1,1 0 0,1 0-22,-2 0 23,-7 0 1,4 1 0,-7 3 73,1 0-62,-1 1 0,1-5 0,-1 0 1,2 0-1,2 0 113,1 0-118,0 0 0,-4 0 1,1 0 28,3 0 1,-3 0 0,4 0 0,0 0-46,-1 0 2,0 0 0,-3 0 0,0 0-62,-2 0 30,4 0 0,-11 0 0,4 0 0,-1 0 0,-1 0-139,-1 0 111,5 6 0,-6-4 0,4 3-81,-1-4 120,-1-1 0,1 0 1,0 0-1,0 2 1,-1 1-60,1 2 178,0 0 0,-1-5 0,-1 0-52,-1 0 7,4 0 0,-4 0 1,2 0-1,-4 0 0,-1 0 2,1 0-87,-3 0 1,6 0-1,-5 0 3,2 0 14,0 0 1,-3 0 0,1 0 0,2 0 0,-2 0-43,-1 0 74,-2 0 1,5 0-1,0 0 171,-1 0-155,-2 0 0,-2 0 1,0 0-1,0 0 1,0 0 278,1 0-263,-1 0 0,-5-5 75,1 0 83,-1 0 0,1 5 228,-1 0-149,-6 0 0,4-1-195,-7-4 16,0 3 1,0-6-109,0 4-87,6 2 125,-4-10-156,10 10 0,-10-6 0,4 5 183,1-2 27,-6 0 0,7 1 114,-3-1-176,-4-6 1,10 8 0,-4-5 0,-1 0 93,0 0-56,-1 5 1,0-5 52,0 3 4,6 4 0,-8-12 158,6 4-247,1-4 1,-2 3 0,-4 1-38,-2-2-7,4 5 0,-4-7 1,3 3-1,-4-2 0,-1-4-27,0-3-41,0-3 1,0-2-1,0 1 17,0-3-97,0-1 1,2-1 0,1 0 0,2-1 0,-2 1-646,-2-1 641,6-5 0,-6-1 0,6-5-515,-1 2 503,-5 7 1,11-10-1,-8 4 1,-1 1 0,-1 4-283,-2 7 290,0 5 0,0 10 148,0 1-561,0 6 1,0-2-2173,0 10 2044,0-4 0,0 12 1,-2-4-1746,-2 4 1829,-4 1 613,0 0 0,-36 45 0,20-25 0,0 1 0</inkml:trace>
  <inkml:trace contextRef="#ctx0" brushRef="#br0" timeOffset="48">29005 13591 7930,'0'-22'-58,"0"1"0,0 5 0,0-3 0,0-3 0,0 0 1,0 3 1691,0 4-999,0 0 1,0 1 0,1 1 526,4 4-925,-3 9 0,5 9 0,-3 9 1,0 2-1,-1 2 267,-1 4 0,-2 5 0,0 4 0,0 0 342,0 0-634,-6 4 0,4-4 0,-3 4 32,4-1-191,1-6 0,0 3 1,0-7-1,0 2 1,0 2 155,0 1-334,0-6 1,1-2 0,3-6-193,0-2 1,3-1-1,-4-2-574,2 0-419,6-6-1438,-10-1 1820,12-7 1,-10 0 927,6 0 0,14-32 0,7-7 0</inkml:trace>
  <inkml:trace contextRef="#ctx0" brushRef="#br0" timeOffset="49">24554 483 8019,'0'-14'535,"-6"6"1,5-4 0,-6 2 1224,1-3-1418,4 6 0,-4 2 0,6 10 0,0 4 0,0 4 0,-2 3 1352,-2 2-1679,2-2 0,-4 10 0,6-6 0,0 1 0,-2 1 349,-2 0-377,2-5 0,-4 8 0,6-4-244,0 1 0,0-3 0,0 3 0,0-1-490,0-4 221,0-1 0,0-2 0,-2 0-172,-3 1-1055,4-1 1,-6-5 1752,7 1 0,0-7 0,0-41 0,0-17 0</inkml:trace>
  <inkml:trace contextRef="#ctx0" brushRef="#br0" timeOffset="50">24498 554 8019,'0'-14'-532,"0"0"1,0 0 2645,0 0-1548,0-7 0,0 5-134,0-3 0,6 3 0,3 2 0,4 0 510,1 0-837,0 0 1,5 6 0,0 3-83,-1 3-80,4 2 1,-6 0 0,3 0 0,-4 0 0,0 2-9,-1 3-22,6 3 1,-9 6 0,2 0-273,-5 0 298,-3 0 0,-5 5 0,0 2 0,-2 0 0,-4 1-102,-8 0 173,-1-5 1,-7 8-1,3-6-255,-4-1 193,2-2 1,-4-2 0,4-2 0,-1-1 0,-2-3 24,2-1 17,2-3 0,6-4-72,-1 0 285,7 0 0,-3-1 0,8-2-574,5-2 406,4 0 1,10 5-1,1 0 353,2 0-311,0 0 0,-5 6 0,1 4 1,0 3-1,3 1 148,1 0-213,0 0 1,-5 0-1,-1 2-27,-4 3-2,4-3 1,-5 6 0,6-4 0,0 0-1,0-2-753,1-5 600,-1 2 1,0-10 0,0 5-436,0-2 492,1-1 0,-1-7 1,0-4-1,0-6 0,0-7-459,1-4 687,-1 6 0,-6-8 1,-2 4-184,0-1 777,-4 5 0,4-8 1,-6 6 1160,0 1-649,0 2-484,0 8-745,0 2 1,0 8-612,0 2 579,-6 4 1,4 7 0,-2-1-222,2 0 88,2 0 0,0 0 0,0 1 0,0-1 0,2 0-969,2 0 961,-2 1 1,11-3 0,-4-1-166,4-1 298,1-7 1,0 3 0,0-6 0,2 0 0,2 0-392,1 0 685,0-12 0,-5 2 0,0-10 857,0-1-869,-6-1 0,3-2 0,-6 1 0,-2-3 0,-1 1 919,-2 1-995,0 4 1,-2 6-1,-1-1 340,-2 1-503,0 6 1,-1 2-1,-3 6 1,-4 1-1144,-1 4 845,0 3 0,-1 6 0,1 1-580,0-1 608,0 6 0,6-4 0,1 3 1,3-3-1,-1-2-1235,2 0 1134,1 0 1,4 1-101,3-1 378,2-6 1,9-2 0,3-6-1,3 0 1,2 0 213,0 0 25,-1-6 0,6-4 0,-2-7 1325,-4-2-1148,-2 0 1,-7 5 0,0 0-1,1-1 1,-3 1 1459,-2 0-104,-4 0-659,-6 6-1231,0 2 1,0 7-438,0 4 630,0 3 0,-2 6 0,-1 0-13,-1 0-422,-1 7 0,5-5 0,0 3 1,0-2-1,1 0-1939,4 2 2053,3 0 0,6-9 0,2-2-671,3-2 909,-3-1 1,9-5-1,-4 0 1,-1-2-1,2-3 594,0-4-359,-11-4 0,8-1 0,-9 0 1162,3 0-182,-6-1 1,0 1 1489,-7 0-1739,0 0-858,0 6-163,0 2 1,0 7-1,0 4-183,0 4-170,0-2 0,0 5 0,1-2-125,4 2 217,3 3 1,6-6-1,0-1 1,2 0-1,2-2-1038,1 1 1302,6-3 0,-8-4 0,5 0-198,-1 0 506,-2 0 0,-5-6 0,0-3 1,0-6-1,1-4 621,-1-4-639,-6-4 1,-2-8 0,-6-3 257,0-3-226,0-2 0,0 1 1,0 1-1,-2 4 0,-1 7 925,-1 5-437,-7 14 120,9-8-848,-4 18 1,6-4 0,0 10-1,0 4-547,0 4 850,-7 7 0,6 2 0,-4 8 98,3 3-339,2-3 1,0 7 0,0-6 0,0 3 0,0-1-393,0 1 683,0-10 0,0 9 0,0-11-16,0 1-569,0 3 1,5-10-1,1 3 1,2-5-987,3-4 1117,2-4 0,1-7 55,1-4 174,-1-3 0,0-6 1,0-2-1,0-1 0,-1-2 276,-3 1-317,2 2 0,-10 7 0,4 1 330,0 2-228,-4-5-162,4 9-484,-6-4 757,0 6-130,0 6 0,5 2 0,1 6 0,1 0-50,-1 1-210,5-7 1,-3 4-1,6-4-19,0 0 1,1 5 0,0-12 0,4 4 0,3-3 0,1-2-462,-4 0 647,3 0 1,-7-5 0,6-2 48,-1 0 65,-4-3 1,5-4 0,-7 0 528,0-1-496,-6 8 1,-2-1-73,-6 3-75,0 3 1,0-2-1,0 8-264,0 6 266,7-4 0,-4 7 0,6-4-35,2 4-50,2-5 0,3 4 0,3-4 0,5 0 1,2-1-434,3-1 393,-1-5 1,1 6-1,-2-9 124,-4-3 1,1 2 0,-8-6 0,-4-2 543,1-2-241,0-1 0,-5 0 523,-4-1-613,-2 1 1,-4 0-1,-2 1 262,-6 4-540,-3 3 1,4 6 0,0 0 318,-3 0-456,0 6 1,2 2 0,2 6 0,1 2 0,0 1-19,1 2 541,1 6 1,5-2 0,0 5-89,0 0 1,0 1 0,0-1 0,0 1 462,0-1-374,-6 7 1,4-5-1,-2 3 576,2-3-1099,-4-8 1,2 0 0,-3-4 0,-1-1 0,1-3-246,1-3 539,-5-7 0,3 2 1,-6-6-66,0 0 32,-1 0 1,3-6 0,1-6 0,1-5 0,1-7-290,1-2 118,2-3 1,6 1-1,0-1-722,0 1 1,7-1-1,6 1 1,6-1-1900,3 1 2093,-4 0 0,7 4 0,-6 2-476,-2 1 1113,-1-4 0,-37-3 0,-13-4 0,-3-6 0,1 0 0</inkml:trace>
  <inkml:trace contextRef="#ctx0" brushRef="#br0" timeOffset="51">25564 569 8926,'0'-8'3937,"6"-3"-3917,4 6 0,4-5 0,6 4 0,9 0-379,7 0 0,5-4 1,0 5-1,-1 1-2847,-2-3 1961,-7 6 1245,4-6 0,-25 39 0,-6 7 0</inkml:trace>
  <inkml:trace contextRef="#ctx0" brushRef="#br0" timeOffset="52">27498 512 7952,'6'-14'1315,"-5"4"0,4 1 1104,-3-2-2150,-2 4 0,-2 4 0,-3 13 0,-4 9 1,-4 6 179,-1 3 1,-2 1-1,-1-1 1,-2 1-92,2-1-261,1 7 0,-3-5 0,0 3-315,2-3 0,1-3 0,3-4 1,2-4-972,2-3 283,-1-2 215,2-6 0,2-3 1,7-11-588,4-8 528,3-7 0,3-9 1,0-3-335,0-5 1120,11-3 0,-17 3 0,9 2 0,-1 1 0,-2 3 774,-2 2-515,4 8 1,-11 2 0,4 7 700,0 3-749,-4 4 1,4 8-1,-4 2 1,1 8 1531,2 5-1389,6-1 1,-8 11-1,6-4 146,2 4 0,-4 5 0,-1-2 0,-1-3 1157,0-1-1670,6 1 0,-10-3 0,6-2 0,-3-1 1,1-4-478,-2-1 253,-1-2 0,-1-6 0,3-2-2175,0 1 623,1-6 1,-7 4-1828,-2-10 3580,-4-3 0,-18-20 0,-7-9 0,-1-1 0,-1-1 0</inkml:trace>
  <inkml:trace contextRef="#ctx0" brushRef="#br0" timeOffset="53">27341 725 7970,'0'14'99,"0"-6"0,-1 3 707,-4-6 4,3 6 0,-4-8 1152,6 7-1421,0-7 0,6 5 328,4-4-851,9-2 1,-2 4 0,7-6 0,1 0-1,3-1-98,6-4-223,2-3 0,2-6 1,0 0-1,0-1 0,0 0-1760,0-4 1591,-7 3 0,4-11 1,-8 3-684,-4-2 1081,-2-3 1,-8 1 0,-4-2 0,-4 0-1,-5 0-68,-5 3 214,4 8 0,-12 0 518,3 9 0,3 4 0,-3 8 149,-1 2-381,5 4 0,-5 11 0,4 2 663,-1 1-563,5 2 0,-8 9 0,5 0 0,0-1 0,-1-2 895,4-2-1209,1 0 1,2 6-1,0-3-49,0-4-109,0 1 1,0-10 0,2 4 0,3-2 0,4-4-1854,4-5 1457,1 2 0,2-11 0,1 2 0,4-2 0,-1-4-1263,1-2 1412,4-4 1,-9-13-1,5-1-300,-1 0 655,-4-5 0,4 5 0,-5-7 0,-1 3 0,-2 2 198,-2 5-143,3 3 0,-6 4 1,6 0-1,-2 5 465,-1 0-464,-7 3 1,5 5 101,-4 4-209,-2 3 1,9 6-336,-6 0 44,6 0 0,-10-4-412,4-1 1184,-3-5-453,-2 2 445,0-6 0,-2 0-135,-3 0-401,4 0 1,-7 5 0,3 1 0,-4 2-70,-4 3 23,-1 1 0,1 3 1,2-1-175,2 0 81,6-6 0,-5 5 1,5-4-1,-2 4-555,2 1 678,1-6 1,4 0 0,2-5-1,6 2 1,2-2 72,3-2 99,5-1 1,-4-6 0,3-2 372,-3 0-101,-2-4 1,0 4-1,-1-6 1,-2 1-1,-3 2 1110,-2 1-1012,5 7-910,-9-9 328,4 10-381,-6-4 452,0 12 1,-1 3-1,-3 9 1,0 2 0,-1 3 127,-1 2-81,4 8 1,-4-3 0,6 5-1,-2-2 1,-1 0-290,-2-1 246,0 4 1,5-4-1,0 2 173,0-4-253,0 2 1,-4-12 0,-1 4 0,0-5 0,0-3-321,1-2 532,-7-6 0,8-2 0,-7-6 1,-1 0-1,-2 0 950,-1 0-948,0-6 0,0-3 0,-1-9-63,1-1-115,0-6 1,5 1-1,1-7 1,1-3-1,4 1-1436,2-1 1009,7 4 1,2-10 0,8 7 0,3 3 0,4 1-1305,4 1 1577,2 9 0,-1-13 0,0 14 102,1 0 82,-1 2 1,-6 4-1,-3 2 878,-3 5 935,-8 4-227,-2 1-1659,-6 6 1,0-3-1,-1 5 300,-4-1-244,4 4 1,-6-3 0,7 6 0,-1 0 0,-3 2-171,0 3 136,-1-3 1,7 4-1,1-6-129,1 0 0,8 1 1,-3-3-1,5-1-259,5-1 324,-3-7 0,11 8 0,-3-6 121,2-2 0,3-8 1,-2-4-1,-2-5 521,-1-5-397,-7 3 1,2-11 0,-8 3 111,-2-3 1,-5-1 0,0 0 0,-2 1 571,-2 3-695,-6 3 1,-2 7-1,-5 0-41,4 0 1,-4 6 0,4 3-1,-4 4-861,-1 1 538,-1 0 1,1 6-1,2 3-16,2 4 1,-3 6 0,6 0-1,-3-2-179,1-1 294,5-2 0,-2 1 0,6-1-48,0 0 0,2 0 0,2 0 0,6-1-375,3-3 628,7 2 1,2-10 0,7 2 22,-1-2 0,1-8 0,1-4 0,0-4 559,-2-5-415,4 3 0,-12-9 0,4 6 255,-5 2 0,-8 1 0,-3 2 1139,-2-1-749,-1 1-735,-5 6 1,-7 2-1,-2 6-724,-4 0-131,5 6 1,-3-2 65,7 5 1,-6 0-311,5 6 667,1-1 1,10-5-1,4-1 184,2-1 0,2 2 0,1-3 0,-3 2 848,-2 3-605,2-4 0,-4 5 1,5-2 366,-4 2 1,4-2 0,-5-1 395,0 2-574,-2 2 1,-1 1-106,0 0 1,1-4-1144,-1-1 573,3-5 0,6 2 105,0-6 1,5-2 0,0-2 0,-2-6-570,-1-3 980,-2-1 1,1-2-1,-3-1-96,-2-2 1,2 0-1,-4 5 242,0 0 742,-2 6-885,-6-5 0,0 13 262,0 0-314,-6 7 0,3 7 0,-5 0 26,2 0 1,1 0 0,5 1 0,0-1 94,0 0-270,0 0 1,2 0-238,2 1 0,-1-3 1,8-1-1,4-3-462,2-1 576,8-3 1,-4-4 0,4-1-53,-1-4 0,-2-4 1,3-10-1,-1-5-414,1-3 520,2-1 1,-5-7 0,-3-3 9,-3-3 0,-2-3 0,-1-1 0,-4 3 315,-4 5-111,3 6 0,-6 9 719,2 3 1,-4 9-378,-4 6-319,2 8 0,-6 4 0,5 8 219,-2 3 0,-1-2 1,3 7-1,-4 1 1359,-1 2-1443,5 2 0,-3-6 0,6 1-102,0 1 0,-5-3 0,0 0 0,2 1-171,2-1-185,7-5 1,-3 4 0,7-7 29,1 0 1,3-1 0,3-4-1,2-4-413,-1-4 456,4-1 1,-2-1-1,6-4 56,-3-4 1,-4-6 0,3-3 0,0-6-169,1-3 175,-6-8 1,4 4 0,-9-6-47,-2 3 0,1-1 0,-7 5 0,0 1 351,-3 7-257,-1 5 1,0 7 11,0 1 1,-1 6 0,-3 0 0,-2 6-739,-2 6 860,5 4 0,-8 3 0,5 1 155,-2 2 1,5 6 0,-2-3 0,2 2 744,-2 0-755,3-7 0,-4 8 1,6-6-123,0-1 1,0 2 0,0-1-1,0-1-226,0-3 105,6 0 0,-2-3 1,3-1-451,0-1 0,-1-7 118,-1 2 356,-4-4 729,6-1 97,-7 0-424,0-6 164,0 4-409,0-4-755,0 0-178,0 4 79,0-4 21,0 0 0,0 2 144,0-5 0,0 4 430,0-4 43,0-1 0,0 1 97,0-1 1,1 7 0,2-3-354,2-1 368,0 6 1,-3-5 323,2 6 0,-1 1 0,5 4 232,-1 4-470,4-2 0,-10 5 0,6-2-214,-1 2 1,-4-2 0,4-1-98,0 2-354,-4 2 0,6-3 61,-4-1 0,0-1 216,5 1 111,-6-2 1,10-7 36,-4 0 1,4-2 0,1-3 297,0-4-226,1 3 0,-6-5 1,1 4 74,1-1 1,0 4 0,0-4 0,-2 1 101,2 4-186,-4-5 63,5 7 5,-4-12 229,0 12 163,5-6-142,-12 7-290,6 0-78,-7 0-559,0 0 496,0 7 348,0 0 0,-5 3 1,0-1-12,2 2-109,1-4 0,2 5 0,0-2-145,0 2-24,0 3 1,0-6 32,0 1 1,0-6-114,0 6 897,0-7-465,0 3 1,0-7-307,0-4-86,0-3 0,5-6 1,1 0-94,2-1 1,-3 0-1,3-3 1,0-1-255,0 2 375,1 8 1,1-4 0,-1 5-190,2 0 0,2 2 0,1 6 215,0 0 130,0 0 0,-4 1 0,-1 4 165,3 5 0,-6-3 1,0 3-1,-1 1 220,0 2-373,-1 1 1,-4 0-295,0 0 1,5-4-295,0-1-316,0 1 612,-5-2 1,1-4 0,2-8 0,4-6-607,1-3 719,1-1 1,5 0 0,0 0-19,1 0 0,-1 4 0,0 2 210,0 2-83,1-5 1,-1 9 491,0-2 1,0 4 0,0 4 746,1 6-961,-1-4 0,-5 5 0,1-5-259,1 2 1,1-3 0,3 3-1,-1-2-213,0-3 74,0-1 0,1-2 1,0 0-48,4 0 0,-3-5 0,3-1 0,-3 0-39,-2-1 66,0-4 1,1 5-676,-1-3-254,-6-4 593,-2 11 0,-6-6-2543,0 4 1293,0 2 1330,0-4 0,2 6 0,1-2 365,1-3 0,14-21 0,-2-12 0</inkml:trace>
  <inkml:trace contextRef="#ctx0" brushRef="#br0" timeOffset="54">24547 9124 7957,'-8'0'-819,"2"-2"816,6-3 258,0 4 0,-7-5 70,-2 6-221,3 0 1,-2 0-19,3 0 0,-2 1 1,-8 2 15,1 2-92,0 6 0,0-8 0,0 5-10,0-2 0,-5 5 1,-1-3-1,0 1 18,0 1-46,-5-1 1,3 3 0,-6-1 69,-1-1-33,1-1 0,3 5 0,0 0 0,-1 0 1,1 0 33,-2 0-40,7 7 0,-7-9 1,4 5 38,-4 1-44,5-1 1,-4-8 0,4 0-1,-3 2 1,0 2-49,0 1 35,-5 0 0,10-5 0,-5-1-15,2-2-37,-1 5 1,-4-8 0,0 5 0,1 0-1,2 0-137,2 3 146,-7-5 1,5 7-1,-3-6-255,2 1 277,-1 5 0,-1-6 0,1 8 1,2-3-1,2-1 61,-2-2-68,5 1 1,-7 4 0,5 0 28,0 0 0,2 0 1,1 0-1,1-1 1,-1-3 0,-1 0-36,-4 1 52,4-5 0,-5 5 0,3-5-51,-5 2 53,9-5 1,-15 5-1,11-5 1,-1 3 0,-1 1-12,-1-1 82,5-2 0,-5 1 1,5 1-77,-2 2 81,4 2 0,-8 2 0,4-1 1,0-2-1,2 2 189,0 2-240,-2-5 0,0 4 0,2-2 66,-1 2-106,6-4 0,-6 3 0,9-5 0,1 0 1,1 2-36,0 0 66,3-5 1,-4 5-8,7-4 20,-1-2 1,-1 4 76,4-6-442,-4 0 160,12 0 171,-4-6 0,54-21 0,6-10 0</inkml:trace>
  <inkml:trace contextRef="#ctx0" brushRef="#br0" timeOffset="55">21215 10122 8294,'0'-8'4,"-6"-3"1,-2 5 0,-2-1 0,3 0-43,0-1 258,-4 5 0,10-5-4,-4 3-217,4 4 0,8-6 1,7 9-1,10 1 0,7 2 1,7-1-1,4 1-383,5 0 359,9 0 1,8-5 0,5 0 29,-4 0 1,2 4-1,-6 1 1,-3-2-11,-5-1 2,-4-2 0,-15 0 0,-6 0 23,-8 0-15,-10 0 1,1-2 112,-7-3 58,1 4 1,-6-5 195,-4 6-47,3 0 1,-5 0 173,2 0-302,3 0-30,-4 0-185,6 0 0,0 1 0,0 4 2,0 4 77,0 4 0,-5 1 1,1 1 165,1 4-184,1-3 0,2 10 0,0-2 0,0 2 0,0 2 163,0 0-103,0 1 1,-5-1 0,1-2-61,0-2 0,3 2 1,1-2-1,0 1-288,0-2 146,0 4 0,0-12 1,0 6-304,0-1 324,0-5 1,-2 6-1,-1-7-226,-1 0-306,-1-6 211,5-2 273,0-6 0,0-2 0,-2-2 0,-1-6-1159,-2-2 127,-5-2 1158,2 0 0,-7-20 0,-3-9 0,-1-3 0,0 0 0</inkml:trace>
  <inkml:trace contextRef="#ctx0" brushRef="#br0" timeOffset="56">21285 10122 8294,'-6'-14'-138,"4"0"1,-2 0 218,2-1 0,2 6 203,0 0 48,0 6 0,0-2 368,0 10-514,0-4 1,0 13 0,-2-1-98,-2 4 1,2 3 0,-4-1 0,1 4 300,1 4-346,-7 1 0,8-5 0,-7 1 265,-1 1-376,5 1 1,-7 4 0,6 1 0,-3 2 0,2-3-251,2-5 242,-5 1 1,10-5 0,-4 2 5,3-4 1,-2-4 0,-1 0 0,4-3-52,4-3 117,4 4 1,9-12 0,3 4-7,4-3 1,10-2 0,6 0 0,6 0 239,7 0-226,3 0 0,1 0 1,0 0 9,0 0 1,4-5 0,-4 0 0,-8 2-24,-7 2 4,-7 1 0,-6 0 0,1 0-21,-1 0 1,-6 0-1,-4 0 5,-2 0-91,-2 0-205,0 6 174,-6-5 73,-2 6 72,-6-7 1,-1 0-1,-4 0-41,-4 0-170,-4 0 0,-1 0 1,0 0-1263,0 0 1470,0 0 0,-19 0 0,-5 0 0</inkml:trace>
  <inkml:trace contextRef="#ctx0" brushRef="#br0" timeOffset="57">21243 10628 8317,'0'-10'87,"0"1"294,0 0-244,0 1 0,-2 2 1,-1 7-1,-3 4 1,-2 4-1,-4 4 711,-6 1-816,3 0 0,-7 5 0,3 1 0,-3 2 0,-1 3-49,0 1 74,-1 2 0,-2 1 0,1-3-235,1-2 189,7 2 0,-10-6 1,5 4-1,1-5 1,2-4-59,3-1-84,2 0 1,-5 0-233,1 0 1,-1-1-230,5-4 358,6-2-2,2-7 1,17-2 0,6-1-1,6-3-723,7-2 487,8-2 472,4-4 0,26-9 0,14-5 0,-22 7 0,0 1 0,1 0 0</inkml:trace>
  <inkml:trace contextRef="#ctx0" brushRef="#br0" timeOffset="58">21890 10768 8257,'7'-14'-74,"6"0"1,-5 0-621,0 0 791,4 0 1,-10 5 2177,2-1-1270,-2 7-952,-2-3 0,-2 6 63,-2 0 0,0 6 1,-5 4-1,-2 2 506,-1 2-597,-2 6 0,0-4 0,0 4-33,-1 1 1,1-4-1,-1 5 1,-1 0-195,2-1 62,-3-3 1,9 3 0,-6-3-60,0 0 1,1 6-1,3-5 1,0-4-240,-1-4 318,5 2 0,-5-6 0,5 6 37,-2-4 1,-1-2 0,-5-7 0,-2 0-289,-3 0 266,-3 0 1,-12 0 0,-5 0-174,-6 0 0,-5 0 1,-8 0-1,-2 0-381,0 0 630,-1 0 1,4 0 0,3 0 133,2 0 0,5 1 0,11 2 124,8 2-33,13 0 0,8-4 53,7 4 0,2-4 0,3 4 0,4-3 901,3-2-930,3 0 0,5 0 0,5 0-51,6 0 0,0 0 1,8 0-1,4 0-57,2 0-22,2-7 0,-7 6 1,-1-4-72,-1 4 0,-4 1 1,1 0-1,-7 0-339,-2 0-13,-12 0 0,5 0-144,-10 0 0,-4 0 1,-5 0-995,-8 0 402,2 0 1069,-6 0 0,-46 0 0,-19 0 0</inkml:trace>
  <inkml:trace contextRef="#ctx0" brushRef="#br0" timeOffset="59">23417 15780 8236,'-8'-6'0,"-3"3"-146,6-7 1,-4 6 0,4-6 0,0 1 135,-1 1-2,5 1 0,-6 1 449,7-3-232,0 2 445,0 1 136,0 0-402,0 4 839,0-4-456,0 6-216,0 0-770,7 0 205,0 0 1,9 0 0,3 0 111,5 0-28,3 0 1,3-5 0,3 0 0,6 0 0,6 1 315,2-1-330,0 0 0,1 4 0,-2-2-43,-5-2 35,-5 0 0,-12 5 0,-2 0 61,-2 0 244,-7 0-238,-7 0 314,-6 0-13,-6 0 70,-2 0 68,0 0-537,2 0-171,6 0 239,0 0 515,0 6-503,0-4 0,0 11 0,0-4 0,0 4 0,0 3 376,0 2-290,0-2 0,0 11 1,0-3 440,0 3-558,0 1 0,0 5 0,0 2 0,0 1 1,0 2 238,0-1-316,0 4 1,0-11-1,0 3 38,0-3-47,0 5 0,0-10 1,0 3-1,1-2 0,3-4-47,0-3-531,1-4 1,-5-5 17,0-1-983,0-5 0,0 0-1048,0-8 1767,0 2 1,0-11 0,0 4-1546,0-4 1884,0-1 505,-6 0 0,-21-32 0,-11-8 0</inkml:trace>
  <inkml:trace contextRef="#ctx0" brushRef="#br0" timeOffset="60">23474 15723 8273,'-14'-8'260,"4"-3"1,2 5 0,0 0 260,1-1 1,2 3 0,-3 5 204,2 4 0,1 3 0,5 6 590,0 0-1004,0 1 1,0 4 0,0-1 40,0 0 0,0-1-121,0 2 0,-5-1 0,0 4 0,2 0 335,2 0-413,1 2 0,-5 4 1,-1 2-1,-1 2 1,-1 1 613,0-2-766,5-1 0,-8-1 0,6-1-242,2 1 194,-5-7 0,7-2 0,-4-5 0,4-1 0,2 0-268,4 0 260,3 0 0,12-6 1,4-3 62,3-3-70,8-2 0,1 0 1,8 0-1,2 0 1,1-2 101,-1-3 4,-2 4 1,-1-7 0,-2 5 36,-3-2-49,-10 0 1,-2 0 35,-7 1-104,-7-1 1,-7 0-336,-10 1-18,4-1 1,-10 3-1,4-1 1,0-2 0,-5 2-4041,0 2 3742,-2-6 1,4 6 0,1-6-1353,-2 1 1627,-2 4 1,-1-9 410,0 7 0,-20-39 0,-4-4 0</inkml:trace>
  <inkml:trace contextRef="#ctx0" brushRef="#br0" timeOffset="61">23474 15794 8273,'0'-14'0,"0"0"0,0 0 1225,-6 0 0,6 6 0,0 3 892,8 3-1687,4 9 0,2 1 0,1 6 60,-1 0 1,2 7 0,1 2 0,2 4 569,-2 2-916,5-1 0,-1 0 0,3 1 364,-5-1-466,3 1 0,-5-1 0,5 1 0,0-3 0,-1-2-162,-1-5-283,-1-3 1,-4-2-790,-1 0 168,-6-6 0,0-1 1,-5-9-1,2-3-2630,-2-4 3195,-2-4 1,-1-3 0,0-3 458,0-4 0,-2-29 0,-2-12 0,0-5 0,0-1 0</inkml:trace>
  <inkml:trace contextRef="#ctx0" brushRef="#br0" timeOffset="62">23886 15723 8273,'0'-14'198,"2"-5"1,1 0 1318,2 2-949,-1 1 0,-4 7 293,0-1 1,-6 7-1,-3-2 878,-4 4-1263,-1 13 1,-5-1-1,-2 13 761,-1 1-981,-1 2 1,-6 8 0,2 1 0,0 2 0,1 0 89,-5 2-230,0 1 1,2-3-1,1-2-100,0-1-350,-1 4 1,7-10 0,3 1 0,3-8 0,4-5-3034,2-4 1945,4-2 0,7-3-2214,4-4 2762,3-2 874,13-2 0,39-32 0,-22 13 0,-1-1 0</inkml:trace>
  <inkml:trace contextRef="#ctx0" brushRef="#br0" timeOffset="63">24512 15937 8291,'0'-8'1602,"1"-3"0,3 4 249,0-1-1677,1 5 1,1-3 0,4 6 0,2 0 0,4 0-1,3 0 1,5 0 244,3 0 1,12 0 0,6 2 0,5 1 322,9 1-560,4 7 0,9-7 0,4 4-88,-36-5 0,1 0 0,1 0 1,-1-1-1,1-2 0,0 0 1,-1 0-1,0 0-626,40 0 555,0 0 0,-7 0 1,-5 0 345,-4 0-273,3 0 0,-10 0 1,1 0-1,-9-2 0,-9-1-118,-4-2 120,-4-6 0,-9 9-256,-1-2 0,-7 1-199,-2-2-259,-6 3 0,-9-4 75,-4 6 382,3 0 0,-5 0 1,2 0-1,-5 2-2748,-2 2 2394,-3-2 0,6 6 1,-1-5 512,-1 2 0,24 12 0,4-1 0</inkml:trace>
  <inkml:trace contextRef="#ctx0" brushRef="#br0" timeOffset="64">26559 15666 8333,'5'-14'219,"0"0"0,-1 1 504,3 4 1,-4-4-1,6 4 391,2-4-412,-4 5 1,1 0 782,-4 4-1050,4 2 0,2-6-134,-1 3 1,-4 4-1,4-4 123,3 4-386,0 1 0,2 0 1,-1-2 400,-4-3-375,4 4 1,-5-6 0,6 7 0,0 0 142,1 0-116,-7 0 0,4-4-197,-2-1 130,2 0 1,-2 5 164,-1 0 1,1 0-151,4 0 3,-6 0 1,3 2-1,-6 2 0,1-2 1,-3 4 69,2 1-13,0-6 0,-5 7 0,1-5 98,4 2 0,-3 1-10,2-1 271,-2-3-208,-2 10 1,1-10 0,3 4 323,0 1-10,1-6 289,-5 5-887,0-6-774,0 0 734,0 7 79,0 1 1,0 6 192,0 0-107,0 7 0,0-4 0,0 7 0,-2 1 0,-1 3 566,-1 6-667,-1-4 1,3 11 0,-1-3 34,-2 3 1,-4-3 0,4-2 0,2 0-39,1 1-14,2-6 1,-4 2 0,-1-9-493,2-5-1157,1-3 28,2-2 1046,0-6 0,0-3 0,0-10-509,0-5-86,0-2 0,-1-4 1,-3-1-1,0-4 0,-1-1 1197,-1-3 0,-11-11 0,-6-6 0,-4-4 0,0 1 0</inkml:trace>
  <inkml:trace contextRef="#ctx0" brushRef="#br0" timeOffset="65">26431 15666 8410,'0'-14'1139,"0"6"1454,0-4-347,0 4-280,0 0-1554,0 2 1,0 7-27,0 4 1,0 3 0,0 8 0,0 3 709,0 4-950,0 10 1,-5-1-1,1 4 95,1-1-179,-5 5 0,5-6 0,-7 6 0,1-2 1,-1 0-267,1-2 148,-1-1 1,1-7 0,1-1-125,1-3 0,3-4 0,4-5-647,0-1 695,0-6 0,6-2 0,5-6 70,6 0 0,1 0 1,6-2-1,2-1 263,6-2-156,-2-6 0,9 5 0,-4-5 37,2 2 0,-6 1 0,4-3 0,-2 3 8,0 1 16,0 3 1,-6 2-1,-1-1-133,-3-2 0,-5 0 57,1 5-1921,-10 0 556,-3 0 1,-7 0 0,-4 2-645,-4 3 1510,-10-4 1,1 6-1,-5-7-1986,-3 0 2067,6 0 0,-6-7 0,6-2 388,-2-4 0,-4-15 0,-3-9 0,-5-1 0,0-1 0</inkml:trace>
  <inkml:trace contextRef="#ctx0" brushRef="#br0" timeOffset="66">26445 15794 8260,'-14'-22'-299,"-5"-3"1,2 6 99,4 2 3272,-1 1-1451,12 8 1,-2 2 887,8 6-2063,11 6 0,2 4 0,5 7 112,-1 2 1,4 6 0,-3-1 0,2 3 269,-1 1-726,1-6 0,0 5 1,0-3-198,1 3 0,-3-4 0,0-1 0,-1-1-1101,-4-4 228,-1 5 1,-2-6-1202,0 3 1,-4-9 170,-1-6 1508,-6-2 1,8-10 0,-6-5-156,-2-4 0,-1-13 0,-1 0 1,3-5 643,0-4 0,1-2 0,0 3 0,1 1-245,2 3 0,-5 2 1,2 8 2469,-3 6-1307,4 2-94,-5 8 0,-1 3 0,-9 10 0,-5 6 2013,-5 6-2338,-3-1 1,-7 11-1,1-5 379,-1 0 1,-4 5 0,-2-3 0,1 3 659,-1 1-1525,2-6 1,4 5 0,1-5-256,-1 0 1,3 3-1,2-6 1,5-1-388,3-2-827,8-9-2893,2 6-583,6-11 3546,6 4 1386,2-12 0,25-28 0,5-11 0</inkml:trace>
  <inkml:trace contextRef="#ctx0" brushRef="#br0" timeOffset="67">25123 15752 8026,'0'14'-362,"0"0"1,0 0 0,0 1 0,0-1 0,2 2 0,3 1 238,4 2 123,4 0 0,-4-5 0,1 0 0,1 1 0,1-1 0,2-6 0,1-2 0</inkml:trace>
  <inkml:trace contextRef="#ctx0" brushRef="#br0" timeOffset="68">25109 15666 8026,'0'15'-609,"0"-4"1,0 1-465,0 4 1073,0 2 0,0-4 0,0 0 0,2 0 0,1 0 0,3 1 0,2-1 0,33 0 0,13 0 0</inkml:trace>
  <inkml:trace contextRef="#ctx0" brushRef="#br0" timeOffset="69">25166 15738 8026,'5'9'-782,"1"1"0,0 1 129,1 1 652,-3-4 0,-2 5 1,3-4 0,-10 17 0,3 4 0</inkml:trace>
  <inkml:trace contextRef="#ctx0" brushRef="#br0" timeOffset="70">28749 3810 7985,'14'0'-487,"-5"-5"1,1 1 0,-1-1 1073,-1-2 0,-1 4 473,-7-6 190,0 6-477,0-4-991,0 7 627,0 0-62,0 7-218,0-6 0,0 12 148,0-4-234,-7 4 0,6-4 1,-4 1-1,3 1 1,2 2 268,0 1-390,0-6 1,-4 4 108,-1-2 1,0 3 0,4-1-42,-4-2 111,3-4 458,-4 0-860,6-4 322,0 4 1,0-7-140,0-4 1,0 2 0,0-7-263,0-1 329,0 5 0,0-7-105,0 4 0,0 1-80,0-2 263,0 1 1,0-1-131,0 1-103,0 6 0,0-5-423,0 3 141,0 4 80,0-6 391,0 7 3295,0 0-3333,-6 0 90,4 0 1,-6 0 0,3 0 0,-3 2-1,-1 3 1,0 2 0,-1 3 0,1-1 503,-1 2-510,1 8 0,-6-1 0,1 4 1,2 0-1,0 0 0,5 3 1,-1 1-80,0-3-8,5 4 0,-4-9 0,7 4-27,0-2 0,2-1 0,1-5 0,3-1-135,2-3 160,2-4 1,9-1-1,0-1-31,-2-1 69,-1-1 0,-2-7 0,0-1 0,0-2 0,1-3 68,-1-2-2,0-1 0,-4 0 0,-1 0 128,2 0-65,-5-1 1,1 6 0,-7-1 0,1 1 245,4 1-285,-3 2-17,4 6 65,-6 0 1,0 6 0,-2 3 0,-1 4 0,-1 1 361,0 1-405,3-1 1,-4 0 0,0 0-421,2 0 186,2 1 0,1-1 0,1-2 0,4 0 0,4-5-477,4 0 503,8 4 0,-1-10 0,5 4-297,-1-3 395,0-9 1,4 4-1,-1-8 1,-2-3 0,-3-5-9,-1-3 127,4 5 0,-14-10 1,2 3 291,-5-3-286,-3-1 0,-5 4 0,-2 2 1,-4 1-1,-9 6-30,-7 3-47,-4 6 1,-5 6 0,0 0-65,-2 0 20,0 6 1,3 7-1,0 6 1,1-2 0,7-1-252,5-2 207,2 7 0,7-5 0,4 3-604,2-3 561,2-2 1,6-5 0,6-1-1,6-2 1,9-2-323,5-3 251,7-1 1,-7-1 0,4-4 157,-1-5 82,5-2 0,-10-1 1,3 2-1,-5 2 1,-2-2 553,-3-2-101,-5 5 1,2-3-49,-6 6-5,1 0 0,-8 7 0,-2 3 715,-3 4-957,-2 10 1,0-3 0,0 3 472,0-3-680,0-2 0,0 0 0,0 0 0,0 1 0,0-1-745,0 0 534,0-6 0,-2 3-977,-3-6 842,4-1 1,-4-5-473,10-4 603,3-3 0,6-6 0,0-2 285,0-3 5,1 4 0,-1-8 0,0 6 0,0 0 0,1 2 248,-1 4-65,0 2 0,0 1 0,0 3 184,1 4-288,-1 1 0,-5 1 0,1 4 0,-1 4 0,1 4 817,-1 1-876,-6 7 0,5-5 0,-5 3 279,2-4-591,0 0 0,-4-1 0,3 0 0,2 0-1109,2 0 1091,1-6 1,1-1 0,-1-7-1189,2 0 1088,2 0 0,1-2 1,0-3-1,-1-4 0,0-5-1133,1-5 1212,-3-3 0,8-7 0,-8 1-343,-2-1 485,1-5 1,-1 4-1,-1-5 1,-1 2 0,-4 1-495,-2 5 818,-1 5 1,0 8 0,0 0 380,0-1-280,0 8 0,0 2 0,-1 8 0,-2 3 908,-2 2-471,0 2 1,4 10 0,-3 2 386,0 0-698,-1 5 1,0-5 0,0 5 0,2-1 0,2-3 915,1 2-1234,-7-4 0,6 6 0,-4-5-67,4 0 1,1-1-1,0-7 1,0 2-243,0 3-1785,0-10 1317,0 10-871,0-17 1,0 2-792,0-8 1872,0-4 0,0-11 0,0-2-666,0-1 993,0-2 0,-5-4 0,-2 1 1,0 2-1,-3 3 137,2 1 57,-4 2 1,8 10 0,-4-1 1075,2-1 150,-5 5 765,10 0-1767,7 6 0,3 1 1,12 4 140,-1 4-351,-4-2 0,11 1 1,-5-5-1,2 2 0,-2-2 224,-1-2-372,-3 6-1,1-6 1,0 4 168,-1-4 1,-7 1 0,-2 1 521,2 2-314,2 0 1,-5 1 130,-3 3 1,-4 4 0,-1 1 679,0 1-900,0-1 1,-1 0 0,-3 0-66,0 0 0,-6 1 0,6-1 0,-1 0-88,-2 0-283,6-6 1,-5 5-242,6-4 0,-2-1-59,-3 2 749,4-7-195,-6 3 1,7-14-1,2-4-45,3-6-137,-4-1 1,12-1 0,-4-4-21,4-3 1,1 4 0,2-1-1,1 0-453,2 2 406,0 1 1,0 7 0,0 0-419,-1 0 250,-3 6 1,4 2-1,0 6 1,-1 0 0,-4 1-1541,-5 4 139,4 3 1774,-11 6 0,4 26 0,-6 5 0</inkml:trace>
  <inkml:trace contextRef="#ctx0" brushRef="#br0" timeOffset="71">30384 4094 8125,'8'-14'532,"-2"5"1088,-6-1-1106,0 7 1,0-10 618,0 4-734,0 3 1,-6-1 0,-4 7 351,-2 0-709,4 7 0,-5 0 1,5 8-1,-1-1 1,-1 0 346,-1 0-402,5 1 1,-1-1 0,7 0-128,0 0 0,0 0 0,0 1 0,0-1-509,0 0 415,7 0 1,1-4-1,6-2 67,0-2 1,2-1-1,1-5 1,4 0 244,1 0-110,-5-7 1,4-1 0,-7-7 63,0-4 0,0 1 1,-1-5-1,-2-1 1,-1 2-27,-7-5 0,2 11 0,-9-3 20,0 3 0,-7 4 1,0 2-1,-5 6 0,-3 2-30,0 2 0,0 2 0,0 1 2,2 2 0,5 6 1,5-2-1,-1 4 3,0 1 68,5 6 1,-4-9 0,9 4-42,3-3 0,3 1 0,6 0 1,0-2-155,0-2 44,7-6 1,1 4 0,6-7-27,1 0 1,-6 0 0,1-2 0,1-3 47,2-4 26,2-4 1,-1-7 0,1-2-20,-1-1 1,-4-5-1,-2 1 1,-2-6-111,-2-3 134,-2-2 1,-9 1 0,-2 4-33,-3 3 321,-2 8 1,0 2 191,0 5-438,-7 7 0,4 4 0,-6 8 59,-2 6 4,4 3 1,-5 2-1,4 3 1,-2 2-1,2 2 1053,2 4-799,1-6 0,1 7 1,-3-3 166,-1 3 0,5-1 1,-1 0-1,2-3 169,2 3-565,0-6 1,0 7 0,0-5-180,0 0 1,6-1 0,4-9 0,2 0-502,3-3 456,-1-6 0,6 3 0,3-6-114,-1 0 1,4-3 0,-3-5 0,0-6-433,1-2 534,0-6 0,-1 0 0,1-8 18,1-3 1,-3 1 0,1-4 0,-3 0-180,-2-1 238,-3 0 0,-2 2 1,-4 5 43,-4 4 1,-3 9 260,-2-2-215,0 10 0,-7 4 0,-2 10 2,-4 4 1,-1 5-1,0 4 1,0 2 934,-1 2-689,1 2 0,-5 5 0,0-1 310,2 0 1,6 1-1,3-1 1,0-1 738,0-3-1369,5 3 1,-3-7-1,6 5 4,0-1 1,6-6 0,5 0 0,6-3-50,7-6-419,3 4 1,-2-12-1,2 4 166,3-3 0,2-4 0,-2-3 0,1-6-742,3-6 942,-1 1 1,-5-11-1,1 4-17,-1-4 1,-3-6 0,-4 1 0,-7 4 90,-1 2 10,-1 3 1,-4 5 269,-3 4 0,-10 9 109,-4 1-265,-4 2 0,-1 8 0,0 4 99,-1 2 0,3 3 1,1 0-1,3 3 284,2 1-92,-6 0 0,11-4 0,-4 3 261,4 1-426,-6 0 1,6-5 0,-4 0-1,3 2 40,2 3-204,7-3 0,-6 4-171,4-6 142,3-6 1,-7 0 0,6-5 680,-1 2-628,-4 0 0,4-7 1,-6-2 83,0-6 0,0-3 1,2-1-1,1 0-774,1 0 423,8-7 0,-11 4 0,5-5-80,1 1 1,-1-2 0,4 4 0,-4 1-260,0 2 277,2 2 1,2 0-13,-1 0 0,1 1 0,4 2-33,0 2 312,0 5 1,-4-2 0,-1 6 166,2 0-41,-4 0 1,5 0 0,-2 2 0,2 1 155,2 2-312,-6 6 165,5-10-915,-11 12 0,4-10-1368,-6 7 1452,0-7 1,-2 3-1,-1-4-898,-2 2 0,-6 0 1609,2 5 0,-23 0 0,-6 6 0</inkml:trace>
  <inkml:trace contextRef="#ctx0" brushRef="#br0" timeOffset="72">31521 4052 7822,'-8'0'-24,"0"0"727,4 0-443,2 0 0,-6 0 1000,3 0-145,4 0 251,-5 0 652,6 0-1686,0 0 1,4 1-1,3 2 41,0 2-327,-3 0 1,8-5 373,-2 0-460,2 0 0,-2-5 0,-2-1 0,0 0 0,-2-2-311,0 0 4,5-2 1,-9 1 67,3-1 54,-4 1 0,-1-1 0,-1 2-351,-4 2 489,3 1 0,-10 5 0,2 2 45,-2 3 0,-3 3 1,1 6-1,0 0 444,0 0-191,0 7 0,4-5 0,2 4 42,2 1-165,-5-6 0,9 6 0,-3-7 1,5 0-1,4 1 351,0-1-435,7 0 1,2-4-1,6-3 106,-2 0-201,5-3 0,-4-4 1,6 0-1,-1-1 1,1-2-371,0-2 452,-7-6 1,5 1-1,-4-7-29,0-2 65,1 0 0,-4 0 0,-3 0 1,-1 2-1,-3 1 348,-1 2-139,-3 6 75,-4-5-297,0 12 0,-1-4 1,-2 10 85,-2 4 232,-6 10 0,8-3 1,-5 3 146,1-3-186,3-2 1,2 2-1,-1 1 1,-2 2 348,2-2-629,1-1 1,2-6-84,0-1-332,0 1 405,0-2-106,0-8 0,2-10-693,3-9 652,-4 3 0,12-10 0,-4 3 0,6 0 0,2 1-448,2 1 476,0-4 0,0 9 1,1-1 165,3 6-33,-6-2 0,10 11 1,-3-2-1,1 2 0,-2 2 410,-4 0-359,-3 0 1,3 2-616,0 2-826,0-2 0,-9 9 1373,-1-6 0,-25 6 0,-1-3 0</inkml:trace>
  <inkml:trace contextRef="#ctx0" brushRef="#br0" timeOffset="73">28919 2829 7953,'0'-8'457,"0"-4"1,0 2 0,0-3 1621,0-1-1831,-6 6 1,3-3 0,-7 7 0,-1 2 0,-1 4-50,-3 2 1,1 9-1,0 0 1,0 5 343,0 5-478,-1 0 0,-2 6 0,0-1 18,-1 1 1,10 4-1,-4 0 1,2-1 69,2-2-149,5-2 0,-3 0 0,6-1-105,0-3 85,0 3 0,1-11 1,4 3-1,3-4 1,2-2-4,-1-4-401,0 4 1,6-11 14,-1 2-130,0-2 1,0-2-1,1 0 1,-1 0 0,0 0-2519,0 0 2426,0-6 627,1-2 0,12-38 0,3-8 0</inkml:trace>
  <inkml:trace contextRef="#ctx0" brushRef="#br0" timeOffset="74">29232 2929 8589,'-8'-8'2082,"0"-3"-1117,4 6-546,-4-6 1,-7 9 0,1-2 961,0 2-929,0 2 1,0 0-457,-1 0 0,3 2 0,1 2-479,1 6 484,7 2 0,-3 3 1,6-1-118,0 0 1,0 0 0,1 2-497,4 3 453,3 3 1,6-5 0,0-2-17,1-3 1,-1 1-1,0 1-54,0 0 435,-6 1 1,3-6-97,-6 1 1,0-6-1,-7 4 1,-4-1 204,-8-4-313,-1 5 0,-10-7 0,5 4 2,-3-4 1,1-1 0,-3-1 0,3-2-130,1-2 119,2 0 0,10 4-240,-1-4 0,6 3-292,-6-2 462,7 2 1,-2 2 0,10 0 127,5 0 1,-3 0 0,3 0-1,1 0 191,2 0-302,7 0 1,-4 2 0,5 1-302,-1 2 1,-3-1 0,6-4 0,-1 0-642,0 0 594,-5 0 0,10-1 1,-5-2 101,0-2 1,4-6 0,-6 1 0,1-2-333,-1-3 726,-1 1 1,-6-5-1,-2 0 312,-2 2 0,-6 1 0,2 2 0,-3 0 1630,-2-1-1561,0 8 1,0-1 143,0 3 0,-2 3 0,-1-1-421,-2 6 3,1-1 0,4 11 0,0-2 92,0 6 0,-5 0 1,0 7-1,2 1 596,1 2-803,2 2 1,0-6 0,0 1 0,0 1 0,0 2 0,0 2 0,-1-3 128,-4-2-688,3-3 1,-4-2 164,6 0 1,0 0-378,0-5 538,0-6 0,0-4 0,0-8-63,0-6 0,0-4 0,0-5 0,0-5-471,0-3 613,0-1 0,0-5 0,0-2-7,0-1 0,2 3 0,1-4 0,3 2-131,2 4 216,-5 1 0,10 8 1,-4 3 28,4 3 0,3 8 0,1 3 0,4 4 32,1 1 136,-5 6 0,4 4 0,-7 7-98,0 2 1,-4 0 0,-2-5 0,-2 0 55,-3 1-144,-1-1 0,-4 0-17,-3 0 1,-3-1-1,-6-2 1,0-3 124,0-2-183,-1-1 0,-3 0 1,-1-1-266,1-1 1,-2-1 0,1-2 57,1 0 50,9 0-134,-4 0 1,13 0-162,0 0 600,7-6 0,13 4 1,4-4-81,3 0 1,1 2 0,0-5 0,1-1-55,-1 2-20,1-4 1,-1 4 0,1-6 51,-1 0 0,-4-1 0,-2 1 0,-2 0 105,-2 0-75,-9-1 1,2 6-1,-6-1 336,-2-1 1,-1 4 188,-2-3-446,-6 7 1,2-3 0,-5 7-26,-2 4 1,-2 3 0,-1 6 0,1 0 360,4 0-367,-4 7 1,7-5 0,-5 3-36,1-3 1,7-2-1,-2 0 1,4 0 34,1 0-174,0 1 0,1-6 0,4-1-91,5-2 0,7-1 1,4-5-1,1 0-524,3 0 412,2 0 1,1-5 0,1-1 112,-1-2 1,1-6 0,-3-5 0,-2 2 272,-5 1-48,-3-5 0,1 5 0,-1-3 256,-3 4 1,-2 2 0,1 2 400,-2 1-231,-4 7-116,-6-3 0,2 12 106,3 4-323,-4 2 1,5-2-166,-6-1 1,0-4-116,0 5-61,0-7 0,0 5 1,-1-5 136,-4 2 1,2-1-1,-7-4 286,-1 0-43,-1 0 0,2 0-54,1 0 0,-1 0 274,-4 0-248,6 0 1,0 0 301,4 0-249,-4 0-12,0 0 1,0 0 370,3 0-254,4 0-83,-6 0 0,6 0-85,-4 0 1,3 2 0,-2 3-84,2 4-60,2-3 0,0 7-256,0-3 1,0-3-1,2 3-686,2 1 787,4-5 0,6 5 0,1-6-74,-1-2 1,2-1-1,1-2 1,4 0-575,1 0 685,1 0 0,1-5 0,0-1 33,1-2 1,-3-2 0,0-5 0,-1-3 263,-4-1 83,-1 0 1,-3 5 0,-2 0 489,-2 0-174,-6-1-366,4 8 0,-9 0 108,-3 7 1,4 7 0,-6 2 0,3 4 739,-1 1-846,-6 6 1,9-4 0,-2 3-184,2-3-45,2-2 1,0 0-1,0 1 1,2-1-221,2 0-300,4-6 1,6 3-1,1-6-891,-1-2 1186,6-2 1,-2-2-1,4-4 1,0-4-1,-1-4-531,-1-1 922,-1 0 1,0-2 0,0-2-18,-2-1 1,1 1 0,-2 3 0,-1 3 263,-2 2-125,-2-2 0,3 10 44,0-3 0,-4 4 0,-1 1 225,2 0-391,2 6 1,-3 0 0,-3 5-122,0-1 1,4-5 0,-2 2-538,4 0 453,1-2 0,-1-4 0,-2 2-196,-2 2 1,1 0-34,4-5 478,-6 0 0,-2-2 768,-6-3-486,0 4-375,0-12 1,-6 12-1,-4-4 3,-2 3 1,-2 2 0,-1 0 0,1 0-168,0 0 47,-7 0 0,6 5 1,-4 1-158,3 2 1,3-3-1,2 4 1,2 1-766,-2-2 765,4 4 0,-4-8 0,7 5-424,0 2 0,3-3-132,1 2 675,6-7 0,2 8 1,6-6-17,0-2 0,1-2 1,-1-2-1,0-2 362,0-2 140,1 0 1,-6 0 158,1 1 0,-1-6 293,5 5-877,-6 1 1,0-1 391,-3 0 1,-2 0 214,6 5-533,-5 7 1,3-6 0,-2 4-114,5-3 0,2 2 1,3 1-1,-1-2-570,0-1 522,0-2 1,2 0-1,1 0 18,2 0 1,5-2 0,-5-2 0,0-6-103,1-3 145,-4-1 1,3-2-1,-8-1-32,-1-2 0,-2-6 1,1 0-1,-4-6-88,-4-2 42,-1-6 0,0 7 0,0-3 164,0 5 1,-1 2-1,-4 14 12,-4 6-91,-4 5 1,-3 9 0,0 5 219,2 7 0,-3 10 1,7 10-1,-2 1 1288,-3-1-1205,1 3 1,6-6 0,4 3 122,2-5 1,2-3 0,0-1 0,2-3-511,2-2-219,4-3 1,11-9 0,2-2-47,1-5 0,2 1 1,4-3-1,0-5-770,1-5 160,-7-6 1,5-6 0,-5-2 991,0-1 0,-12-19 0,-6-11 0,-1-6 0,1 1 0</inkml:trace>
  <inkml:trace contextRef="#ctx0" brushRef="#br0" timeOffset="75">31621 2943 7962,'8'-14'875,"3"-1"0,-5 3 1,0 1 1129,1 1-1649,-3 7 1,-4-2 0,0 10-1,0 5 1,0 4 0,-1 3 0,-2 4 1271,-2 1-1447,0 1 1,4 0-1,-3-3 1,0-1-1,0 0-301,3-2 0,1-1 0,0-2 0,-2-1-786,-2-3-262,2 2 1,-4-9 515,6 7 0,0-9 1,0-1-567,0-8 922,0-4 0,0-9 0,0-1 379,0 0 19,0-5 1,0 5-1,0-5 1,0 4-1,0 4 999,0 3-632,0 2 0,1 1 11,4 3-204,-3 4 1,10 8 0,-2 4 0,2 7-1,3 4 986,-1 0-1070,0 6 0,5-8 1,0 6 227,-2-1-509,-1-10 0,-2 9 1,1-11-1,-1 1 1,0-1-458,0-2 500,0-1 1,-1-6 0,-2-4-31,-1-5 55,-7-2 1,8-7-1,-6-2 1,-2-2-1,-2-6-351,-1-2 360,0-3 1,0 8 0,0 0-420,0 3-623,-6 5 1,3-1-1396,-7 10 1716,7 15 1,-3 5-1,6 13-293,0 1 733,0 2 0,0 0 293,0-4 0,0 23 0,0 0 0</inkml:trace>
  <inkml:trace contextRef="#ctx0" brushRef="#br0" timeOffset="76">31933 3071 8030,'-7'0'3365,"-4"-2"-1909,6-3-851,0 4 1,3-5 1143,-2 6-1555,2 0-295,-4 0-617,6 6 571,6 2 0,-3 0 0,7-2 0,1-1 0,1-1-1546,3 0 1262,-1-3 1,5-1 0,0 0-635,-2 0 949,-1 0 1,3-5 0,0-1 0,-2 0-1,-1-2-77,-2 0 513,7-1 0,-10-1 0,3 2 231,-1 2-291,-1 1 0,-2 0 1,-1-1 607,2-2-176,-4 5-268,-1-3 93,-6 6 1136,0 0-1741,-6 0 24,4 0 0,-10 4-342,2 1 340,-3 6 1,-1-8 0,0 7 0,1 1 0,2 2-200,2 1 117,-1 0 1,1 0 0,1 0-189,2 1 274,1-1 0,5-5 0,0 1 0,0 1 0,1 1-226,4 3 47,3-7 0,8-2 0,1-6-136,2 0 336,7 0 1,-9 0 0,5-2 0,0-2 0,-1-6 585,-1-3-369,-1-7 1,-9 4 0,-2-4 329,-2-1-421,-1 5 0,-5-6 0,0 5 0,0-2 1,-2 3 124,-3 5-189,-3-2 0,-6 12 0,0-4-578,0 3 419,-1 2 1,1 2 0,0 3 0,1 4-1,2 4-770,2 1 812,6 0 0,-8 1 0,6-1-255,2 0 228,1 0 0,7-4 0,3-2 1,3-2-1,6-1-452,4 1 406,2-4 1,6 2 0,-1-7 161,1-2 1,-1-6 0,-1 3-1,-2-1 646,-1-1-495,0 7 0,-2-8 0,-3 5 446,-3-2-363,-2 5 1,0-3 124,0 6-32,-6 0-65,-1 0-234,-7 6 0,-2-5 351,-3 4-216,4-3 0,-7-2 27,3 0-132,3 0 0,-10 0 0,2 0 0,-2 0-50,-3 0 18,1 6 1,0-4-1,0 4-308,0 0 153,-1-4 0,3 6 1,1-4-1,1 6-363,-1 3 455,5-5 0,-1 4-63,7-2 99,0-4 1,7 2 0,2-5 0,4 2-1,1-2-16,0-2 149,7-1 1,-5-6-1,4-2 296,1 0-374,-5-4 0,4-1 0,-7-6 0,-2 0 0,-2-1 21,2-4-138,-4-3 0,-1-1 0,-6-1 89,0 1 55,0-1 1,0 3 0,0 2 0,0 5 451,0 3-603,0 2 1,0 8 0,-2 4-499,-2 5 695,2 14 0,-6-5 0,5 11 0,-2 3 1,2 0 542,2 3-584,1-1 0,0 1 1,0-2 612,0-4-620,0 4 0,1-11 1,4 3-1,4-3 0,6-2-411,3 0 204,-2-6 1,11 3-1,-3-6-515,3-2 587,1-2 1,-6-7-1,-1-3 1,-2-4-1,0-1-234,-2 0 298,-7-1 1,1 1 0,-5 0-198,2 0 307,-5 0 0,3-1 0,-6 1 0,0 0 216,0 0-531,0 6 0,-6 1 159,-4 7-11,-2 7 1,-1 1 0,2 6 0,3 0 0,0 2 618,0 3-471,5-3 0,-3 4 0,6-6 218,0 1-400,0-1 0,2 0 1,2-1-1,6-2 1,4-2-1282,5 2 1043,-3-4 0,9-1 1,-4-6-1819,1 0 1549,-5 0 597,10 0 0,8-38 0,9-9 0</inkml:trace>
  <inkml:trace contextRef="#ctx0" brushRef="#br0" timeOffset="77">33156 2843 8074,'7'-14'1258,"-6"5"336,4-1-956,3 7 1,-5-3-1,6 6 294,2 0 0,2 1-232,1 4 0,1 4 1,-1 10-1,0 5 1523,0 3-1902,0 1 0,-6 2 0,-1 2 0,-3 3 0,1-1 915,-2 1-1112,-7-2 0,-6 1 0,-7-1-22,-2-2-247,-7-1 1,4-8-1,-6-3 1,-1-3-1,1-2-700,0 1-1242,5-7 0,-3-2 1,2-6 2086,-3 0 0,-14-13 0,-3-3 0</inkml:trace>
  <inkml:trace contextRef="#ctx0" brushRef="#br0" timeOffset="78">29915 4848 8016,'0'-8'-179,"0"0"1,-2 3 0,-3-3-1,-4-1 934,-4-1 0,4 7 1,-1-1-1,1 0 1,-1 1 499,1-2 1,4 1-477,-4 4-322,5 0-440,-2 0 0,17 0 0,6 0 1,9 0-6,9 0 79,10 0 1,7 1 0,10 2-38,4 2-3,4 0 0,1-3 0,-1 1 0,-4 1 0,-8 0 175,-9-3-201,-8-1 0,-14 0 0,-3-1 143,-5-4 1,-10 2 116,-4-7-225,-3 7 0,-4-3 1,-3 6 109,-4 0-355,3 0 5,-1 0 191,1 0 0,4 1-113,-2 4 288,2-3 0,2 6 0,0-4 5,0 6 0,0-2 0,0 1 0,0 2 365,0 2-270,0 1 1,0 5 0,0 2 12,0 1 1,0-3 0,-2 4-1,-1 3 651,-1 0-786,-8 3 0,9-1 0,-6 1 33,-2-1 1,3 2 0,-2 0 0,1 0-21,1-3-100,-5-2 0,7 2 0,-3-2-300,4-1 1,2-7 0,0 2 0,-2-3-616,2-2 14,1 1 1,4-3-3222,2-2 2006,-2-4-1047,4-6 2316,-6 0 770,-6-6 0,-40-46 0,15 17 0,1 0 0</inkml:trace>
  <inkml:trace contextRef="#ctx0" brushRef="#br0" timeOffset="79">29787 4819 8016,'1'-8'3867,"4"4"-3011,-3 2 0,4 4 721,-6 2-1335,0 4 0,0 8 0,-2 2 0,-1 2 0,-3 2 874,-2 3-947,-2 2 1,-4 2-1,2 1 1,0 1-1,3 3 364,-2-3-369,-2-1 1,1 3 0,1 0-114,1-1-74,1-2 1,-1-3-1,2-2 1,2-3 0,3-1-41,1-4-203,2-1 0,0-6 1,2-3 116,3 0 1,4-1 0,8-3 0,4 2 57,1-2 48,2-1 1,6-2 0,1 0 81,3 0 1,5 0 0,-3-2-1,2-1 44,0-2-78,0 0 1,3 5 0,-1 0 40,-2 0 1,-2 0 0,3 2 0,-1 1 530,2 2-300,-5 0 0,-1-1 0,-7 3 373,-3 1 1,1-5 265,-6 2-982,-6 2 304,-7-5 0,-12 4 232,-4-6-251,-2 0 1,2 0-1,1 2-200,-2 3 1,-4-4 0,-2 4 0,-2-3-1010,2-2 583,1 0 0,2 4 0,-1 1-313,1-2 1,0-1 0,0-2 0,0 0-946,-1 0 1113,1 0 0,3 0-119,-3 0 0,3 0 0,-8 0-260,3 0 740,2-7 1,0 6-171,-1-4 1,6-1 0,-1 1 0,1 0-787,1-1 630,-5 4 0,10-5-35,-6 2 1,4 3 0,-3-4 551,2 0 0,-5-28 0,3-11 0</inkml:trace>
  <inkml:trace contextRef="#ctx0" brushRef="#br0" timeOffset="80">26701 4848 8034,'0'-8'110,"-1"-3"1,-2 5 895,-2-2-76,0-2-93,5 2-752,0 2-1808,0 6 389,0 0 0,6 2 1334,4 2 0,28 4 0,8 6 0</inkml:trace>
  <inkml:trace contextRef="#ctx0" brushRef="#br0" timeOffset="81">27071 4876 8034,'22'0'-207,"0"0"0,-4 0 1057,1 0-269,0 0 0,-5 0 84,0 0 1,-5 0-470,1 0-469,-7 0-1255,10-6 1203,-5 4 325,0-10 0,10-3 0,-2-7 0</inkml:trace>
  <inkml:trace contextRef="#ctx0" brushRef="#br0" timeOffset="82">27526 4876 8034,'22'0'375,"-8"0"1,-1 0-1,-4 0-513,4 0 20,-5 0 0,5 0 0,-5-1 118,-1-4 0,0-9 0,-7-8 0</inkml:trace>
  <inkml:trace contextRef="#ctx0" brushRef="#br0" timeOffset="83">28066 4890 8034,'21'0'0,"-5"0"0,3 0 665,-10 0 1,-1 0 0,-5-1 431,2-4-1097,0 4 0,-5-31 0,0 0 0</inkml:trace>
  <inkml:trace contextRef="#ctx0" brushRef="#br0" timeOffset="84">28834 4990 8034,'22'0'1039,"-1"-6"0,-7-4-7,0-2-864,0 4 1,-6 0-1,-1 5-2527,-1-2 1840,2-6 1,6 9 0,0-3-765,0 4 1283,1 1 0,-1-6 0,0-2 0</inkml:trace>
  <inkml:trace contextRef="#ctx0" brushRef="#br0" timeOffset="85">22493 7791 8088,'-8'0'1571,"0"0"-389,3 0-1366,4 0 0,-6-7 0,9-1-326,3 0 1,-2 2-1,8 6 1,3 0 6,4 0 69,7 0 0,-3-5 0,6 1 434,1 1 0,-1 1 0,12-9 0,6-3 0,3-2 0,1 0 0</inkml:trace>
  <inkml:trace contextRef="#ctx0" brushRef="#br0" timeOffset="86">23019 7648 8088,'22'-6'136,"-1"-2"0,-12-1 0,1 1 1409,1 2-1052,-5-6 0,7 9-211,-4-6 0,4-1 0,1-4-91,0 0-552,0 0 1,1 4 0,-1 1-288,0-2 0,5-2 0,3-1 0,3 0-272,5-1 920,2 1 0,5-7 0,5-4 0,4-1 0,0-1 0</inkml:trace>
  <inkml:trace contextRef="#ctx0" brushRef="#br0" timeOffset="87">23673 7321 7762,'14'-6'-81,"2"0"0,1-5 711,2 1-537,0 1 0,-4-1 0,-1 1-216,0-2 1,5-2 0,0-1-1,0 1-173,1 4 241,2-4 1,2 5 0,0-6 11,1 0 1,2 0 0,0-1 0,-2 3-51,-1 2-40,-7-2 0,8 5 0,-6-2-40,-1 4 173,-2-3 0,17 0 0,5-6 0</inkml:trace>
  <inkml:trace contextRef="#ctx0" brushRef="#br0" timeOffset="88">24697 6867 8045,'22'-15'0,"24"-18"0,-1-5 0</inkml:trace>
  <inkml:trace contextRef="#ctx0" brushRef="#br0" timeOffset="89">25351 6625 8097,'8'-6'-527,"4"-2"0,-4-7 0,6 3-124,1 2 651,-1-2 0,0 4 0,0-6 0</inkml:trace>
  <inkml:trace contextRef="#ctx0" brushRef="#br0" timeOffset="90">26502 6298 8022,'29'-6'-343,"-1"2"0,1-4 1,-1 2-1,-1 1-92,-3-1 435,-4 5 0,-6-18 0,1 3 0</inkml:trace>
  <inkml:trace contextRef="#ctx0" brushRef="#br0" timeOffset="91">27128 6141 5981,'20'-14'0,"3"0"0</inkml:trace>
  <inkml:trace contextRef="#ctx0" brushRef="#br0" timeOffset="92">27810 5985 8024,'8'-14'-83,"5"6"0,-5-5 1,6 5-1,-1-1 0,-2 1-350,-2 2 406,1-5 0,4 9 27,0-3 0,38-9 0,10-2 0</inkml:trace>
  <inkml:trace contextRef="#ctx0" brushRef="#br0" timeOffset="93">28848 5502 8078,'29'0'-320,"-1"-7"1,-4 6 0,0-5-1,-1 1 1,1-2 630,0 0-123,-1-3 0,6 1 1,1-1-1,1-1 0,3-2 330,-3-1 1,-1 0 0,-3 0-1,-2 1 540,-1 4-494,-13-4 498,2 11-1067,-13-4-238,0 6-58,-7 0 301,6 6 0,-18 15 0,3 9 0</inkml:trace>
  <inkml:trace contextRef="#ctx0" brushRef="#br0" timeOffset="94">29900 5658 7996,'0'-8'271,"5"0"0,1 5 0,1-3 0,1 0 1030,0-1-1090,-5 2 0,5 1 0,-4-1 0,4 0 816,0-1-1309,-2 4 0,1-4 282,2 6 0,-34 25 0,-8 7 0</inkml:trace>
  <inkml:trace contextRef="#ctx0" brushRef="#br0" timeOffset="95">29957 5999 8022,'14'0'945,"1"7"1,-6-6 133,1 4 100,-7-3-416,3-2-796,-6 0 0,0 1-385,0 4-313,0-4 0,-5 12 1,-1-2-1,-2 5 1,-3 3 730,-2-2 0,-10 19 0,-6 7 0,-1 4 0,-1-1 0</inkml:trace>
  <inkml:trace contextRef="#ctx0" brushRef="#br0" timeOffset="96">29929 6525 8012,'14'15'42,"-1"-6"0,-2-1 127,-2-2-304,-6 5 1,4-3-1,-7 6-732,0 1 1,-7-1 866,-2 0 0,-48 13 0,-13 3 0</inkml:trace>
  <inkml:trace contextRef="#ctx0" brushRef="#br0" timeOffset="97">29829 6994 8012,'8'23'520,"5"-3"0,-7-6 1,5 1 1512,-1-1-535,-7-6-96,9 4-1243,-10-4-356,4 0 1,-7-2 0,-4-6 196,-4 0 0,-48-6 0,-13-2 0</inkml:trace>
  <inkml:trace contextRef="#ctx0" brushRef="#br0" timeOffset="98">25934 10165 7824,'-15'0'743,"6"0"1,1-2 1025,2-3-1754,1 4 1,5-7 0,0 3 0,2-3-1,1-1-272,1-1 0,7 2-94,-1-1 1,3-4 0,1 4 0,0-4 0,2-1 0,1-2-2068,2-3 2418,6-3 0,-7-6 0,6-2 0,1-3 0,6-1 0,4-7 0,3-5 0,6-2 0,-1-5 0,-10 17 0,2-3 0,-2-2 0,0 1 0</inkml:trace>
  <inkml:trace contextRef="#ctx0" brushRef="#br0" timeOffset="99">26730 9184 7952,'8'-14'159,"4"-1"1,-5 1 0,2 0 0,-4 0-318,-4 0 0,-1-1-311,0 1 1,0 0 0,0 0 468,0-1 0,0 1 0,2 5 0,1-1 0,2-1 0,57-20 0,9-7 0</inkml:trace>
  <inkml:trace contextRef="#ctx0" brushRef="#br0" timeOffset="100">27370 8487 8006,'14'-14'-302,"-5"1"1,-1 2 0,0 2-55,0-2 1,-5 3 0,2-2 355,-4-1 0,-1-1 0,0-3 0,0 1 0,0 0 0,2 5 0,1-1 0,4-1 0,0-2 0,4-1-131,2 0 1,1 0 130,1 0 0,11-7 0,4-1 0</inkml:trace>
  <inkml:trace contextRef="#ctx0" brushRef="#br0" timeOffset="101">28024 7805 8096,'8'-14'-348,"-2"-1"1,-5 1-1,3 0 1366,0 0-776,1 0 0,0-1 0,1 1 0,2-2 0,1-1 433,-1-2-1043,5 0 1,-5 5-1,6 0-38,0-1 1,1 1-1,-1 0 406,0 0 0,0 6 0,0 1 0</inkml:trace>
  <inkml:trace contextRef="#ctx0" brushRef="#br0" timeOffset="102">28450 7336 8097,'6'-15'-1451,"-2"1"3090,5 0-1425,1 0 1,-1 0 0,-1-1-1,0 1 1,0 0 447,3 0-1006,1 0 1,-2-1 0,-1 1 89,2 0 0,2 4 1,1 1-1,1-1-976,-1 3 1230,-6-6 0,23-1 0,1-8 0</inkml:trace>
  <inkml:trace contextRef="#ctx0" brushRef="#br0" timeOffset="103">28905 6810 8115,'6'-22'-328,"2"1"0,7 7 1,-3 0 46,-2-1 274,2 1 1,-4-5 0,6 0-1,1 2 1,-1-1 40,0 0-117,7-5 1,-6 0 0,4 1 21,-3 1 1,-2 2-1,1 3 1,-1-1 60,0-2 0,19-19 0,5 0 0</inkml:trace>
  <inkml:trace contextRef="#ctx0" brushRef="#br0" timeOffset="104">29502 6042 8226,'29'-35'35,"-1"5"1,2-11 0,2 5 851,1-1-571,6-4 1,-4 7 0,3-3-191,-5 9 0,-7 1 0,-4 8 1,-2 2 274,-2 1-229,-3 8 1,-5-3-214,-1 6-62,-6 0 1,2 5-1,-8 2 1,-3 3-1951,-2 4 1566,-8 4 0,0 1 487,-3 0 0,-9 20 0,-2 3 0</inkml:trace>
  <inkml:trace contextRef="#ctx0" brushRef="#br0" timeOffset="105">22692 9696 7987,'-8'0'141,"-5"0"0,6 1 1,-3 2 1111,1 2-675,-1 0 1,1-5 0,-1 0 1005,-1 0-1962,-2 0 0,6-2-1554,2-3 1585,3 4 0,4-10 0,4 5-1011,8-2 1,2-2 1357,8-4 0,18-10 0,9-4 0,7-3 0,-1 0 0</inkml:trace>
  <inkml:trace contextRef="#ctx0" brushRef="#br0" timeOffset="106">23318 9298 7987,'22'-15'-32,"-2"1"0,-7-5 0,-2 0-195,-2 2 247,1 1 1,-1 2 0,-1 0 0,0 1 0,-2 2 153,1 1-471,4 1 1,-10-1 0,6 3-441,-1 0 737,-4 3 0,10-9 0,-4-3 0</inkml:trace>
  <inkml:trace contextRef="#ctx0" brushRef="#br0" timeOffset="107">26431 7663 8069,'-14'-7'303,"6"6"0,-3-7 1,5 5-1,-1-4 1805,1-1-2197,1 5 0,5-5 1,2 5-1707,3-1 1636,3-1 0,3 5 159,3 0 0,16 0 0,14 0 0</inkml:trace>
  <inkml:trace contextRef="#ctx0" brushRef="#br0" timeOffset="108">26787 7535 8060,'0'-15'616,"0"1"0,0 0 958,0 0-1314,0 0 0,0-1-165,0 1 0,4 0-384,1 0 0,1 4 0,-1 2-1898,5 2 1522,2-5 665,3 9 0,11-4 0,4 6 0</inkml:trace>
  <inkml:trace contextRef="#ctx0" brushRef="#br0" timeOffset="109">27284 7194 8129,'0'-15'268,"7"1"0,-6 0 730,4 0-844,3-1 1,-7 1-1,4 0-709,-3 0 0,2 4 186,1 1 369,6-1 0,22-4 0,13 0 0</inkml:trace>
  <inkml:trace contextRef="#ctx0" brushRef="#br0" timeOffset="110">27753 6824 8088,'0'-14'219,"0"-1"1,0 1 1405,0 0-1334,0 0 0,0 0 1,0-1-101,0 1 1,2 5 0,1-1-69,2-1-858,6-1 1,-8 2 0,7 2 181,1 2 0,1-4 0,3 6 1,-1 0-948,0 3 1500,7-5 0,-6 4 0,4-4 0,-3-1 0,5 6 0,-6-7 0,4 5 0,-3-4 0,-2-1 787,-6 5 0,3-5-202,-6 4 110,0-4 1,-5-2 0,0 1 251,0-2-882,0 4 1,0-5-417,0 2 1,1 4 0,3 0-1,2 1-503,2 0 854,-5-6 0,35 10 0,1-6 0</inkml:trace>
  <inkml:trace contextRef="#ctx0" brushRef="#br0" timeOffset="111">28251 6397 8096,'6'-8'493,"-4"-4"0,11 4 821,-4-6-1013,-3 0 0,2 1 0,-5 2-114,2 1 1,2 6-1,-3-6 111,6-1-985,-4 5 1,7-1-1,-5 6 278,0-4-1440,4 4 1849,-4-6 0,13 7 0,1 0 0</inkml:trace>
  <inkml:trace contextRef="#ctx0" brushRef="#br0" timeOffset="112">28578 6198 8099,'8'-6'141,"5"4"0,-10-9 967,6 7-868,-6-7 1,4 7-129,-7-5 0,4-1 0,3-2 194,1 2-2166,-5 4 1860,10 0 0,13-15 0,12-9 0</inkml:trace>
  <inkml:trace contextRef="#ctx0" brushRef="#br0" timeOffset="113">29588 5644 8142,'7'-14'-151,"5"-1"0,-6 3 0,0 1 743,0 1-1203,-1 7 0,-3-3 611,3 6 0,-10 12 0,3 4 0</inkml:trace>
  <inkml:trace contextRef="#ctx0" brushRef="#br0" timeOffset="114">22735 9553 8188,'8'0'91,"4"-6"0,-2-2 0,2-1 0,2 1-476,1 2 223,-1-6 1,2 9 0,3-6 0,4-2 0,6-2 0,2-1 0,4 0 161,1-1 0,-4-5 0,16-8 0,8-4 0,2-6 0,0 0 0</inkml:trace>
  <inkml:trace contextRef="#ctx0" brushRef="#br0" timeOffset="115">23559 9141 8567,'8'-6'581,"5"-2"0,-12-6 0,4 0 174,-3-1-662,-2 7 0,4-4 0,1 2 1,-2-2-1,-1-4-742,-2-3 520,6 3 0,-4-4 1,4 5-920,0 1 1,-2-2 1047,5-3 0,26-22 0,11-11 0</inkml:trace>
  <inkml:trace contextRef="#ctx0" brushRef="#br0" timeOffset="116">24057 8629 8065,'14'-20'152,"0"4"1,1-4 0,-3 4 1675,-2-3-1542,2 3 0,-9-5 1,5 7-352,-1 0 1,-1 0 0,-1-2-1,3-1-755,0-2 379,4 0 0,-2 4 1,7 3-280,2 2 1,1-2 0,-1 2 719,5-2 0,41-9 0,11-1 0</inkml:trace>
  <inkml:trace contextRef="#ctx0" brushRef="#br0" timeOffset="117">24981 7904 8095,'35'0'77,"-5"-11"1,3-3 468,-3-2-317,-8 0 1,0 2 0,-4 0 183,1 0 0,-1 4-540,-3 1 0,-1-1 0,2-4 0,3-2-800,4-3 721,4 4 0,2-7 0,-1 4 1,2-1-1,2 2 206,1 1 0,6-5 0,6-4 0,0-2 0,1 0 0</inkml:trace>
  <inkml:trace contextRef="#ctx0" brushRef="#br0" timeOffset="118">26275 7208 8146,'20'-21'-164,"-4"5"0,3-3-296,-3 4 725,-2 0 0,-4 1 0,-2 0 73,-2 0 0,3 0-703,-4-1 1,6 6 0,-3-1 364,0-1 0,36-27 0,4-7 0</inkml:trace>
  <inkml:trace contextRef="#ctx0" brushRef="#br0" timeOffset="119">27171 6625 8205,'28'-22'-358,"0"-5"0,-4 10 0,-2-6 358,-1 3 0,29-24 0,4-2 0</inkml:trace>
  <inkml:trace contextRef="#ctx0" brushRef="#br0" timeOffset="120">28365 6141 8254,'19'-18'-123,"0"-1"0,-2 1-1142,-1 2 1124,4 2 1,-2-2 0,4-1 0,0-4 0,-1-1 140,-1-3 0,31-27 0,2-8 0</inkml:trace>
  <inkml:trace contextRef="#ctx0" brushRef="#br0" timeOffset="121">29261 5544 8368,'42'-6'247,"1"-2"0,-8-1 286,-7-1-504,-6 1 1,-14-1 0,-2 2-789,1 2 112,-6 1 305,6-1 0,-7 3-535,0-7 877,6 7 0,-4-3 0,4 6 0</inkml:trace>
  <inkml:trace contextRef="#ctx0" brushRef="#br0" timeOffset="122">30810 5317 8063,'-14'-8'210,"0"2"1,0 1-1,-1 0 1,3 1 0,1-1 1218,1 0-1036,7 0 1,-2 5 0,10 0-1,6 0 1,5 0-115,3 0 1,6 5 0,-3 1 0,4 2 6,2 3-259,-9-4 1,14 4 0,-11-7-7,0 0 1,4 2 0,-6 0 0,1 1-52,-1-1-48,-1-1 0,-5-5 0,1 0 170,-1 0-136,-6 0 1,0 0 0,-5-2 0,2-3-203,-2-4 120,-8-4 0,2-1 1,-7-2 41,-1-3 13,-1 3 0,-3-9 1,3 6-1,1 2 0,1 3 352,-1 4-351,5-3 21,0 12 298,6-5 1,0 12 0,0 3-1,0 4 1,0 3 1027,0 3-1195,0-3 0,0 4 0,0-4 85,0 3-203,0-3 0,-2 4 0,-3-7 0,-3-2 0,-1-2-515,-1 2-1865,1 2 2416,-5 1 0,-19 7 0,-5 1 0</inkml:trace>
  <inkml:trace contextRef="#ctx0" brushRef="#br0" timeOffset="123">31294 5843 8125,'0'-14'379,"-2"0"1,-1-1 1022,-2 1-1208,-6 6 0,3 0 0,-6 5 0,0-2 1,0 2-1,-1 2 107,1 1 0,-2 1 1,-1 2-1,-2 4 73,2 1-321,1 1 1,3 5 0,2 1-158,2-1 0,4 0 0,-3 0 0,2 2-14,3 3-21,1-3 1,2 4-1,2-6-53,2 1 129,4-1 1,6 5 0,1 0 0,-1-2-1,0-1-98,0-2 160,7 0 0,-7 1 0,2-1-31,-5 0 242,-2-6 1,-1 5 403,-3-4-487,-3 4 1,-10-5-1,-5-4 144,-4-2-241,-9-2 0,9 0 0,-5 0 0,0 0 0,1 0-76,1 0-45,1 0-1,5-5-117,-1 0 0,6 1-316,-1 4 345,7-7-241,-3 6 343,6-6 1,8 7 0,4-1 0,6-2-245,-1-2 261,5-6 1,-4 8 0,4-5-81,-2 2 181,6-5 1,-11 7 0,6-5 0,-2-1 0,0 1 381,-2-1-162,-7 7 0,2-8-90,-2 7-61,2-1 0,-2 5 0,-1 0 456,2 0-229,2 6 1,-5-3-1,-3 7 202,-4 1-337,-1 1 1,0-2-1,0-1 1,2 1 0,1-1 154,2 1-509,0-7 1,-4 10-302,4-4 245,-4-3 1,12 5 0,-3-6-1,2-2-1597,2-1 1541,1-2 0,-6 0 1,1-2-506,1-2 735,1-4 0,3-2 1,-1 1-1,0-2 1,-1-2 1191,-4-1-976,4 0 1,-12 4-1,6 2 507,-1 2 354,-4-5 33,4 9-669,-6-4 0,0 12 0,0 4 7,0 2 1,0-2 0,0-1-740,0 2 113,0 2-966,0 1 567,0 0 1,0-4-276,0-1 588,0-5-283,0 2 680,0-19-16,6 4 0,2-10 439,6 9-356,0-2 1,-4 10-1,-1-3 1,2 4 278,2 1-286,1 0 0,-4 0 1,-1 0 248,2 0-534,2 0 1,1 1 0,0 3-1,1 0 1,-1-1-923,0-1 817,7-2 0,-4 5 0,5 0-464,-1-2 663,4-2 1,-8-2 0,5-2 0,-1-2-1,-4 0-1,-1-1 102,-8-2 1,3-2 814,-6 1-628,0-1 1,-5 1 0,-2 1 0,-4 2 266,-9 3-572,1 1 0,-11 2 0,4 0-370,-1 0 343,5 6 0,-8 2 0,6 5 0,1-2 1,3-2-388,0 2 237,7 2 1,-3 1 42,7 0 146,-1 1 1,0-1-1,0 0 1,2 2 0,3 1 96,5 2 68,3 0 1,1-5-1,-1 1 24,-1-1-65,4 0 0,-10 0 0,4 1 0,-3-1 1,-2 0 526,0 0-527,0 0 0,0-4 0,-2-1 180,-3 2-234,-3-4 0,-1-1 0,-1-6 0,-1 0 0,-1 0 104,-3 0-112,1 0 1,5 0 0,-1-2-300,-1-2 247,5-4 0,-5-6 1,6-1-1,2 1 0,3-2-964,5-3 762,9 4 0,3-12 1,9 3-407,4-3 461,4-1 0,11-1 0,2-1 0,5-1 1,3-4-531,2-1 739,0 4 1,-11-4-1,-7 4-270,-7-1 332,-7 0 0,-17 6 0,-3 2 0,-4 3 0,-2-1 365,-4 1-394,-3 11 1,-6-6 0,0 12 272,0 2-335,-1 1 0,1 2 0,0 0 1,-2 4-1,-1 3-419,-2 8 412,0 8 1,0-5 0,0 5-81,2 3 157,1 1 1,6 1 0,2 0-1,2 1 1,3-1 370,1 1-318,2-7 1,7 3 0,4-6 78,6-2-206,5-1 0,7-3 1,-1-2-1,2-3 0,2-2 23,1-3-101,0-1 0,-6-4 0,-2-2 178,-1-6-59,-7-3 1,2-1 0,-8 0 0,-3 0 0,-1 0 576,-4-1 164,-2 8-355,-1-6-513,-6 11 1,-2-4 0,-6 8 0,0 2-1,-1 6 242,1 2-143,0 9 0,4-5 0,3 3 50,0-4-259,2 0 1,7-1 0,3 0 0,4-1-1452,4-4 1264,1 4 0,5-12 1,0 4-1908,-2-3 1576,6-2 0,-8 0 713,4 0 0,-34-13 0,-11-3 0</inkml:trace>
  <inkml:trace contextRef="#ctx0" brushRef="#br0" timeOffset="124">31294 6696 15043,'0'14'84,"0"0"1,0 5 0,0 2 0,0 3 0,0 4-1,0 4 1,0 1-204,0 1 78,0-3 1,0 3-1,0-7 1,0-3-1,0-4 1,0-1 64,0 0 150,0-6 0,-2-7 0,-1-7 0,-2-6 1,0-5-1,1-7 138,-1-3-173,-6-2 0,5-5 1,-5 1-400,1 0 0,5-6 0,-3 0 1,1-3-1527,-1-2 1443,4 4 1,-2 5 0,6 8 63,0 1 1,0 3 0,2 5 813,2 3-431,4 4 0,7 6 0,-1 0-80,0 0 0,0 5 0,0 1 0,1 2-23,-1 3 20,0 2 1,-1 1 0,-4 2-41,-4 3 188,-3-4 1,-2 6 0,-2-7-1,-4 0 1,-7 1 272,-4-1-464,-9 0 0,4-4 1,-6-1-376,-1 2 131,7-5 1,-3 1 0,4-6 0,1 2-2603,-1 2 1192,9 0 614,5-5 915,20 0 0,0 0 0,14 0 1,3 0-1,0 0-195,0 0 301,4-6 1,-4 4 0,4-4-366,-4-1 850,-2 0 0,-6-3 1,-1 2-1,-4 0 1,-1 2 1979,-4 0-1656,-7 1 0,2 3 797,-7-2-1276,0 2 1,-2-4 0,-1 7 0,-4 2 567,0 2-716,-3 6 1,2-3 0,2 6 74,0 1-216,4-1 1,-4 0 0,7 0 0,2 0-679,2 1 455,6-1 1,-1-6 0,7-2-745,2 0 827,6-4 0,-7 4 0,4-7 0,0-4 0,-2-5-699,1-2 897,-2-2 1,-3-2-1,0-3 344,-2-5-301,-3 4 0,-11-6 0,0 6 1,-2-1-1,-3 1 134,-4 2-247,-4 9 0,-7 3 0,-2 6 4,0 0 1,-5 1-1,3 4 1,-1 4-70,1 4 55,4 1 0,5 5 0,3 0-15,2-1 0,-1-3 0,8 0-503,5-1 344,-2 0 1,17-6 0,-1-3-403,4-4 479,4-1 1,4 0 0,1-1-1,-1-3 1,-1-2-391,-3-2 589,3-1 0,-12-4 0,4 2 708,-3 2-431,-2 5 1,-4-7 0,-2 5 878,-2-2-1256,-1 5 480,-5-3-353,0 6 0,1 6 0,4 3 86,5 4-268,2-5 1,4 5-1,1-5-286,2-1 109,7 0 0,-4-3 1,8 1-1,0-2 1,0 1-347,-3 0 568,-2-2 1,2 4 0,-2-6 106,-1 0 1,-7 0-1,2-1 457,-3-4-307,-2 3 1,0-9 308,1 6-148,-7-6 0,3 8 0,-5-5 535,2 2-573,-5-5-356,3 9 1,-6-5-333,0 2 15,0 3-78,0-4 32,0 6 1,-1 0-89,-4 0 341,3 0 0,-4-2-31,6-2 37,-6 2 1,4-6-84,-3 3 173,4 4 1,1-7 301,0 3-152,0 4 0,0-7 299,0 3-215,0 3-224,0-4 121,0 6-32,0 0 1,-2-5 358,-2 1-368,2-1 62,-4 5 60,6 0-3278,0 0 3317,0-7-75,0 6 0,0-7 166,0 3 0,0-3 1,0-6 584,0 0-526,0 0 0,0 0 50,0-1 602,0 7-673,0-4-71,0 10 0,0-3 0,0 10 1296,0 5-1358,-7 2 1,6 3-1,-4 0 1,2 3-1,0 2-61,-2 2-181,0-4 1,5 4 0,0-5-343,0 2-113,0 0 0,2-5 0,1 1 1,3-3-2364,2-2 1644,2-4 1,4-6 0,0 0 54,0 0 0,0-2 0,1-2 0,-1-6 1134,0-2 0,-23-22 0,-12-10 0,1-2 0,-1-1 0</inkml:trace>
  <inkml:trace contextRef="#ctx0" brushRef="#br0" timeOffset="125">32175 6710 8199,'-8'0'1334,"-4"0"-296,10 0-695,8 0 0,10 0 0,14 0 0,5 0 0,6 0 193,5 0-685,8 0 0,-15 0 1,2 0 148,-5 0 0,-21-19 0,-11-5 0</inkml:trace>
  <inkml:trace contextRef="#ctx0" brushRef="#br0" timeOffset="126">31678 7577 8129,'-7'-14'926,"6"6"0,-12-4 0,4 4 1890,-4 0-2487,-1 1 1,4 7-1,1 0 1,-2 0 0,0 2-1,0 3 517,1 4-864,7 4 1,-5-4 0,5 1 0,-2 1-290,2 2 0,3-1 0,5-2 0,4-4-971,4 0 1036,7-4 0,-4 4 0,5-6 1,-2-1-1,0-4-783,-2-5 1410,5 4 0,-6-7-249,3 4 183,-10 3 1,2-7 0,-6 4-183,-2-4-130,-7 5 1,0 2 0,-5 6-86,-2 0 0,-2 0 1,-1 0-1,0 0-91,0 0 67,-1 0 1,6 4-43,-1 1-101,7 0 1,-2-5 178,10 0 54,3 0 0,6 0 0,1-2-51,-1-2 230,0 2 0,0-6 1,0 5 77,1-2-285,-1-6 0,-5 10-1018,1-4 257,-7 3-991,3 2 1041,-12 7 194,-2-6 373,0 5 88,-4-6 0,10 2 174,-3 3 861,4-4-112,-6 6-243,6-7-248,-6 0 246,7 0 0,-4-2 519,-1-3-605,0 4 1,5-12 124,0 4-428,0 2 1,-1 1-154,-4 6 162,3-6-334,-4 4-133,0-10 1,4 8-195,-3-5 397,4 6 0,1-5 26,0 3 18,0 4 0,0-7-316,0 3 267,0 3 1,1-6-1,4 5 1,6-2-260,7 2 233,4 2 0,6 1 0,1-2 223,-1-3-54,7 4 1,-5-10-1,3 4 1,-5 1-1,-2-2 620,-3 0-408,-5 5 0,-3-9 0,-7 2 0,-1-3 989,-4-1-1021,-2 0 0,-7 1 1,-5 2 517,-6 2-906,1 6 0,-9-4 0,4 7 0,-1 0 0,-2 2-1033,2 3 1078,2-4 1,1 17 0,0-4-76,1 2 1,4 4 0,5 1 0,2 1 89,1 3 190,4 2 0,-4 1 0,6-1 0,2-1 0,2-3 709,6 2-666,-4 2 0,7 0 0,-4-2 329,4-1-380,-5-6 1,3 7 0,-5-5 0,1 2 0,-1 2 392,-3-2-452,5 5 1,-6-5 0,2 7-78,-2-1 1,-2 1 0,0-1-1,0 0-811,0 1 662,0-1 1,-2 1-1,-1-1 1,-3-1 0,-1-3-604,1-5 761,-5-4 1,8-7 0,-7-3-256,-1-3 302,-1-2 1,-2 0 0,-1-2 0,1-4 0,0-7-261,0-4 129,-1-9 1,3 4-1,2-8 1,6-1 0,2-2-362,2 1 403,6-4 1,2 6 0,8-4-103,3 4 42,3 2 1,8 6-1,2 3 1,1 3 0,0 4-503,2 2-19,-5 4 1,0 6 0,-8 1-1833,-2 4 2472,-1 3 0,-30 31 0,-6 7 0</inkml:trace>
  <inkml:trace contextRef="#ctx0" brushRef="#br0" timeOffset="127">31521 8288 8151,'-8'-6'4751,"2"-2"-2740,6 0-755,0-5 0,0 10 218,0-6-1212,0 6-974,0-4 1,0 1-1615,0-3 826,0 2 306,-6 1 1055,-2 6 1,-6 0 0,-1 0 0,1 1 365,0 4-134,0-3 1,-1 12 0,1-1 346,0 4 0,0 4 0,1-4 1,2 3 872,2 3-1040,5-6 0,-2 8 0,6-4 1,0 1-1,0 2 766,0-2-882,0-2 1,5-1 0,1 0 38,2-2-282,-5 6 0,8-8 1,-6 4-1,-2-3 1,0-2-695,2 1-850,-3-1 0,4-5-680,-6 1 1,-2-2 434,-2 1 1345,2-3 0,-11-6 530,4 0 0,-4-6 0,-1-3 0,0-4 0,0-1-13,-1 0 0,1-5 0,0 0 395,0 1 0,4 7 0,2 2 0,2-2 2209,3-2-1807,1 5 1,2-4-371,0 2 0,2 4 0,3-1 1,4 3 183,4-1-657,7 0 1,2 5 0,7 0-125,-1 0 1,1 0-1,-1 0 1,1 0-1713,-1 0 1521,1 0 0,-6 0 1,-1 0-13,-1 0 1,-2-5 614,-5 1-122,-6-7 0,-3 9 245,-10-3 1,-3-1-1,-6 1 1,0 2 683,-1 2-783,1 1 1,-2 1 0,-1 2 24,-2 2 0,0 6 0,5-1 93,0 2-311,6 2 1,-3 1-102,6-1 0,0-5-152,5 1-109,7-7 1,-3 8-1,9-6-53,3-2 1,1-3-1,-3-3 1,1-2-31,-1 2 355,-6-5 0,4 2 0,-2-5 146,2 1 0,-4 5 0,-1-3 361,-1 2-208,-4-5 149,4 10 1,-6-4 42,0 10-438,0-4 0,0 12-242,0-4 1,0-1-1,0 2-465,0 1 432,6-5 1,0 2 0,6-5-91,-3 2 1,0 0-1,6-5 283,-1 0 92,0-7 1,-4 4 0,-1-5 578,2 2 1,-3-4 0,0 4 1284,-2-2-1539,-1 5 1,-5-5 550,0 3-1004,6 4 122,-4-6 1,4 9 0,-4 1-27,3 2 1,-2 4-1,6-2-688,2 1 216,2-5 1,1 8 0,0-6 200,1-2 0,-6-2 1,0-1-1,3 0-287,0 0 536,2 0 0,1 0 279,-1 0 0,-5 0 449,1 0-423,-7 0 0,3-1 103,-6-4-922,0 3 399,0-4 121,7 6 0,0 0 0,8 0-435,-1 0 319,0 0 0,2-2 94,3-2 0,-3 1 0,3-7 0,-4-1 59,0-2 47,-1-1 0,0 0 1,0-2-65,1-3 0,-3-3 0,-1-6 0,-3-2 187,-2-3-185,6 2 0,-11-3 0,4 7 194,-4 3 0,-1 4 0,0 5 0,-1 3 568,-4 2-654,4 4 1,-12 6-175,3 0 1,-2 6 0,-2 4 0,-1 4 721,1 5-484,0 3 0,4 2 0,1-1 155,-2 3 1,5-4 0,1 0 0,2 0 960,-2 0-1072,3-4 0,-4 7 1,6-6-166,0-2 0,6-1 0,2-2 1,2 0-43,-1 1-557,1-7 0,4 3 0,0-7-143,0-1 1,-4 4 0,-1-2-1106,2-2 1278,2-2 1,1-2 134,0-4 0,-4 3 0,-2-4 215,-2 0-184,5 4 346,-9-4 61,4 6 223,-6-6 73,0 4 223,0-4-457,6 6 1,-2-5 0,3-1 63,0-2-174,4 5 0,-8-5 143,6 3 0,-4 3 1,3-4 141,-2 0-233,-1 4-74,1-4 222,-4 6-1,4 0 240,-6 0-414,0 0 11,0 6 0,2-4 0,3 4 71,4 0-307,4-4 1,1 4-1,0-6 73,0 0 1,1 0 0,-1 0 0,0 0-171,0 0 367,7 0 0,-7-1 0,2-3 251,-5 0 1,-6-1-1,4 3 332,2-2-355,-4 2-204,-1-4 0,-6 7 368,0 4-398,0-3 1,-2 9-1,-1-5-69,-2 2 1,2-3-413,8 4 238,3-6 0,6 4 0,2-7-97,3 0 0,-3 0 1,3 0-1,-4 0-400,0 0 536,-1-7 0,0 6 0,-1-6 78,-4 1 1,2 3 848,-6-7-309,0 1-192,-5 1 1,-2 2-1,-3 6 296,-4 0-373,3 0 0,-7 1 168,3 4 1,3-3 0,-1 4-178,1 0-395,3-4 1,2 4-565,-3-6 252,4 7 557,-6-6 1,6 5-715,-4-6 146,3 0 447,-4-6 1,6 3 95,0-7 0,0 6 0,0-6 311,0-1-341,6 5 1,-2-2 158,5 3 1,-4 4 0,4-4 93,2 3-266,2 2 0,1-1 0,0-2-207,1-2 0,-1 0 0,0 5 1,2-1-543,3-4 563,-3 3 1,6-4-1,-5 4 55,2-2 1,0 0 192,-5-5 94,1-1 0,-8 1-96,-2 0 0,-5 1 1,-5-2-1,-4 5 247,-4 4-271,-1-5 0,-2 4 0,-1-3 53,-2 4 33,0 1 1,3 4 0,-1 3-1,-2 1 401,1 3-345,3 1 0,7 2 0,3 1 127,3-1-328,2-6 1,2 4 0,3-2 0,6 1 0,5-2-355,3-4-45,6 3 0,2-6 0,6 2-191,-2-2 1,0-2-1,-1-2 1,1-1-1353,2-1-563,7-8 2532,-10 11 0,7-10 0,5-3 0,0 2 0,0 0 0</inkml:trace>
  <inkml:trace contextRef="#ctx0" brushRef="#br0" timeOffset="128">3000 10890 7795,'0'-14'-493,"0"-1"1545,0 1-390,0 6 1,0 0-1,0 4 1434,0-6-1051,7 4-270,-6-1-686,6 7 1,-7 2-1,0 3 164,0 4-172,0 4 0,0 1 0,0 0 1,1 1-1,2-1-211,2 0 94,0 7 1,-5-6-1,0 4-130,0-3 1,0-2 0,0 1-248,0-1 292,0 0 1,5-5-250,-1 1 70,1-7-222,-5 3 405,0-12 1,0-2 0,0-8-80,0-3 198,0 10 0,0-10 0,0 9 0,0-2 149,0-2-49,0 6-198,0-5 303,0 12 0,-2-4 0,-1 10 0,-1 4 360,0 4-547,3 1 0,1 0 1,0 0 108,0 1-658,0-8 0,0 6 1,0-3-1,0 2-2460,0 2 2048,0-6 941,0-1 0,6-45 0,2-10 0</inkml:trace>
  <inkml:trace contextRef="#ctx0" brushRef="#br0" timeOffset="129">3114 10648 7861,'-14'-14'168,"1"0"1,2 1 1116,2 4-1002,-1-4 1,-4 11 0,0-2 0,0 2 0,-1 2 891,1 0-787,0 0 0,0 6 1,0 4-142,-1 2 0,1 3 1,-2 0-1,-1 4 369,-2 5-485,0 3 0,5 1 0,0 1 123,-1-1-207,1 1 0,5-1 0,1 2 1,1 2-1,4 1-44,2-2-257,1-7 1,0 1 0,0-4-460,0 1 571,6-5 1,2 4-1,6-7 1,2 0-1,3 1-327,5-1 393,-4 0 0,7-1 0,-3-2-163,3-2 391,1 1 0,-4 2 0,-2-1 0,0-3 0,-2-1 1007,1-4-779,4-2 1,-4-1-1,2-3 724,-4-6-950,4-1 0,-6-12 0,7 2 0,-1-7 0,1-6 12,0-4-204,-7-1 0,4-6 1,-9-2-882,-2-1 590,2-7 1,-12 5 0,0-3 0,-8 5-1,-6 6-2875,-5 8 2730,-3 6 0,-6 14 0,-1 4-1969,1 4 1366,-7 10 1077,5 2 0,-2 16 0,-2 7 0,0 0 0,0 1 0</inkml:trace>
  <inkml:trace contextRef="#ctx0" brushRef="#br0" timeOffset="130">4209 10677 7843,'0'-15'570,"6"1"0,-4 5 0,3-1 0,-4-1 0,-2 0 1678,-4 2-2083,3 2 0,-10 7 1,2 0-1,-3 0 1,-1 2-1,0 3 0,-2 4-61,-3 4 1,2 1-1,-5 2 1,1 1-243,4 2 136,1 0 0,2-5 1,1 2-123,4 3 0,-2-3 1,6 3-1,2-4-335,1 0 386,9-1 0,2 3 1,8-1-34,2-3 116,7-2 1,-9 3 0,5 0 0,0 0 0,-3 1 18,-3-1-27,1-6 0,-10 4 0,2-2 26,-4 3-16,-4 1 0,-1-5 0,-1 1 0,-4-1 119,-4-1-143,-10-2 1,3-6 0,-5 0-215,1 0 186,-2 0 0,-2 0 0,2 0 0,0-1 1,1-4-210,1-4 258,1 2 1,6-5 0,2 4 153,2 0-164,5-5 0,-3 12 14,2-4 204,3 3 0,-4 4-53,6 3 0,5-2 0,1 5 0,2 0 323,3-1-529,-5 3 1,12-2 0,-3-2-250,6 0 148,-4-4 1,10 4-1,-3-6 1,3 0-1,1 0-1212,1 0 880,-1-6 1,-4 3 0,-2-7-323,-2-1 770,6-1 1,-11 2 0,4 1-1,-3-2 1,-3-2 521,-4-1 442,-2 6 405,-7-5-83,0 5-638,0 1-433,0 0 1,0 9 0,-2 3-7,-3 4 1,4 4 0,-4 1 0,3 0 13,2 0-408,0 1 0,0-6 0,2 0-396,3 3 330,3 0 0,1 2 0,1-1 0,1-4 0,1-2-1480,3-1 1507,-1-4 1,0 4-1,0-8-417,0-2 665,1 2 0,-1-12 1,0 1-1,0-4 1,-1 0 1371,-4 1-1054,4 2 0,-10-1 1,5 1 731,-2 0 321,-1 6 146,-5-5-1344,0 12 0,0-4 304,0 10-467,0-4 1,0 12 0,0-4 0,0 4-599,0 1-640,0-6 0,-1 5 373,-4-4 40,3-2 0,-3-1-355,10-6 1062,-3 0 1,10-2 0,-2-1 193,3-2 92,1-6 1,2 5 0,1-5 0,2 3 0,-2 2 1489,-1 3-1454,5 1 0,-6 2 0,4 0 603,-3 0-617,-2 0 0,-4 0 0,-1 0 1,2 2-1,0 2 764,-1 6-976,3-4 0,-6 7-849,8-4 425,-7-2 1,3 1-1,-5-5-676,2 1 894,-5 1 0,8-6 1,-5-4-465,2-5 525,-5 4 0,10-7 1,-3 6-1,2-3 0,1 1 255,-4-3 169,4 6 1,-5-6 337,6 2-26,0 4 1,-4-2 231,-1 3-393,1 4-73,-2-6-153,-2 7-654,-6-6 385,0 4 0,-6-4 0,-4 6-205,-2 0 235,-3 0 0,0 6 1,-3 4-1,-2 1 1,-1 1-169,1 3 373,1-11 1,4 15 0,1-9-19,0 3-26,6 1 1,-3 0 0,6 0-52,2 0-384,8 1 0,7-8 1,9-2-109,1-3 295,2-9 0,-1 4 0,0-6 0,-1-1 1,-2 1-100,1-1 161,-2 1 0,-5-1 540,0 1 290,-6 6 305,5-10-875,-12 12 0,4 1 0,-8 11 697,-2 6-637,-6-1 0,9 11 0,-2-5 0,2 3 0,2 2 940,0 3-1010,0 2 0,0-4 1,2 0-43,2 1-148,-2 6 1,4-10 0,-6 2-1,-1-5 1,-2-5 101,-2-1-165,-6-2 1,-2-1-1,-7-4 33,-2-4 66,-2-3 0,0-2 0,0-2 0,1-3 0,1-4-97,3-4 48,3-7 1,6-4 0,3-8-52,0-1-93,9 0 1,7 0-1,12 0 1,6 0-1,6-1-490,3 1 512,8 0 1,2 5-1,5-1-443,-2 1 436,4-7 0,-8 10 0,0-2 0,-7 5 0,-9 4-285,-9 3 394,-10 0 0,-4 1 0,-7 0-511,-4 0 441,-3-1 1,-11 1-1,-2 0 1,1 1 0,-1 4-426,4 4 508,-5 4 0,5 1 0,-6 0-299,3 0 416,1 6 0,5 2 0,-1 8 0,3 3 0,1 4 376,1 4 92,7-5 0,-2 7 1,9-2 100,0 4-190,14 2 0,-7-6 1,12-2-1,3-2 1,1-3 34,1-3-644,7-1 0,-5-6 1,1-2-1762,-5-2 1350,0-1 0,-8-5 1,2-2-1,-2-1 1,-7-3-4197,-3-2 4755,-4-2 0,-35-36 0,-9-7 0</inkml:trace>
  <inkml:trace contextRef="#ctx0" brushRef="#br0" timeOffset="131">5545 11117 7739,'-8'0'3617,"1"0"-1200,2 0-2273,3 0 0,-2-6 0,8-4 0,6-2 0,2-4 176,3-3 0,0 2-262,4-7 0,-3 5 0,3-5 0,-5-1-500,-4-2 275,2 5 1,-10 2 0,3 5 0,-4 1-435,-1 0 506,-6 6 0,-2 3 0,-6 12 51,0 7 1,-1 5 0,1 6 0,2-1 488,2 1-328,-3 2 1,12 1 0,-4-1 43,4-3 1,1 1-1,0-6 1,0-2-338,0-1-30,6-8 1,2 3 0,6-6-1789,0-2 1572,7-1 0,-4-4 0,5-1 1,0-3 421,0-2 0,10-13 0,4-6 0,6-3 0,0-1 0</inkml:trace>
  <inkml:trace contextRef="#ctx0" brushRef="#br0" timeOffset="132">6327 10847 7601,'0'-9'4166,"0"-1"-2691,0 7-1141,0-3 1,0 7-1,0 4 1,0 4 0,0 4-1,0 3 1,0 4 1857,0 9-1973,0-1 0,-1 12 1,-2-4-70,-2 5 0,0-3 1,5 6-1,0-4 115,0-1-376,0-4 1,0 0 0,0-8 190,0-4-1329,0-2 222,0-13 703,0-2 0,-1-17-97,-4-3 1,3-10 0,-3 0 0,2-2-1233,-1-3 1320,2-6 1,-4-1-1,6-7 201,0 1 0,4 1 1,4 3-1,3 3-120,5 0 463,2 12 1,2-4 0,4 14 570,3 4-638,7 2 1,-4 9 0,2 3 0,-7 6-1,-6 5 616,-3 2-608,-2 1 1,-6 0 0,-3 0 131,-4-1-254,-1-2 0,-6 2 0,-5 1 1,-6-1-1,-5-4-160,-1-5 40,-3 4 0,4-10 1,-7 5-1,1-1 1,1-4-549,3-2 520,-3-1 1,11 0 0,-3 0-355,4 0 105,0 0 1,9 0-603,6 0 824,13 0 0,10-1 0,9-2 0,3-2 0,1 0-905,4-1 845,-6 4 1,1-9 0,-6 5-384,-1-2 564,0-2 1,-5 1 0,-4-1 0,-4 1-1,-2-1 596,-4 1-22,4 0 1,-11-1 739,2 1-369,-2 5 1,-4-2 47,-2 6-737,-4 0 1,-2 6 0,2 4 0,2 3-1,1 1 547,-1 0-758,4 0 1,-4 0 0,6 1 0,0-1-1,0 0-9,0 0-253,6 0 0,2-6 0,8-3-470,3-3 490,3-2 1,2 0 0,0 0 0,1-2 0,0-3-708,-1-4 879,-4-10 1,-2 2 0,-2-6-1,-5 1 1,-3 2-86,-5-1 363,-2-4 1,-1 9 0,-1-3-18,-4 3-52,-9 2 1,-4 2 0,-5 2 0,-3 5 0,0 4 416,-3 1-552,1 6 1,6 4 0,1 7 0,2 2 0,0-2-14,2-1 6,7 5 1,-1-6 0,6 4-158,2-3 18,2-2 0,7-4 1,5-2-1,6-2 1,7-3-1655,3-1 1498,1-2 0,2 0 1,2-2-1,0-3 1,-4-2-547,-3-1 791,-1-5 1,-2 10 0,-3-5-319,-3 2 804,-2 1 0,-6 3 1,-2-1 902,1-2-984,-6 1 0,6 5 0,-9 2 18,-3 2-162,4 0-323,-6-5-93,7 6 0,2-4 1,3 3-1,4-4-1272,4-1 1232,-5 0 1,3-1 0,-5-3 0,2 0-498,3 1 1037,-5 1 1,2 2-186,-3 0 636,-3 0 469,10 0-953,-4 6 0,2-4 0,-3 4 0,1-1 287,0 0-550,2 6 0,-1-10-210,1 4 148,-1 3 0,1-7 1,-2 6-1,-1-2-172,1-1 163,2 1 0,-2-3 0,-2 1 75,0 2 109,-4-1 1,6-4 273,-3 0-320,-4 0 1,7 0 0,-3-1-129,4-4 72,-2 3 0,4-6 0,-5 5 1,2-3-48,3-2-30,-5 5 0,7-10-66,-4 4 31,4 2 1,1-5-1,0 2 1,1-2-1,-1-4-320,0-3 320,0 3 0,1-11 1,-1 5-1,0-1 1,0 0-100,0 3 81,1-5 0,-6 4 0,-1-3-232,-2 5 248,-1-3 1,-5 6-1,0-2 1,0 2 0,0 2-68,0-1 124,0 7 1,-2-3 169,-2 7 0,1-1 0,-5 6 487,1 4-445,-4 3 0,8 11 1,-6 0-1,-1-2 1,1 1 1351,-1 1-1116,7-3 1,-8 9 0,6-5 919,2 2-1110,2-4 1,1 7 0,0-4-1,0-1 1,1 2 617,4 0-827,3-4 0,6 2 0,2-5 0,1-1 0,2-2 14,-2-2-519,6-4 0,-6-4 0,5 1-1397,-1 2 761,-2-1 0,-5-5 0,-2-4 0,-1-4 0,-1-4 1121,1-1 0,-24-51 0,-4-12 0</inkml:trace>
  <inkml:trace contextRef="#ctx0" brushRef="#br0" timeOffset="133">7308 10833 8937,'-8'8'2041,"4"-2"1,10-6-625,8 0-1243,7 0 1,14 0-1,2-1-633,5-4 1,0 3-1,1-4 1,-2 1-1107,-3 0-1456,3 1 3021,-17 4 0,-23-7 0,-18-1 0</inkml:trace>
  <inkml:trace contextRef="#ctx0" brushRef="#br0" timeOffset="134">8560 10904 7759,'-15'-14'382,"1"0"1,-2-1-1,-1 3 1,-2 1-1,2 3 1874,1 1-2101,8 3 1,-5 4-1,4 1 1,-2 6-1,0 5 1,1 6-1,1 1 1,1 1-1,3 2 856,3 0-932,2 5 0,0-6 0,0 2 0,0-4 0,2-3-152,3-2 36,3 1 1,11-8 0,1-2 0,1-3-1,1-2-320,0 0 370,-5-7 1,9-5-1,-6-7 7,2 2-44,-4-6 0,-3 6 1,-7-5-1,-1 0 1,-4 1-82,-2 1 94,-1-6 1,0 11 0,-1-3-87,-4 7 0,-3 0 0,-6 6 0,0 2-238,0 2 219,-1 1 0,1 6 1,1 3 55,4 4 0,-2 1 0,6 1 0,2-1-134,1 0 270,9 0 0,5-4 0,9-2-63,1-2 0,2-1 1,6-5-1,3 0-223,5 0 199,-3 0 1,4-8 0,-4-5 10,1-4 1,-4-4 0,-1 2-1,-5-3 357,-7 0-279,-4-5 0,-7 11 1,-3-4 114,-3-1 0,-9 10 0,-2-1 0,-4 2 556,-1 2-742,-7 5 1,4-2 0,-5 10 42,1 5 1,1 4 0,2 5 0,0 4 215,0 4-36,2 2 0,7 5 1,1 3-16,2-1 1,1 10 0,5-3-1,0 1 920,0 0-900,0 5 1,1-5 0,3 4-117,0-4 0,3-8 1,-4-3-1,2-3-667,-2-1 438,-2-7 0,-2-2 1,-4-7-273,-4-3 0,-4 1 0,-1-7-68,-1 0 564,1-3 1,5-7 0,-1-4-1,-1-2 1,0-3 438,2 1-744,-4-6 1,10 2-1,-5-7-1938,2-5 1504,1 2 0,7-7 0,4 6 0,6 1 0,7 1-2718,4 3 3343,7-2 0,33 18 0,17 6 0,-21-2 0,0 0 0,0-1 0</inkml:trace>
  <inkml:trace contextRef="#ctx0" brushRef="#br0" timeOffset="135">9996 10648 7762,'0'-8'398,"-2"-4"0,-1 2 0,-4-1 0,0 0 0,-5 3 2578,0 2-2621,-2 1 1,-2 5-1,-3 0 1,-3 0-1,-2 0 1,0 2 0,1 2 1053,1 6-1235,-5 9 0,6 3 0,-3 6 0,6 1 0,3-1 167,6 1-254,3-1 1,1 5 0,0 0 0,2-1 0,1-2 83,2-2-130,7 1 1,-4-1 0,5 1-27,-2-1-248,-1-6 1,-1-1 0,3-5-563,1 3-2502,-5-4 1359,9 0 0,-10-11 1938,3-8 0,-16-42 0,-5-16 0</inkml:trace>
  <inkml:trace contextRef="#ctx0" brushRef="#br0" timeOffset="136">9583 10890 7762,'-8'0'2774,"0"0"-1405,4 0-829,2 0 0,-3 0-175,10 0 1,5-5 0,9 0 0,4 2 59,4 2-396,2 1 0,4-2 0,1-1-917,3-2 503,1 0 1,-2 5-1,-1 0 1,-2-1-1,-1-2-1863,-6-2 1524,-3 0 226,-9 5 956,-6 0-334,-8-6 1,-8 4 0,-6-3 447,-1 4 0,1 1 1,-2 1-1,-1 3 1049,-2 0-1225,0 7 0,5-7 0,0 5-115,-1 2 0,3 2 0,1-1 1,3-1 237,1-1-540,3-1 1,4 6-1,0-1-151,0 0 1,1 0 0,4-1 0,6-4-1931,6-4 1691,-1-3 1,11-2 0,-5 0 52,0 0 0,4 0 0,-7-2 1,-2-3 344,-1-4-15,-8-4 0,3-3 0,-7-1 63,0-2 0,-3-5 0,-1 6 0,0 0 1214,0 2-660,0 8 0,-5-4 26,1 2 0,-7 6-196,1 4-380,4 6 1,0 8 0,6 0 135,0 1 0,0 4 0,0-1 0,0 1 158,0 2-505,6-5 0,2 4 0,6-7-371,0-4 0,0 4 0,2-5 1,2 0-1281,1-3 1610,6-4 0,-9-1 0,3-1 125,-4-4 0,0-3 1,-3-6-1,-1 0 470,-1-1-343,-7 1 1,8 0 0,-6 0 634,-2-1 0,-2 6 958,-1-1-1358,0 7-170,0-3 1,0 8 0,0 2 0,0 6 204,0 2-374,0 3 1,7-3 0,2-1-25,4-1 0,1-2 0,0 3 0,2-3-937,3-2 826,-3-1 1,6-1 0,-5 1 124,2-2 1,2-3-1,-4-4 1,2-6 443,-1-2-335,-9-3 0,2 1 0,-5-2-13,2-3 0,-3-3 0,3-8 0,0-3-33,0-5-35,-5-3 1,3-2 0,-6 1-50,0-1 0,0 2 1,0 3-1,0 7 35,0 5 222,-6 12 0,-2 9-44,-6 10 1,0 6 0,1 11 0,2 8 269,1 5 359,1 3 0,-1 5 0,1-1-114,-2 1 1,5-2 0,-1-3 0,3-3 994,-1-1-1420,0-4 1,5 5 0,0-6-256,0-1 1,2-6 0,2-3-1,6-5-968,2-4 811,9-4 0,0-6 0,4 0-531,-1 0 1,-1-2 0,4-2 0,-2-7-757,-1-7 1098,0 2 0,-2-9 0,-2 5 156,1-2 1,-7 3-1,2-4 1,-5 3-244,0 3 491,-5 1 1,1 6 298,-7 1 706,0 6-648,0-4 0,-2 18 48,-3 4 0,4 2 0,-6-3 1,3 2 1390,-1 3-1400,0-3 0,5 4-262,0-5 1,0-1 0,2-2 0,3-1-716,4-1 269,-3-7 0,12 3 1,-4-6-653,2 0 666,0 0 0,3-1 1,1-4-1,1-4 0,-1-4-1245,-2-1 1285,-3 0 0,-2-1 0,-2 1 119,-2 0 382,-5 6 1,7-5 1071,-7 4-1050,1 3 1,-6-1 138,-4 7-277,3 0 0,-9 7 0,6 2 0,1 4 0,-1 1 648,0 0-810,1 0 0,4-4 0,1-1 209,4 2-578,3 2 0,11-4 0,1-1 0,1-1 0,1-4-1079,0-2 1293,-5-1 0,9 0 1,-6-1-11,2-4 1,-6-3 0,0-4 0,-7 0-547,-2 3 1350,4 0 0,-10-6 130,4 1 1,-3 0 527,-2 0-940,0 6 0,0 3-44,0 10 1,-5-2-1,0 6 1,2 2 673,1 2-767,2 1 1,0 1-1,-1-3 574,-4-2-613,4 2 0,-6-4 0,7 6-558,0 1 290,0-8 1,0 1-182,0-3 129,0-3 1,0 2-1,0-8-541,0-6 379,0-9 0,0 3 0,0-2-346,0 2 443,0 2 1,2-1 0,1 1 0,3 0-432,2 0 790,2 6 0,-1-3 1,1 6-222,1 2 194,1 1 0,-2 2 0,-1 0 0,2 0-686,2 0 503,1 0 1,-4 0 0,-1 0 133,2 0-90,-4 7 36,5-6 0,-10 5 0,4-6 0</inkml:trace>
  <inkml:trace contextRef="#ctx0" brushRef="#br0" timeOffset="137">11531 11046 14033,'10'0'1832,"-1"0"-624,2 0-1331,2 6 1,2-4 0,3 3 0,1-4 0,-2-1-41,-1 0 1,0-1-1,1-4-866,2-4 859,0-4 0,-9-1 0,-3 0-178,0-1 1,-2 1 0,-7 1 0,-3 2-798,-4 2 1060,-10 6 1,1-4 0,-4 9-327,2 3 574,-6 3 1,11 6 0,-4 2 0,3 1 0,3 4 1258,4 1-1237,2-5 0,9 5 0,3-4 622,4 1-736,10-1 1,3-10 0,7-1 0,-1-3 0,2 1-1367,3-2 806,-3-1 1,4-4 0,-9-2 488,-1-6 0,-26-34 0,-1-10 0</inkml:trace>
  <inkml:trace contextRef="#ctx0" brushRef="#br0" timeOffset="138">2929 11856 7686,'-14'-7'526,"0"-6"1,4 7 0,2-5 0,2 1 1879,3-1-2196,1 5 1,10-1 0,7 7 0,7-1 0,5-2 0,1-2 0,0 2 138,1 1 1,-1 2-1,-1 0 1,-3 0-167,-5 0-159,-3 7 0,-4-4 0,-2 6-64,-6 2 0,-4 2 0,-4 3 0,-6 1-173,-2 2 172,-3 0 1,-4 0-1,-1 0 2,-2-2 1,6-1 0,0-2 0,5-1-127,0-4 237,5 4 1,-1-10 87,7 7-65,0-7 1,11 3 0,5-6-1,5 0 1,4-1 124,2-4-212,-5 3 1,3-6-1,-4 5-253,1-2-13,-5 1 0,-1 4 0,-8-2 0,0-1-2949,0-2 2327,-5 0 0,2 5-1259,-10 0 2139,3 0 0,-36-19 0,-1-4 0</inkml:trace>
  <inkml:trace contextRef="#ctx0" brushRef="#br0" timeOffset="139">3242 11601 7706,'-14'-21'672,"0"1"0,-1-6 93,1 3-512,0 12 1,0-7 0,0 13 0,-1 2 0,1 2 1723,0 1-1587,0 0 0,-2 4 1,-1 4 31,-2 5 0,-5-2 0,3 10 0,-1-1 366,-3 4-549,-8 3 1,3 1-1,-3 2-7,3 3 1,1-1-1,1 6 1,1 0 412,3-2-514,-3 5 1,16-11 0,-1 5 182,4 0-277,3-5 1,7 4-1,2-5 1,7-2 0,5-2 219,3-1-339,6-7 0,-3 5 0,7-6 80,-1-2 48,1 3 0,-1-10 0,1 2 0,-1-4 1,1-3 212,-1-2-298,7 0 1,1-7 0,7-4 13,-1-6 0,1-1 0,0-7 0,-1-3 183,1-4 157,-7-7 1,-3 9 0,-10-4-153,-9 4 0,-6-4 1,-8-4-1,0-3-223,0-2 41,-13-6 0,2 6 0,-13-1-1140,-1 5 561,-8 7 0,3 5 0,-5 11 0,2 7 0,0 3-2477,1 3 1797,-4 7 0,11 6 1,-2 9 1277,5 4 0,-4 23 0,4 6 0</inkml:trace>
  <inkml:trace contextRef="#ctx0" brushRef="#br0" timeOffset="140">4067 11828 8700,'8'-6'183,"-2"4"1,-6-10 0,2 2 0,1-3 0,3-1 0,0-2 0,2-1 1051,0-2-1117,-5-6 0,8 3 0,-4-7 1,-1 1-1,0 1 0,-3 2 0,-1 1 285,-2-1 0,0 4-266,0 2 1,0 8 0,0 2-60,0-2-40,-6 4 0,3 3 1,-5 8-1,0 6 1,0 2 41,-3 3-9,-2 5 1,4-1 0,-1 8 119,-1 3-64,-2 2 1,4 1 0,1 2 0,0-1-1,2 3 327,0-1-311,1-4 0,5 7 0,0-6-86,0-1 1,0-2 0,1-3 0,4-2 145,5-1-330,2-7 0,-2 2 0,-1-8 106,2-2-256,2-5 1,1 2 0,0-6-242,1 0 405,-1-6 0,0 2 1,0-7-44,0-4 117,1 0 1,-6-5 0,1 4 0,-1-1-1,1-2 143,-1 1-105,-6 3 1,5 5 299,-3 1-33,-4-1 0,6 4 523,-7 6-629,0 6 1,0 8 0,0 1 498,0-1-561,0 6 1,0-4-1,1 3 1,2-3 0,2-2-419,-2 0 235,5 1 1,0-3 0,6-1-454,1-1 427,-1-7 0,0 3 0,2-7 0,1-4 0,2-5-421,-1-2 578,-3-2 1,0-1-1,-1 0-183,0-4 302,-6 3 0,-2-10 0,-6 6 1,0-1-1,0 1 505,0 3-659,-12 1 0,1 1 1,-12 3 20,3 2-110,-5 4 0,4 6 1,-4 0-1,3 2 1,1 2-311,4 6 330,1 2 0,3 3 1,2-1-397,2 0 310,6 7 1,-4-6 0,7 4 0,2-4-1,4-4-495,8-2 433,1-6 0,10 5 0,-5-5-405,3 2 461,0 0 1,7-10-1,2-3 1,1-3-1,-3-5-516,-5 1 692,2-8 1,-6 6-1,4-7 445,-1-1-382,-7-8 0,2 3 1,-9-3-1,-6 3 0,-2 1 332,-2 1 30,0-1 0,0 12-9,0 3 0,-6 11 195,-4 3-605,-3 6 0,6 15 0,2 2 789,3 4-576,-4 8 1,4-5 0,-2 5 0,2-2 0,4 0 1156,2-1-1368,-2-2 1,11-4-1,-6-2 310,1-5-513,5-3 1,0-2-1,6-1 1,-2-4-1,-1-4-390,-2-3 185,0-9 0,0 4 0,1-6-1031,-1-2 845,0-8 1,-4 1 0,-1-4 0,0 0 0,1 0-3138,-1-3 3293,-5 4 1,2-4 0,-6 4-725,0-1 1128,-6 5 0,-2 3 0,-51 20 0,-10 10 0</inkml:trace>
  <inkml:trace contextRef="#ctx0" brushRef="#br0" timeOffset="141">4650 11814 7754,'-22'6'196,"3"-3"1,8 5 414,1-1 213,7-3 0,-3-2-59,6 3 1,7-4-279,8 4 1,5-4 0,10-2 0,2-2 484,1-2-1102,0-6 0,-1 5 1,-2-5-115,-3 1 1,-8 7-1382,0-2 1,-4-1 1624,0 1 0,-64 13 0,-16 8 0</inkml:trace>
  <inkml:trace contextRef="#ctx0" brushRef="#br0" timeOffset="142">5730 11686 7994,'-28'-14'427,"4"4"1,2 2-1,1 2 1,4 3 0,1 1-1,4 4 2881,2 3-3088,-3-4 1,7 12 0,-5-4 0,3 4 0,0 1 0,2 2 0,0 1 795,3 2-912,1 0 1,2 0 0,0 0 0,2 0-292,2 2 184,4-6 0,11 4 0,0-9-147,-2-5 0,4 1 0,-2-1 0,-2-4-222,-1-4 357,-2-5 1,2-1 0,0-1 46,-2-1-43,4-2 1,-12-5 0,3-1-1,-4 1 1,-3 2-234,-2 2 158,0 0 0,-2 5 1,-1-1 35,-2-1 1,-6 5 0,2 1-186,-4 3 109,-1 2 1,0 0-440,-1 0 397,7 0 0,2 7 0,8 1 149,2-1 47,4 0 1,8-2-1,1-1-539,2-1 379,7-1 1,-9-4-1,7-1 1,-1-3-1,1-2-235,0-3 499,-7-2 1,4-2 0,-9-3-93,-2-1 179,3 0 1,-12 0-1,4 0 1,-4 2 746,-1 1-598,0 8 0,-1-3 303,-4 6-681,-3 1 1,-4 5 0,1 4 0,1 5 0,1 2 54,1 2 63,-5 7 1,11-4 0,-2 7 217,2 1-187,2 2 0,0 6 0,0 0 0,0-1 0,0 0 551,0 1-622,0-3 0,5 9 1,1-6 25,2-1 1,-5 0 0,2-2 0,-2 0 172,2-3-198,-4-2 0,6-1 1,-7-1-120,0 2 0,-5-4 0,-1-2 0,-2-3-84,-3-2 424,-2 0 0,-1-1 196,0-4 1,4-2-1,1-7 1,-1-2 743,2-3-966,-4-3 1,10-6-1,-3-2-402,4-3 1,1 0-1,0-6 1,1-2-1646,4 2 1522,3 0 1,11-4 0,2 1-894,1 0 663,1-1 1,1 5-1,-2 2 1,0 2 0,0 2-1795,4 3 301,-6 0 1,1 7 394,-7 4 1589,0 2 0,-31 15 0,-8 3 0</inkml:trace>
  <inkml:trace contextRef="#ctx0" brushRef="#br0" timeOffset="143">6882 11771 7838,'-8'-14'617,"2"5"1,4 1 0,-3 1 0,-3 3 0,-1-1 2193,-1 0-2424,7 0 0,-9 12 0,2 2 0,-2 4 0,-1 3 0,2 1 1,1 3 380,-1 3 1,-1-4-607,-3 4 0,3-4 1,1 3-1,3-1-114,2-4 1,-4-1 0,5-2-1,1 0-59,-3 1-1855,6-7 1234,-6 4 388,7-4 0,7 0 1,2-3-1,4-4 1,1 1 402,0 3-156,0-4 0,1 6 0,-1-6 299,0 4-65,0-4 0,1 6 1,-1-7-1,0 0 471,0 0-555,0 0 1,1 0-360,-1 0 180,0 0 0,0-5 0,0-1 0,-1-2 0,-2-2-199,-1 2 253,-1-4 0,1 9 0,-1-7 239,2-1 1,-5 3 0,1 0 779,-1 2-334,-4 1 209,4-1-270,-6-2-422,0 0-5,0 2-532,0 6-1961,0 0 2433,-6 0-108,4 0 532,-4 0-73,6 0-2286,0 0 1593,0 6-554,0-4 65,0 10 575,6-4 1,-3 2 0,7-2 0,1-2-54,1-3 219,3 5 1,-1-6 0,0 2-78,0-2 0,2-7 0,0-1 0,0-2 5,-4-3 107,-1-2 0,-3-1 1,-1-2 24,-1-3-175,-4 3 1,4-6-1,-8 5 1,-1-2 0,-3 2-85,-2 1-13,-2 2 0,-4 6 0,0 3-129,0 3 1,0 2-1,-1 2 1,1 3-258,0 4 465,0 4 0,-1 6 1,3 1-294,2 2 427,4-4 0,1 2 1,1-4-1,0 2-68,3 0-253,1 1 1,6-11 0,5-3-89,7-3 161,-3-2 0,12-2 1,-3-3-1,3-4 0,0-4-180,-4-1 448,10-7 0,-14 6 1,8-4-1,-3 5 0,-3 2 2287,-1 3-1587,-1-1 0,-5 3 1035,0 2-1564,1 3 0,-6 9 0,-1 2 0,-2 4 0,-2 1 713,-3 0-936,-1 7 0,0-4 0,-1 5 1,-3-1-1,-2-4-274,-2-1-136,5-2 0,-5-1 0,5-2-967,-2-2-5,0-6 1,4 4-740,-4-7 1854,4-7 0,-4-5 0,10-7 139,4 1 0,-1-2 0,1 1 0,2 0 18,2-2 279,1 12 0,1-10 0,-3 10 503,-2-4-165,2 5 0,-4 2 0,6 6 0,1 1 859,-1 4-1254,-6 3 0,3 1 0,-6 2-187,-2 5-3,-2-2 0,4 2 0,0-6 1,-2 1-1963,-2 1 927,-1-4 1,2 3-842,3-6 1761,3-6 1,1-3-273,1-5 539,-1-1 0,4 1 0,-2 1 0,-2 0 332,2 0 69,-4 5 0,5-3 0,-4 7 991,0 4-1343,5 3 0,-12 1 1,6 1-492,-1 1 136,-4-5 1,5 5 0,-2-4 0,5-1-755,2 0 524,3-1 1,-1-5 0,0-1 0,0-4-430,0-5 898,-6 4 1,3-7 0,-4 4-313,1-4 715,-5 5 0,5-4 0,-5 2 1024,2-2-834,-1 4-139,-4 1-365,-6 14 1,4 1 0,-4 6 433,0 0-447,4 7 1,-4-1 0,6 5 0,0-1 0,-2 0 417,-2-2-562,2 5 1,-4-5 0,6 6 0,0 1 0,0-2-34,0-4-43,0 4 0,0-11 1,0 3-305,0-3 235,0-2 1,0 0 429,0 0-204,0-6 0,-7-1 0,-1-9 1,-1-3 373,-1-4-578,7-4 0,-5-6 0,5-1-468,-2-3 482,1 0 0,4-10 0,0-2 0,0-1 0,0-4-511,0-1 500,0-2 0,4 5 1,3 2-1,1 3 1,3 4-88,1 4 245,9 8 0,-5 3 1,4 9 477,1 3-287,-5 2 1,9 2 0,-6 4 0,-2 7 0,-1 4 705,-2 1-787,-6 4 1,3-7 0,-6 4 0,-2-3 0,-1-2 439,-2 1-679,-7-1 1,-1-5-1,-6-1 180,0-1-478,0-3 1,-5-2 0,0 1 0,0 2 0,0-2-1291,0-1 1467,0-9 0,5 6 0,0-6 1,-1 1-127,1-3 153,6 2 0,0-1-133,4 4 383,2 2 1,-3-4 0,10 6 0,5 0 832,2 0-801,2 0 1,5 0 0,2 0-205,1 0 1,-3 0-1,3 0 1,0-2-329,0-3 398,-4 4 1,7-12 0,-4 5 0,-1-1 0,1-1-292,-4-1 699,-1-1 1,-7 2 868,1 1-14,-7 5-319,3-2-646,-6 6 0,0 2 0,0 2 1,-1 6 96,-4 3-310,3 1 1,-4 0 0,8-1-211,2-4-47,4 4 0,6-12 1,1 6-1,0-3 1,3 1-1092,1-2 1197,6-1 1,-9-7 0,4-1 0,-1-1 0,-1 0-476,-6-1 829,3-2 1,-9 1-288,3-1 1880,-2 7-474,-1-10-1101,-4 12-88,4-5 1,-6 7-1,0 4 187,0 4-276,0 4 1,5-4-1,1-1-93,2-1 0,1 2 1,6-3-1,0 1-634,4-1 522,-3-1 1,5-5-1,-6 0-61,4 0 1,-3-6-1,3-4 1,-5-3-516,-4-1 534,2-6 1,-10 2 0,3-7-63,-4-5 0,-1 0 0,0-6 0,0-1-600,0 1 865,0 4 1,-4-1 0,-1 10 0,0 5 672,-1 7-573,4 5 0,-4 9 465,6 6-354,-6 7 0,4 13 0,-3 1 0,4 1 0,-1 4 1186,-3 1-1051,4-4 0,-5 7 0,6-5 24,0-3 0,1-2 1,2-4-1,4-3-49,0-1-270,3-2 1,6-12-1,3 0-147,4-1 1,4-4 0,0 1 0,-2-8-699,-1-9 665,0 0 0,4-8 0,-1 3-199,-3-5 0,1-3 1,-6-1-1,-2 1-823,-1 3 899,-8-3 1,3 11 0,-6-3 62,-2 4 1,-3 7-1,-5 3 1,-4 3-285,-4 2 345,-1 0 0,0 8 0,0 7 4,-1 7 1,1 0 0,1 1-1,4 1 787,4-2-438,4 5 1,1-10-1,0 6 84,0-3 0,6-1 1,5-6-1,5-4-516,3-4 55,6 3 1,-4-7 0,4 3-506,-1-8 1,-7-3-1,2-8 1,-3 1-3273,-2 0 3000,-6 0 1,-2-2 897,-6-3 0,-31-16 0,-9-9 0</inkml:trace>
  <inkml:trace contextRef="#ctx0" brushRef="#br0" timeOffset="144">8488 11828 7838,'-14'0'568,"6"-6"0,-4 3 3511,2-7-3652,4 7 0,1-10 0,10 5 0,4-1 0,6-1 761,4-1-1720,3 5 1,1-5 0,-1 5 353,-1-2-1243,4 5 1,-9-4 0,3 7 1420,-3 0 0,11 19 0,3 5 0</inkml:trace>
  <inkml:trace contextRef="#ctx0" brushRef="#br0" timeOffset="145">9996 11743 7792,'-15'-8'641,"7"2"1,-4 6 0,2 0 0,-2 1 4377,-3 4-4606,8-4 0,0 12 0,6-3 1,-3 4-1,0 3 0,1 2 0,-1 0 1,1 0-1,-1 0 412,0-2 0,3-1 0,-1-2-455,-3 1-885,4-1-2,-5-6 0,6-4-2202,0-8 1986,0-4 0,0-6 0,0-1-580,0 1 1173,0-6 1,0 4 0,0-3 0,1 3 0,2 2-318,2 0 593,0 6 1,-4-3-1,3 4 111,0-1 1,7 5 0,-1 0 1223,2 6-1035,-4-1 1,5 11 0,-5-4-38,0 4 0,3 6 1,-5 0-1,2-2-130,3-1-197,-5-2 1,7 0-1,-5 0-207,0 1 0,4-3 0,-2-1 0,3-3-1804,1-2 1515,0-1 1,0-5 0,0 0 76,1 0 0,-3-1 0,-1-4 0,-1-5-137,1-2 624,-5-9 0,5 5 0,-6-4-79,-2-1 0,-1 6 1,-2-4-1,0 3 200,0 2 107,0-1 0,-2 8 0,-1 0-66,-2 1 1,-6 4 0,3-1-677,0 6 366,-4 5 1,5 6 0,-2 1 67,4-1 1,4 5 0,1 0 0,0-2 333,0-1-388,0 4 1,1-4-1,4 3-96,4-3 0,4-7 0,3-1 0,3 0-622,5 0 437,2-5 0,1 4 0,-1-9 128,-3-3 1,1-3-1,4-6 1,-1 0-271,-3 0 528,-4-7 1,-5 5-1,-1-4-15,0-1 0,-6 6 0,-3-4 0,-4 3 361,-1 2-209,0-1 1,-1 1-91,-4 0 1,2 6 0,-7 3 0,-1 4-389,-1 1 181,-3 6 0,1 2 0,2 8-22,2 3 1,-1-3 0,5 4 0,-1-1 405,1 0-275,1 0 0,5 0 0,0 0-95,0-2 1,2-1-1,3-3 1,4-2-255,4-2-39,7-6 1,1 4 0,4-7 71,-1 0 0,0-2 0,4-3 0,0-4-218,1-4 393,-1-1 1,-4 0 0,0 0 65,1-1 1,-3-4-1,0 0 1,-1 4 554,-4 4-449,-1-2 1,-2 10 0,0-5 224,1 2 0,-6 1 207,1 5-444,-1 6 0,-1-3 24,-3 7-11,-4-1-116,-1 5 667,0-6-139,0-1-633,-6-7 0,-2 0 1,-6 0 61,0 0 1,-1 0-1,1 1 1,-2 2 24,-3 2 28,4 6 1,-6-8-1,7 7-170,0 1 0,-1-3 0,3 1-114,2 2 249,-2 2 1,12 1-34,0 0 1,6-6 0,10-3 0,3-3-650,4-2 613,-2 0 0,6 0 0,-5-2 24,0-3 1,3-4 0,-4-9-1,-1 0-171,1 0 308,-2-4 0,-5 0 1,-1-7-44,-4 1 1,-2-2 0,-7-3 0,0-3 619,0-1-481,0 2 0,0 13 0,0 3 419,0 4 1,-7 7-225,-2 3-150,2 16 1,0 6-1,3 15 265,0 1 0,-3 5 1,4-5-1,-2 0 912,2 2-1345,2-5 0,1 3 0,0-7-339,0-3 1,1-5 0,4 1-1,4-5-1814,4-5 1268,8-2 0,-4-7 0,7 0-534,1 0 1,0-7 1402,-1-2 0,15-29 0,-1-8 0</inkml:trace>
  <inkml:trace contextRef="#ctx0" brushRef="#br0" timeOffset="146">11389 11984 7750,'-14'0'125,"4"-4"1,1-1-1,-1 0 1,1 0 1623,-1 1-1230,7-1 1,-8-1 0,5-2 0,-1-2-1,1 1 1694,3-2-2160,1-2 0,4-1 1,3 0-1,4-1 124,4 1-227,1 0 1,2 1-1,1 2 1,2 3 0,-2 2-271,-1 3 275,-1 1 1,-1 2-1,0 0-242,0 0 639,0 7 0,-1 2 0,-4 9 0,-4 2 0,-3 2 878,-2 4-1064,0-6 0,-2 5 1,-3-4-121,-4 1 0,-4-5 0,-1 1 0,0-6-372,0-2 69,-7-1 0,4-1 1,-5-3-427,1-3 0,2-4 0,5-3 1,0-4-1111,0-4 681,6-1 1,1 0 0,9-1-290,3 1 1401,3 0 0,37-19 0,9-5 0</inkml:trace>
  <inkml:trace contextRef="#ctx0" brushRef="#br0" timeOffset="147">12114 11970 7668,'0'8'1687,"-2"-2"0,-1-4 718,-2 3-1519,-6-4 0,10 4-579,-4-10 1,4-3-328,1-6 1,4 0-1,3-2 1,0-1-552,5-2 1,0-5 371,2 5 0,1-6 0,-1 1 1,0-3-539,0-1 696,0 0 0,-4 1 0,-1 3 313,2 5 0,-4-1 380,-2 1-536,-4 6 0,-1 8 0,0 10 874,0 4-738,0 10 0,-6 5 0,-4 8 0,-1 1 0,0 0 933,2 2-914,6-5 1,-8 4 0,6-5 242,2-1-747,1-6 1,2 4 0,0-7-1,2-2-1719,2-1 1565,4-8 1,3-2 0,2-7-613,3-4 863,1-3 0,-7-6 0,-1-1 1,2 1 81,2 0 132,-5 0 0,3 4 903,-7 1-675,1 6 1,-3-4 1161,3 7-1030,2 7 0,8 1 261,-1 6-605,0 0 1,0 0-1,2-1 1,1-4-1,2-2 320,-1-1-515,4-4 1,-6 4-1,3-6 238,-4 0-71,0-6 1,-3 2-1,-1-5 1,-3-2-1,-1-2 243,-4-1-601,-2 0 1,-1 0 0,-1-1-433,-4 1 1,-8 2-1,-7 2 1,-1 5-943,1 4-457,-5 1 1,-4 0 2122,-9 0 0,-28 12 0,-8 4 0</inkml:trace>
  <inkml:trace contextRef="#ctx0" brushRef="#br0" timeOffset="148">12000 11785 7668,'0'-7'3509,"0"-6"0,2 7-1688,3-4-1768,2-3 1,9 10 0,2-5 0,2 0 0,4 2-2105,6 0 1736,-2 1 1,7 0 0,-7 1-1675,1 0 1422,6 3 1,-7 2-1,2 3 1,-6 2 566,-4 2 0,-1 20 0,-4 10 0</inkml:trace>
  <inkml:trace contextRef="#ctx0" brushRef="#br0" timeOffset="149">13081 11842 7671,'-13'10'549,"2"-2"681,2-2-990,5-1 0,0-5 1,8 0-1,6-2 1,3-3-1,1-3 1,0-1 1124,0 0-1246,0-1 0,1-4 0,-1 0 0,-2-1 0,0 1 504,-3 0-665,1 0 0,-1-5 0,-1 0 59,-2 1 0,1 3 1,-4 0-1,1 1-64,0 0-187,-3 6 1,-7-3 9,-4 6 213,-2 1 1,-2 10 0,-1 3 0,1 6 0,0 2 117,0 2 166,-1 6 1,6-3 0,1 5 136,2-3-132,-5 3 0,7-5 0,-3 5 0,-1-2 0,1-3 617,1-1-768,1-2 0,4-5 63,-4 0-1207,3 0 431,-4-6 382,6-2 0,0-12-488,0-3 636,0-4 0,5 4 0,0-1 0,-1 1 0,1-1 839,0 1-548,0 5 1,-1-3-29,1 2 0,1 3-311,-1-2 201,-3 2 1,6 2 53,-4 0-218,-2 0 0,9 2 0,-5 1 0,1 3 1,0 0-1360,1 1 1133,-4 4 1,7-8-1,-5 5-418,2-2 580,-5 5 1,10-9-1,-4 2 1,4-2-338,1-2 692,-6 0 1,4 0 0,-4-2-123,0-2 101,5 2 1,-7-11 0,5 6 0,-3-3 0,0 2 610,0 2-497,-5-5 1,5 8 87,-3-7-315,3 1 0,0-1 0,-2 1-203,0-2 25,2 4 1,2-4-336,-1 7 349,-6-1 1,10 5-1,-4 0 441,4 0-275,-5 0 0,5 0 100,-4 0 1,-1 0 266,1 0-372,-5 0 1,2 1 47,-6 4-200,6-3 0,-4 6-252,2-4 196,-2-2 121,-2 4 298,0-6-297,0 0 1,-5-1-17,1-4-34,-7 3 1,9-6-1,-4 5 58,-1-1-84,6-1 0,-12 5 1,4 0-1,-4 0-337,-1 0 398,0 0 1,4 6 0,1 4 266,-2 2-181,4 2 0,-4 1 0,6-1 0,2 0 1,0 2-285,-2 3 127,4-3 1,-4-1-1,10-5-421,4 1 409,4-5 0,1 1 0,2-7 0,1 0 0,2 0-375,-1 0 540,4-7 1,-6 1 0,2-7 234,-2-1-141,-1 3 0,-6-9 0,0 5 0,1 1 536,-2 0-466,-2 6 22,-6-5-470,0 12 0,0-4-192,0 10 382,0 3 0,0 6 14,0 0-61,0 0 0,2-1 0,2-4 0,4-2 0,2-2-638,-1-1 581,1 1 1,4-5 0,2 0-268,3 0 326,-3 0 1,4-6 0,-6-4 0,1-2-151,-1-3 248,0 1 1,-5 0-1,-1 0 526,-1-1-150,-3 1 1,-4 5 483,0-1-1154,0 7 387,0-3 1,0 18 0,-1 6 735,-4 2-556,4 7 0,-6-5 0,7 7 117,0-1 1,0 1-1,0-1 1,0 1-172,0-1-189,0 0 1,-5-1 0,1-3-174,1-5 1,-1 1-1,1-1-120,-1-1-214,-1-9 309,5-2 0,-2-9 1,-1-3-1,-2-4 25,2-4-176,2-1 1,-4-7 0,0-4-19,2-6 1,1-1-1,4-6 1,1-1-566,2-3 680,6 0 1,-3 5-1,8 4 128,3 3 0,-2 8 0,7 3 0,1 5 330,2 5-190,1 2 0,-1 14 0,-2 2 198,-1 4 1,-3 7-1,-1 4 1,-6 1 551,-1-1-664,-7 3 1,1-10 0,-7 5-34,0-1 1,0-2 0,-2-5 59,-3 0-437,-3-6 1,-6 3 0,0-6-40,0-2 1,-2-1 0,-1-2-1,-2-2-624,1-3 642,2 4 1,2-10-1,0 4 38,0-1 1,4 0 0,2-3 70,2 2-86,1 6 6,-1-10 1,12 12 0,2-4-41,8 3 189,3-4 0,-3 4 0,1-2-127,2 2 1,6 2 0,-1-2 0,3-1-332,1-1 484,1-8 0,-1 9 0,1-5 202,-1 2 1,-6-5 0,-3 3 0,-3 0 431,-2 4 766,-6-4-650,5 6 0,-13-3 395,0 10-686,-7 3 1,-2 11-1,1 1-8,2 3 1,-4 0-1,4 6 1,0-1 569,-1 1-831,3-1 0,2 0 0,-1 1 9,-2-1 1,0-6 0,5-3-1,0-3-200,0-2-228,0 1 153,-6-1 0,4-8 198,-2-6-285,2-6 0,2-8 1,-1-1-65,-4 1 0,3-6 1,-3-4-1,4-5-538,1-4 460,0-3 1,6-2 0,4 2 86,2 1 0,3 2 0,-1 4 1,2 3-73,2 2 296,-2 3 0,10 9 1,-6 2 29,2 5 1,-3 4-1,3 2 1,-1 4 500,-4 5-335,-1 9 1,-3-4-1,-2 6 250,-2-1 1,-6-4 0,2 3 168,-3-3-479,-2-2 0,-2 0-154,-3 1 1,-3-7 0,-6-4 0,-2-2-294,-3-2 216,4 0 1,-7 0 0,4 0-126,-1 0 0,0 0 0,5 0-427,0 0 570,0 0 0,4 0-203,1 0 1,7 0 755,2 0-362,6 0 1,10-2 0,2-1 28,1-2 1,6-1-1,-1 3 1,2-3 240,3-2-257,-1 5 1,1-10 0,-1 3 9,1-2 0,-6-2 0,-1-1 0,-1 1 161,-4 0-131,-1 0 1,-3 4 0,-4 1 123,-4-2 1,-4 3 192,-1-2-167,-6 7 0,-2-2-205,-6 10 1,-5 3-1,0 6 1,2 2 166,1 3-162,2-3 0,6 4 0,2-5-32,-1-1 0,6 0 0,-4 0 0,3 0-530,2 1 421,0-1 0,2-6 0,4-2-73,8 0 0,2-4 0,6 3 0,0-4-464,1-1 644,0-6 1,4 0 0,-2-5 59,-1 1 1,-7 1-1,2-4 1,-3 2 127,-2 1 469,-6 7-304,5-9-160,-11 10 0,4-3 893,-6 10-776,0-3 1,0 10 255,0-2-958,0-4 0,-5 2-742,0-3 864,1-4 1,2 10-732,-3-6 755,4 0 1,-6-7-1,9-1 1,1-3-1,4-2-500,0-3 794,3 5 1,4-7 616,0 3-491,1 4 0,-1 0 0,0 6 0,0 0 0,0 0 1050,1 0-546,-7 0 1,4 6 0,-2 2 654,2 0-1064,-4 5 0,5-6 1,-4 8-41,4-1-667,1 0 0,-4-6 0,-1-3 302,2-4-867,-5-1 1,7 0-1,-3 0 1,2-1-1,1-4-4164,-4-4 4203,4-4 943,-5-1 0,-13-38 0,-4-10 0</inkml:trace>
  <inkml:trace contextRef="#ctx0" brushRef="#br0" timeOffset="150">15981 11899 7639,'0'-14'383,"-5"-5"1,-1 0 0,-2 2 0,-3 1 0,-1 2 0,-3-1 2570,1 1-2710,0 6 0,0-3 1,-1 7-1,1 0 1,0 3-1,0 1 1,0 1 1353,-1 4-1442,1 3 0,0 6 0,1 0 0,2 2 0,2 2-31,-2 1 1,3-1 0,0-2 0,2 2-47,2 1-186,3 0 1,2-5-366,4 0 0,8-6 0,6-3 0,0-4-1418,1-1 1540,2 0 1,5 0-1,-2-1-570,-1-4 975,0-3 0,-2-5 1,-3 2-1,-3 2 299,-2-2-216,0-2 1,-4 1 1152,-1 2-729,-6-3 0,2 12-148,-10-4-397,4 3 0,-10 4 0,6 3 85,2 4-97,1 4 0,2 1 0,0 0 1,0 1 49,0-1-83,0-6 1,6 3 0,4-7 114,3 0-199,1-3 1,0-1 0,0 0-1,0 0 1,1-1-249,-1-4 134,0-3 1,0-11-1,1-1-637,-1-3 617,0 0 1,-5-6-1,1-1 1,-1-3-1,1-5-336,-1-3 486,1 5 0,-2-5 1,-3 6 129,-4 3 241,-1 6 0,0 14 491,0 8 1,-6 16 0,-2 18 882,0 5-1346,-5-3 1,10 9 0,-5-5 692,2 0-691,-5-1 0,9-5 0,-2 0 0,2 0 0,2-4 697,0-4-948,0-3 1,6-5 0,4-2-899,2-2 328,3-4 0,0-6 0,4-1 0,4-4 0,-1-3-2329,-3 0 2062,-4-5 0,3 6 0,-2-9-264,-4-3-336,-1 3 1,-3-11 1382,-3 3 0,-32-12 0,-14-5 0,-2-5 0,-1 0 0</inkml:trace>
  <inkml:trace contextRef="#ctx0" brushRef="#br0" timeOffset="151">16138 11657 7639,'-7'8'1176,"6"-1"267,-6-7-901,7 0 1,2 0-332,3 0 1,3 0 0,7 0 0,3 0-1831,1 0 1274,6 0 0,-4 0 0,4 0-2329,-2 0 2674,-5 0 0,21 19 0,-1 4 0</inkml:trace>
  <inkml:trace contextRef="#ctx0" brushRef="#br0" timeOffset="152">16905 11615 7639,'-6'-14'790,"3"-2"0,-5-2 0,2-1 2710,2 2-3206,3 8 0,1 4 0,0 10 0,0 4 0,0 5 1,0 7-1,0 6 477,0 4 0,0 4 1,0-3-1,0 2 193,0 3-956,0-6 0,0 2 0,1-7-367,4-3 1,-3-5 0,3 2-437,-4 1-3281,-1-5 813,0-2 2793,0-8 0,-5-17 0,-1-3 1,0-3-1,-2-4-1122,0-3 1618,-2-3 0,3 4 0,0-1-254,1-1 552,4 4 0,-9-4 0,7 6 1,0 2-1,1 2 1877,-2 6-739,4-4-271,-5 12-1000,12-6 0,2 7 0,6 0 0,2 0 0,1 0 70,2 0-291,6 0 0,-7 0 0,4 0-635,-2 0 530,6 0 1,-6 0 0,4 0-1,-5 0 1,-3-1-370,-2-4 632,0 4 1,-4-6 637,-1 7-566,-6 0 0,4 2 85,-7 3 456,0 9 0,-5 3 0,0 5 276,2-1-845,1 4 1,1-4-1,-2 4 1,-2-3 0,2 0 333,1 0-652,2-4 0,0 2-164,0-6-223,0 1 0,2-8-611,2-2 882,-2-3 0,9-9 1,-5-4-1009,2-6 1145,2 1 0,4-4 0,0 5 0,0 1 0,1 0 377,-1 0-253,-6 0 1,4 6 0,-2 1 193,3 1-68,1 5 0,-5-6 0,1 9 1,1 3-1,0 4 754,-2 4-615,4-5 1,-5 9 0,6-3-5,0 2-331,1-7 1,-1 4 0,2-5 0,1 0 0,2-2-472,-2 0 443,5-4 1,-6 4 0,2-7-50,-7-4 181,1 3 1,-5-10 0,4 2 0,-3-2 0,-2-3 594,-3 1-433,-1 0 0,-2 0 0,-2 0 132,-3-1 1,2 6 0,-6 1 214,-2 2-831,-2 1 1,-1 7 181,-1 2 90,1-2 0,6 11 0,2-4 0,1 5 273,1 5-106,-1 3 0,6 0 126,4-3-276,-3-3 0,10-6 0,-1-2 0,5-2 0,5-3-288,1-1 255,-5-2 0,10 0 1,-5 0-151,0 0 167,5-7 1,-9 4 0,5-6 0,1-2 0,0-2-271,-1-1 179,-5-1 0,2 1 0,-6 0-137,1 0 193,-1-7 1,0 6 0,-1-6 0,-2 2 0,-3 0-185,-2 2 271,-1 1 0,-5 6-200,0 1 179,0 6 0,-2-4 0,-3 7 1,-4 2-447,-4 3 587,-1 3 1,5 6-1,-1 0-8,-1 0 77,5 1 1,-2-1 0,5 0 0,-2 0 505,2 0-584,1-6 1,2 5 31,0-4-242,0-2 1,0 1-164,0-4 130,0-2 42,0 4 126,0-6 0,7 0 0,0-1 165,1-4 42,-1 3 1,-6-4 155,4 6-165,-3-6-17,4 4-336,-6-4 1,0 4 220,0-2-510,0 2 181,6-4 206,-4 6-2,4-7-54,-6 6-329,0-6 312,0 7 1,0-1-331,0-4-8,0 4 191,0-6 85,0 7 2004,0 0-1834,0 7 0,0-4 1,0 6-1,0 2-477,0 2 322,0-5 1,0 4 0,0-2-234,0 2 190,0-4 0,0 0-207,0-3 0,0-2 4,0 7 295,0-7 0,2 3-4,2-6 57,4 0 0,2 0 1,-1 2-1,2 1 145,2 2 276,-5-1 1,5 1 409,-4 0-465,-3 6 0,2-10 0,-5 6 617,2-1-746,0-4 0,-7 9 213,-2-7-887,-4 1 1,-8 0-1,-2 0 1,-2-2 0,-2-2-3397,-3-1 2788,4 0 0,-6 0 0,5-1-1739,0-4 2237,-5-3 1,7-6 0,-6 0 0,4-2 0,2-3 549,2-5 0,2-34 0,2-10 0</inkml:trace>
  <inkml:trace contextRef="#ctx0" brushRef="#br0" timeOffset="153">17588 11700 7647,'0'-8'784,"0"-4"298,0 2 485,0 4-697,0-7-682,0 5-961,0 0 708,0 2 65,0 6 0,-13 19 0,-3 5 0</inkml:trace>
  <inkml:trace contextRef="#ctx0" brushRef="#br0" timeOffset="154">18683 11800 7641,'0'-15'309,"0"1"1,4 5 0,1-1 0,-2-1 0,-1-1 0,-2-3 0,0 1 2105,0 0-2154,-7 6 0,4-3 0,-5 5 0,0-1 0,1 1 0,-4 3 0,-2 1 1330,-1 2-1515,-7 0 0,4 2 1,-5 4-1,0 7 1,1 6-8,0 3 0,3 2 0,5 2 0,2 0-190,1-3 71,7 1 0,-3 3 0,7-2-385,4-1 260,-3-7 1,15 4 0,-1-9 0,4-1 0,6-3-852,1-1 669,1-3 0,0-4 0,1 0-263,-1 0 589,1-6 0,-2-2 1,-4-6-1,-4-2 1,-3-1 157,-2-2 98,1 0 0,-8 0 1,-2-2-45,-3-1 0,-2 5 0,0-2 1,0 3 402,0 2-332,0 6 0,-7 2-256,-2 6 1,-4 1 0,-1 4-1,0 5-11,0 2 61,6 9 0,-3-4 1,4 5 12,-1-1 1,5 2-1,-1-4 1,2-1-235,2-2-69,6-2 1,2 0 0,6 0-169,1 0 0,5-6 0,2-1 0,2-3-986,0 1 1195,-1 0 0,-1-7 0,-1-2 181,0-6 1,-7 2 0,2-1 0,-7-2 177,-3-2 630,5 5 1,-9-5 1560,3 4-591,-4 3-1475,-1-1 1,-6 9-86,-3 3 0,1-2 0,0 6 0,0 2 222,0 2-301,5 1 1,-8 0-447,6 1 1,-1-3 0,3-1-1268,-2-1 810,0-7 234,5 3 0,0-7 0,0-4-605,0-4 1081,6-4 1,1-3-1,4-1 31,-2-2 0,5-7 0,5 4 0,-1-1-58,-2-1 460,4 7 0,-4-2 1,3 9 156,-3 5 1,3 4 0,0 1-1,-2 1 972,-1 4-1248,-2 3 1,-5 8 0,1 1-36,1 2 0,-5 0 0,1-5 0,-3 1-276,1-1-541,0 0 1,1 0-80,4 0 1,-2-6 0,1-3 0,2-3-1842,2-2 1811,1 0 0,-1-2 1,-2-3 247,-2-4 1,-1-1-1,3-2 1,-3-6 474,-2-2 0,-1 2 0,-5-10 0,0 1 0,0-4 0,0-3 0,0 6 0,-2 0-741,-2-1 927,2 7 1,-9 1 0,6 7 1403,2 0 1,-3 5 539,1-1-1790,0 7 1,5 3-1,0 9 354,0 4 0,0 6 1,0 3-1,-1 3 1702,-4 5-1876,3 2 0,-4-4 0,6 1-202,0-1 1,0 1 0,0-1-1,0 1-132,0-1-823,0-6 0,0-1 1,0-7-125,0 0 0,0 0-2751,0 1 1311,0-8 1479,0 0 1,0-23 0,0-5-546,0-2 1104,0-3 0,-5-2 0,-1 0 241,-2-1 1,5 1 0,-3 1 0,1 3 1121,0 5-782,0 3 0,1 2 64,-1 0 1,2 6 0,8 3 724,4 4-885,4 1 1,6 1 0,1 3-290,2 0 1,2 6-1,4-4 1,-1 0-225,-3 1-219,3 4 1,-7-8 150,4 6 0,-3-5 0,-9 2-84,-2 0 388,-4-4 0,-6 10 332,0-2 1,0 2-1,0 3 1,-2-1 795,-2 0-932,2 0 1,-6 1-1,5-1 45,-2 0 1,1 0 0,4 0 0,-2-1 148,-3-3-326,4 2 0,-6-9 419,7 7 18,0-7-807,0 3 0,0-17 126,0-3 0,5-3 0,1 1 0,2-2-633,3 0 626,-4-8 1,5 9-1,-2-5-214,2 1 149,3-4 1,-1 9 0,0-1 0,2 4 0,1 5-1043,2 2 660,0 1 0,-5 5 1,1 0-289,-1 0-196,6 7 1,-4 0 1072,3 8 0,10 30 0,1 9 0</inkml:trace>
  <inkml:trace contextRef="#ctx0" brushRef="#br0" timeOffset="155">20033 11899 8380,'0'-14'820,"0"0"0,0-1 751,0 1-148,0 0 0,-6 5-793,-4-1 1,-2 7 0,-2-2 0,-1 4 821,1 1-1389,0 0 1,0 1 0,-2 2-27,-3 2 1,5 11 0,-2-2 0,5 2-750,0 0 487,5 4 0,-1-4 0,7 3-652,0-3 496,0-2 1,2 0 0,3 0 0,4-1 0,4-3-1793,1-6 1966,0 4 1,0-6 0,2 3 307,3-4 1,-3-6-1,3-1 1,-3-2 589,-2-3-401,0 5 0,-4-7 335,-1 4 0,-1-4 732,1-1-721,-2 6-706,-7 2 0,0 7 519,0 4-432,0 3 0,0 1 0,0 1-102,0 1 1,4-3-1,3 0-51,1-2-205,-5 5 1,9-9 275,-2 2 0,3-2 0,1-4 1,-2-2-424,-2-6 306,3-3 0,-7-2 0,5-4 9,-2-5 1,-4 0 0,3-3 0,-2-4-181,-3-4 305,5 4 0,-6-4 0,3 6-29,-4 1 0,-1 6 584,0 3-296,0 9 1,-4 12 0,-1 12 435,2 8-367,-5 11 1,6-3 0,-3 5 0,4-2-1,1 1 1134,0-3-1225,-6-1 1,4-6 0,-3-2-108,4-2-114,1-1 1,1-6-603,4-3 587,-3-4 1,5-6-1,-3-2-45,0-2 1,6-4-1,-4-7 1,0 1-140,1 0 212,-2 0 1,-4 0 0,2-1-24,2 1 38,0 0 1,-5 0 0,0-1 136,0 1-73,0 6 0,0 0-32,0 4-89,0 2 57,0-4-484,0 6-1063,0 0 1372,0-6 24,0-2 1,0-7 0,0 0 0,1-3-397,4-1 538,-3-6 1,4 4 0,-4-4 133,2 2 1,-2 4 0,3-4 0,-4 3 302,-1 3-261,0 7 1,0-3-202,0 4 0,-1 4-240,-4 5 239,3 7 0,-10 8 0,4 4 418,0 5-197,-5 3 1,10 1-1,-5 2 1,2 2 0,3 1 711,1-1-583,2 4 0,0-6 1,0 3 379,0-3-762,0-8 1,6 4 0,4-8 0,3 0 0,1-4-67,0-4-92,6-4 1,-2-6-1,4 0-199,-1 0 1,2 0 0,-4 0 0,0-2-558,2-2 1001,-6-4 0,6-7 0,-7 1-17,0 0 0,-1 0 0,-2 0 384,-1-1-254,-7 1 1,3 5 364,-6-1-222,0 7 1,0-2-26,0 10 121,-6 3 0,3 6 23,-7 0-377,7 1 1,-3-1 0,6 0 0,0 0-394,0 0 280,0-6 1,1-1 0,4-6-101,4 4 1,-1-3 0,2 2 0,2-2-386,6-2 402,-2-6 1,4 2 0,-4-4-168,3 2 369,-3-5 1,6 5 0,-5-5 0,2 3-1,-1 2 288,-3 2-235,0-4 1,-1 7 0,0-4 287,0 4-53,7 1 1,-10 0-1,3 0 1,-1 0 684,-1 0-814,3 6 0,-3-3 1,-2 7 235,-6 1-198,-2-5 1,-2 7-1,0-4 1,-2 4 515,-2 1-632,-4 0 1,-8 0 0,-1 1-167,-2-1-90,0 0 1,0-1 0,0-2 0,1-3 0,3-2-805,0-3 248,7-1 0,1 2-166,2 1 335,3 0 413,-4-5 1,12-2-1,4-1 103,2-2 43,3 1 1,-1 4-1,0 0 1,0 0-1,0 0 459,1 0-192,-1 0 0,0 0 0,0 1 601,1 4-667,-1 3 1,-2 3 0,-1 2 0,-3 2 0,-1 1 1080,-4 0-1051,-2-2 1,-1 2 0,0 1-14,0 2 0,-8 0 1,-4-5-1,-7-1 325,-3-3-671,4 2 0,-8-10 0,2 2-246,-3-2 0,0-2 1,2 0-1,3 0-830,1 0 1013,2 0 1,7-6 0,2-4-430,5-2 287,4-3 1,2 1-1,4-2 1,6-1 0,7-4-1391,5-1 1382,4 5 0,3-8 0,2 4-35,1-1 320,0 5 1,0-9 0,2 6 0,0-1 0,0-1-7,-4 0 92,-1 5 1,-6-9-1,-2 6-33,-2-2 37,-1 4 0,-6-7 0,-3 6 0,-6 2 507,-2 1-420,-8 2 1,-2 6-60,-7 3-112,1 4 0,-2 5 0,-1 4 1,-2 3-1,3 5 195,5 0-105,-1 0 1,10 0 0,-3 1 408,4 2-407,1 0 0,0-5 0,1 0 0,4 0-251,4 1 121,4-7 0,8 3 1,2-7-151,4 0 279,8-3 1,-5-1 0,5 0-1,-2 0 1,0 0 170,-1 0-149,-2-6 1,-8 4 0,-3-3 23,-3 4 106,-2-5 0,0 4 49,0-3-86,-6 4-20,5 1 310,-12 6 204,6-4-394,-7 4 259,0-6-658,0 0 0,-7-5-569,-2 0 552,-4-6 0,-1 10 0,0-4-372,0 3 295,-1 2 1,6 0 0,-1 0-452,-1 0 493,-1 0 201,4 0 23,1 7 1,9-6 0,3 4-48,4-3-58,4-2 0,1-2 0,2-1-16,3-2-22,-3-6 0,4 3 1,-6-8-1,1-3 0,-1-4-167,0-4 229,0-2 0,-1 3 0,-2 0-134,-2 3 496,-5 5 0,2 3-704,-6 5 463,0 13 1,-2 5 0,-1 16 948,-2 3-860,1 1 0,4 0 0,0 1 0,0-1 0,0-1 168,0-3-552,0-4 0,4-1 0,3 0-1680,1-1-1041,-5-9-246,10 4 3176,-12-12 0,-77-26 0,25 5 0,0 1 0</inkml:trace>
  <inkml:trace contextRef="#ctx0" brushRef="#br0" timeOffset="156">19308 12340 7710,'0'-14'459,"-5"-1"0,1 1 1,-1 2-1,0 1 1810,0 1-892,1 7 1,4-2 607,0 10-1564,0 3 0,0 6 1,0 0-1,0 0 342,0 1-734,0-1 1,-2 0 0,-1 0-639,-2 0 256,0-6 1,5 0-555,0-3-567,0-3 595,0 4 770,0-12 1,7-2 0,1-6 0,1-1 92,1 1 124,-7 6 0,8-4 0,-5 4-80,2 0 339,-5 1 0,10 7 0,-4 0 1331,4 0-1376,-5 0 1,0 7-1,-5 2-228,2 4 0,1 1 0,-3 0 0,3 1-353,2-1-43,-4 0 0,7 0 1,-5-1 90,2-4-590,1-2 1,1-3-1,-1 1 1,2-2-932,2-1 1631,1-2 1,-4-5 0,-2-1 79,-2-2 264,5-2 1,-8 1 0,5-1 246,-2-1-236,-1-1 153,-5 4-179,6 2 0,-4 7 0,4 2 0,-1 4 0,1 0 1006,2 5-1185,-5 0 1,10-2 0,-3-1-502,2 2 333,-4-5 0,6 6 0,-1-8 0,4-1 0,1-1-594,-3-2 654,0 0 0,-1 0 1,0 0-185,0 0 293,-6-6 1,3 3 0,-6-7 0,-2-1 0,-1-2 51,-2-1-215,0 0 0,-2 0 0,-3 0 86,-4-1-38,-4 7 0,-6-3 1,0 7-1,2 0 0,0 3-74,-2 1 96,3 0 0,-5 0 1,6 0 100,-4 0 39,9 6 1,-9 2 0,11 6 0,-1 1 0,1-1 532,2 0-541,1 0 0,6 0-73,4 1-28,3-1 0,8-6 0,1-2 1,4-1-1,1-1-62,3 0-185,2-3 0,1-2 1,1-3-45,-1 0 304,1-7 1,-1 3-1,1-5 1,-1 2-1,-1 2 34,-3-2 186,2 4 0,-5-1 0,3 5 64,-5-2 118,-4 1 1,0 4 142,-1 0-512,0 6 0,-6-3 69,-3 7-80,-4-7-35,-1 9 43,0-10-115,0 4 100,-6-6 1,3 0-200,-7 0 90,1 0 0,-1 0 0,1 0-217,-2 0 259,-2 7 0,-1-6 0,0 4 0,0-2 0,-1 0-251,1 2 309,0 6 1,1-8 0,2 5-151,2-2 266,6 6 1,-4-9 0,7 6 42,0 2-87,7-4 0,0 4 0,8-7-36,-1 0 1,0-3 1,5-1-1,2-1 1,-1-3-1,1-2 22,-4-2-60,-1-1 0,-2-6 0,0 0 24,1-4-68,-1 3 0,-2-11 1,-1 3-1,-3-2 1,-1-3-291,-4 1 334,-2-1 1,-1 2-1,0 4 217,0 4-346,0 9 1,-1-1 0,-2 10-329,-2 7 828,0 8 0,4 15 0,-3-1 529,0 0-595,-1 1 1,7 4 0,1-1 0,3-4 0,2-3 1303,3 1-1481,-5-6 1,7 1 0,-2-7 260,6 0-540,-1-6 1,9 0 0,-4-5 0,0 2 0,1-4-500,0-4 275,1-5 0,1-6 0,0-2-855,1-3 900,-4 4 1,-1-8 0,-6 6 0,1-2 0,-3 2-780,-2 1 941,-4 2 0,-6 4 73,0 1 9,-6 6 0,-2-4 0,-8 9 1,-1 3-1,-4 4 192,-1 4 34,5 7 1,-4-2 0,8 4 543,4-2-413,3-1 0,6 0 1,0 2-1,1-1 1,4 1 1256,4-4-1314,10-7 1,4 1-1,7-5-775,3 2 180,-3-5 0,0 3 0,-8-7 1,0-2-1,-1-4-3444,-1-1 3819,-7 5 0,-20-35 0,-8-1 0</inkml:trace>
  <inkml:trace contextRef="#ctx0" brushRef="#br0" timeOffset="157">2972 12852 6127,'-8'0'668,"2"0"-4,6 0-74,0 0 0,-5-2 1050,0-3-1335,1 4 0,4-7 0,-2 5 1,-1-4 542,-2-1 1,-4 4-234,4-6-452,0 1 0,3-1-95,-2 1 0,2-1 0,-1-2 42,6 2-24,5-2 1,6 8 0,1-3-258,-1 0 128,0 2 1,0 5 0,0 0-1,1 0 163,-1 0-64,0 0 0,-1 2 1,-4 3 207,-4 4-213,-4-2 0,-1 10 0,-1-3 0,-4 2 0,-6 1 253,-6 2-475,1-3 1,-5 5 0,7-7-429,0 0 338,0 0 1,0-1-1,-1-2-526,1-2 746,6-5 0,3 2-253,10-6 317,3 0 0,6-2 0,2-1 1,1-2-1,2 2 693,-1 2-493,-2 1 0,-2 0 0,0 0 141,0 0 1,-1 6 0,-2 2 0,-3 1 625,-2 1-823,-1-1 1,-5 6 0,0-1 292,0 0-512,0 0 0,-6 0 1,-4 1-1,-3-1 1,-1 0-212,0 0 67,0-6 0,0 0 1,-1-5-644,1 2 28,0 0 1,0-5-1,0 0 1,-1 0-2598,1 0 3044,6 0 0,2-7 1,6-2 363,0-4 0,19-45 0,5-12 0</inkml:trace>
  <inkml:trace contextRef="#ctx0" brushRef="#br0" timeOffset="158">3043 12653 7830,'0'-15'36,"-2"1"1,-1 0-37,-1 0 678,-8 0 1,9 4 0,-6 1 31,-2-2 0,3 3-278,-2-2 1,1 7-1,-5-3 1,0 1 585,-1 0-780,1 0 0,0 5 0,-2 0-31,-3 0 1,3 7 0,-4 1 0,-1 1 375,-2 1-587,2-1 0,-4 10 0,4 0 337,-1-2-369,5-1 0,-5 3 0,4 2 1,1-1-1,3 2-292,3 0 396,1 2 0,2 0 0,3 0 103,4 1-7,1 2 0,0 1 0,0 1 0,0-1 0,0 0 698,0 1-715,6-1 0,-4 1 1,4-1-113,0 1 0,1-3 1,4 0-1,-2-4-127,2-2 132,8-1 1,-1-5 0,5 1 22,3-1-37,0-6 1,4 3 0,2-6 0,1-2 0,0-2 190,2-1-169,-11 0 0,9 0 0,-9-1 197,3-4-120,-5-3 0,0-1 0,-5-1 1,2-2-1,0-4 590,2-3-602,-6-6 0,8 7 0,-6-6 1,2-1-1,0-2 314,1-1-472,-4-1 1,5-4 0,-7-1 191,0-3-187,-6 6 0,-2-9 0,-6 5 0,0 1 0,0-1-456,0 3 305,0 9 0,-6-3 1,-5 7-1,-5 2 0,-4 1-864,-2 2 778,-2 0 0,-3 1 0,2 4-1377,1 4 1204,-6 3 0,2-2 0,-4-1 1,5 2-1,2 3-3657,4 4 3255,4 4 1,4 7 851,4-1 0,21 63 0,0-30 0,0-1 0</inkml:trace>
  <inkml:trace contextRef="#ctx0" brushRef="#br0" timeOffset="159">3470 13179 7830,'7'0'0,"1"1"0,-3 4 5145,-3-3-4768,4 4-2893,-6-6 2516,0 0 0,-6-6 0,-2-2 0</inkml:trace>
  <inkml:trace contextRef="#ctx0" brushRef="#br0" timeOffset="160">4095 12795 7756,'-6'-14'642,"4"-1"1,-6 1 0,5 0 2067,-2 0-2000,1 6 1,4 3-10,0 10-441,0 3 0,4 6 0,1 2 0,-2 3 0,-1 4 148,-2 4 1,0-3 0,0 0 0,-2 1-59,-2 2-347,2 1 0,-4-4 0,6-2 1,0-1-1,0-3-265,0 3-697,0-5 1,1 4-259,4-5 916,3-8 0,8 0 0,1-7 0,4-2 1,-1-3-998,1-4 1349,-2-4 1,0-1-1,0 0 9,-2 0 0,-1 1 0,-4 2 1,-2 2 1376,-5-3-983,3 6 1,-7-7 322,4 4-581,-4 3 0,-2-5 1,-4 4-1,-4 1 405,-4 0-791,-1 1 0,0 5 1,-1 0 162,1 0-345,0 0 0,0 0 0,-1 0-539,1 0 548,0 0 0,5 5-276,-1-1 574,7 1 0,-2-5 1,10 0 208,4 0-49,4 0 0,3-1 0,1-4 0,2-5 0,-1-2 953,-3-2-877,6-1 0,-7-1 0,2-1 56,-5-2 1,-8-1 0,2 2 0,-4-2 76,-1-2-266,0 4 0,-7-2 1,-6 5-1,-5 3 1,0 1 24,-3 1-276,-1 7 1,-2-3 0,2 6-833,2 0 681,-6 6 0,10 2 0,-2 6 0,2 0 0,3 1-2485,4-1 2294,2 6 0,7-2 555,0 6 0,32 12 0,7 8 0</inkml:trace>
  <inkml:trace contextRef="#ctx0" brushRef="#br0" timeOffset="161">4593 12866 7756,'-2'-14'-337,"-1"-1"1912,-2 1-854,-6 6 1,10 0 0,-6 5 0,1 0 1560,-3 5-2104,-4 4 1,3 8 0,3 2-1,-1 1 1,1 4 497,1 1-659,-5-5 1,9 6-1,-2-6 1,2 2-61,2 6 1,0-9 0,0 3 0,0-3-660,0-2 367,6 0 0,2-6 1,8-3 123,3-4 1,-2-2-1,7-2 1,0-4-429,-2-1 546,5-1 1,-11-10 0,2 0-1,-2 2 1,-1 1 84,-1 2 22,-6-1 0,-2-4 0,-6 0 215,0 2-211,0 1 1,-6 4-1,-4 1 1,-4 3 0,-3 1-127,-2 4 74,-7 2 0,11 7 0,-6 3-77,0 4 0,6-3 0,-4-1 1,4 2-510,6 2 380,-4 1 1,12 0-34,-4 0 0,5-6 0,5-1 0,4-3-221,4 1 349,7 0 1,3-10-1,5-1 38,0-2 1,1-2-1,-1-4 1,-1 0 939,-3 0-341,3 0 0,-12-1 237,4 1 1,-7 6-1,-5 2 592,0 0-1041,-3 4 0,-4 2 1,0 9 109,0 4 0,0 1 0,0 1 0,-1 0-98,-4 4-180,4-3 1,-6 6-1,7-4 15,0 1 1,0-1 0,0-3-198,0-1-314,7-6 1,-4 0 0,6-5 50,2 2 0,3-1 0,4-5 0,1-4-571,-2-4 759,-1 2 1,-2-7 0,0 1 92,1-4 0,-1-4 0,-1 4 0,-2-3 381,-2-3-182,-6 6 0,4-8 1,-7 6 81,0 1 0,0 3 0,-2 0 1,-3 3 431,-4 2-622,-4-2 0,-1 10 0,0-1-184,-1 6 0,-4 0 0,1 7 0,0 1-322,2 1 218,2 3 1,5 4 0,-1 0 146,-1-2 1,5-1-1,1-2 1,3 0-123,2 0 180,0 1 0,2-6 0,4-1-71,9-2 0,0-1 0,9-5 0,1 0-93,2 0 170,2 0 0,-1-6 1,1-4-9,-1-2 0,0-3 0,1 0 0,-2-3 24,-4-1 7,4-6 1,-11 8 0,1-6 145,-6 3 1,-4-5 0,-7 1-1,0-1 312,0 1-274,0-3 0,-5 7 1,-1-4 161,-2 5 1,3 9-1,-3 4 324,2 0-707,-5 4 1,9 2 0,-4 10 157,0 2 1,2 9 0,-3 3 0,0 4 204,4 5 181,1-3 0,2 10 0,0-7-5,0-2 1,0 0 0,0-3 0,0 0 138,0 1-583,7-1 0,-4-7 1,6-5-282,2-5 1,4-8 0,2 2 0,2-4-1737,-2-1 1503,-1 0 0,3-6 1,0-4-858,-1-2 1,2-4 0,-1-1-1,-3-4 1328,-5-1 0,-12-15 0,-4-7 0,-3-5 0,0-1 0</inkml:trace>
  <inkml:trace contextRef="#ctx0" brushRef="#br0" timeOffset="162">5147 12852 11647,'14'0'527,"1"0"1,0-7-1,4-1 129,5 1-1149,-3-6 0,6 10 0,-5-5-833,0 2 0,-2-4 1,-5 5 1325,-1 2 0,-44 27 0,-11 7 0</inkml:trace>
  <inkml:trace contextRef="#ctx0" brushRef="#br0" timeOffset="163">5787 12837 7684,'-14'-6'468,"6"5"0,-5-12 0,4 3 1449,-4-2-1358,5 4 1,-4 2 0,2 6-1,-2 0 1,-3 0 433,1 0 1,0 6-690,0 3 1,-5 6 0,-2 2 0,1 2-167,-1-2 1,2 1 0,5-1 0,0 2 79,-1-2-390,8-7 0,0 2 0,7-2 192,0 3-144,0-6 0,13 5 1,4-6-1,7 0 1,3 2-238,3 0 320,1-5 0,-4 5 1,-1-5 7,-3 2 0,-4 4 1,2-2-1,-4-1-15,-4 0 73,-2-1 1,-3 1 34,-4 4 0,-5 1 0,-7-2 0,-8-2 100,-4-1-492,-4-4 1,-4 9 0,-1-7 14,1 0 1,-1-3-1,2-1 1,2 0-619,1 0 788,7 0 0,-4-1 1,7-4 18,0-5 0,1 2 204,4-1-106,3 0 236,6 1 1,1 1 262,4 7-303,-3 0 0,9 2 1,-5 3 16,2 4 0,-3-1 0,4 0 1,2 0 346,2 0-445,1-5 0,0 8 1,2-6-56,3-2 0,-2-2 0,7-1 0,1 0-471,2 0 334,-5 0 0,5-6 0,-3-3-13,3-4 0,1-6 0,0-2 0,-1-1-433,-3-3 418,3-2 1,-11-1-1,3-1-36,-4 1 0,-5-7 0,-2-1 0,-2-2 169,-3 0 98,-1 6 0,-2-1 0,0 10 835,0 4-410,-6 3-267,4 8 0,-9 3 1,5 12 264,-2 7-308,5 0 0,-10 13 0,5-2 1,-1 5-1,1 3 888,1-1-921,-4-2 1,8-2 0,-5 2 226,2 3-441,1-3 0,5 1 1,0-8-1,0 1 1,0-2 0,0-3-6,6-3 0,2-4 0,8-1-258,3-1 0,-2-7 0,7 2 0,1-5-979,2-5 946,-5-3 1,5-6 0,-3 0 12,3 0 1,0-5 0,-4-2-1,-4 1-173,-3-1 440,-2-4 1,1 7-1,-3-4-281,-2 2 527,-4 1 1,-6 5 0,-2 1 597,-2 3-663,-4 4 0,-11 6 0,0 0 330,2 0-511,1 6 0,2 2 1,-1 7-1,3-1 1,1-2-21,1-2 4,7 2 0,-3-4-149,6 7 1,1-6-1,4-1 1,4-2-64,4-3 322,1-1 0,2 3 0,1 1 224,2 2 0,5-3 1,-5 4-1,-2 2 427,-1 2-223,-2-5 1,1 9-147,-1-3 0,-6 4 0,-3-4 1,-4 0 543,-1 0-1142,0-6-1213,0 5-56,0-11 1292,0-2 1,6-8 0,4-7-899,3 1 985,1-6 0,0 2 1,-1-4-1,-1 0 0,1 2-444,3-1 658,1-4 0,-7 9 0,-1-3 303,2 3-200,2 2 0,1 1 1,0 4 240,0 4-74,1 4 0,-1 2-205,0 4 0,-1 3 0,-2 4 1,-3-1 107,-2-1-272,5-1 0,-8 1-352,7-1-136,-7-6 95,3 4 535,-6-7-99,0 0 0,-6 0 1,-4 0 181,-2 0-117,-3 0 0,0 0 1,-3 0 384,-1 0-338,-6 0 0,9 1 0,-3 4 0,4 3 1,0 2 234,1-1-443,0 0 0,4 4 0,2-2 100,2-1-167,1-1 0,5 1 1,0-1-1,2 1 1,3-3-530,4-2 432,10-3 0,-3-2 1,5 0-731,-1 0 859,-4 0 1,4-5-1,-5-1 1,-1-2-1,0-2 464,0 2-146,-6-4 0,3 9 1031,-6-7-477,6 7 75,-9-3-573,4 6 0,-6 6-261,0 3 55,0 4 1,0 1-1,1 1 1,4-3 0,5-1-169,2-1-214,3-7 0,0 3 0,3-6-150,1 0 306,0 0 1,0-1 0,0-4 0,0-3 0,-1-2-309,1 1 715,0 0 0,-9-10 1,-2 0-103,-2 1 292,5 2 0,-9 2 0,2 0 0,-2 0 1225,-2 0-1276,0 6-256,0 1 1,-2 7-1,-1 2 1,-1 3 426,0 4-231,3 10 0,1 3 0,0 7 287,0-1-417,0 1 0,-5-1 1,0 0-1,2 1 1,2-1 461,1 1-665,0-1 0,0-1 0,0-3-1421,0-5 935,0 3 1,0-6-772,0 3 909,0-10 781,0-3-395,-7-12 1,6-2 0,-4-6 0,3-2 0,2-1-161,0-2 129,0-7 0,0 3 1,2-9-41,3-1 56,-4-6 1,12 4-1,-4-5 1,4 4-1,1 1-128,0 4 24,7 1 1,-5 7 0,4 6-60,1 6 219,1 5 1,2 6 0,-2 1 0,-2 4-1,-2 6 529,-2 6-481,-9-1 1,4 5 0,-6-5 294,-2 3-337,-1-4 0,-2 6 0,0-7 1,-2-1-138,-2-4 85,-4-2 1,-6-3 0,-1 1-590,1-2 399,0-1 1,0-2 0,-2 0 0,-2-2-1,0-1-329,0-2 427,2 1 1,2-1 169,0 0-148,6 0 1,-5 1 153,4-1-105,3 0 0,1 7 278,10 2-192,2 4 0,9 2 1,2-2-1,2-2 1,2-3-52,4-1-159,-6 4 1,9-4-1,-3 2-28,6-2 181,1-8 1,-3 2 0,2-5-1,1-2 1,-1-2 77,-2-1 15,-8-6 0,-2 4 1,-6-3 343,1 3-166,-1 2 1,-6 0 0,-3-1 932,-4 1-695,-1 6-421,-6 2-47,-2 6 0,-2 6 0,1 5 0,-1 7 0,1 5 98,-1 4-1,7 2 1,-5-1-1,5 1 374,-1-1-449,-1 0 1,3 1-1,-1-1 1,-2 1 0,2-1 17,2 1-215,1-7 1,0-2-1,0-6 184,0 1-475,0-1 41,0-6 473,0-2 1,0-7-1,0-4 1,-2-5-1,-1-2-298,-2-3 103,0-5 1,5 3-1,2-7-438,3-1 454,-4-9 1,12 3-1,-5-6 1,1 1-1,1 1-273,1 1 289,1 0 1,3 6 0,-1 1-10,0 3 96,7 10 1,-6 3 0,6 6 0,-2 2-1,0 2 293,-2 1-187,-1 6 0,-6-3 1,-3 7 53,0 1-21,4 1 0,-10 3 0,4-1 0,-3 0 428,-2 0-505,0-6 0,-2 3 1,-3-4 176,-4 0-479,-10-3 1,3 3-1,-4-3 1,1 0-1,-2 0-650,-1-3 737,5-1 0,-10 0 1,5 0-389,0 0 415,1 0 0,7-1 0,0-3 0,-1 0-59,1 0 201,6-3 124,-4 5-84,10-4 1,-3 6 0,10 0-1,5 0 415,2 0-271,2 0 1,5 4 0,2 1-11,1-2-228,2-1 0,4-2 1,1 0-1,-1 0 0,0 0-710,1 0 563,-1 0 0,1-5 1,-2-1-66,-4-2 278,4-2 1,-11 1 0,3 0-1,-3-1 1,-4 1 521,-2-1-81,-4 7-1,-6-10-71,0 12 1,-1-6-326,-4 7-110,-3 7 1,-2-4-206,1 6 131,6 1 0,-4 4 0,7 0 0,2-1-888,3-4 771,-4 4 0,17-11 0,-4 2-22,2-2 0,4-2 0,1 0 0,-1-2-222,1-2 402,4 2 0,-7-11 0,4 4 449,-2-4-238,-1-1 0,-6 5 0,-2 1 0,-3 0 948,-2 0-581,-1 5-469,-5-4 94,0 7 0,0 2 0,0 3 0,0 4 0,0 4 1006,0 1-907,0 0 0,-5 0 0,0 1 209,2-1-730,2-6 1,1 4-1,-2-4-691,-3 0 821,4-1 67,-6-1-13,7-5 1,0 4 0,0-10 0,2-4 0,1-4-282,2-1 317,6 0 1,-8-2 0,5-1 70,-2-2 1,5 0 0,-3 5-1,2 1 254,-1 3-190,1-2 0,-1 10 1,1-2 106,1 2 1,1 2 0,3 0 11,-1 0 13,0 6 0,0 2 1,0 6 152,1 1-447,-7-1 1,4-2 0,-2 0-1,4-3 1,3 0-703,2-1 473,0-1 1,-3-7 0,1 0-674,2 0 794,0 0 0,0 0 1,0-2-1,-1-3 1,-3-3-324,0 1 444,-1-6 1,0 7 0,-1-5 358,-4 1 1,4 7 381,-4-2-153,-2 4 369,-1 1-466,-6 0-504,0 0-320,6 0-259,-4 0 349,4 0 169,-6 0 0,-1 0-16,-4 0 136,3 0 0,-10 0 1,2 0 24,-3 0 1,-1 1 0,0 2 200,0 2-243,6 6 1,-5-3-107,4 6 1,2 0-402,3 1 261,2-1 0,8-5 126,4 1 0,4-7 1,4 2-1,0-4-280,0-1 471,-2 0 0,-2-1 0,2-2 141,3-2 1,-4-5-1,3 4 1,-6 0 842,-2-1-752,-7-4 0,8 8 0,-5-5 858,2 2-919,-4 1 14,2 5 1,-6 11 0,-2 4 325,-2 0 1,0 7-1,-5 4 1,-1 4 890,2 3-1232,-4 0 0,6-5 0,-6 2-246,3 4 0,0-6 0,-6 2 0,1-6-260,0-4-88,0 6 1,4-12-1,1 2 61,-2-5 0,3-8 1,-2 2-612,-1-4 732,-1-1 0,4-1 0,1-4 225,1-5 1,4-2 0,-2-4 0,2-1 426,2-2-372,0-7 0,2 4 0,2-6 61,6-1 0,3 1 0,1-1 0,0 3 69,0 2-201,0-3 0,5 11 0,0-3-29,-1 4 1,-4 0 0,-3 3-1,-2 1-376,3 1-692,-6 7-2026,0-3 948,-6 6-1102,0 0 3282,-6 0 0,-21 6 0,-11 2 0</inkml:trace>
  <inkml:trace contextRef="#ctx0" brushRef="#br0" timeOffset="164">7635 12880 7684,'-19'-5'-374,"-1"-1"0,-2 0 374,-4-1 0,-51-4 0,31 7 0,0 0 0</inkml:trace>
  <inkml:trace contextRef="#ctx0" brushRef="#br0" timeOffset="165">6242 13036 8289,'14'-7'532,"2"-6"0,3 5-1103,5 0 1,4-3 0,5 5 0,4-2 570,-1-3 0,11 11 0,-2 1 0</inkml:trace>
  <inkml:trace contextRef="#ctx0" brushRef="#br0" timeOffset="166">9541 12852 7679,'0'-15'2392,"0"6"750,0-1-2795,0 7 1,-5-1-1,-2 8 1,0 7-1,-3 5 1,1 5-1,-1-1 1119,-1 1-1470,5 4 1,-5-9 0,4 4 0,1-1 8,0 0-275,1 0 1,0-5-1,2-1-1770,5-3 1720,4-4 0,8-6 0,0-2 92,1-2 1,4-4 0,1-7 0,1 1 468,-1 0-189,6 0 0,-9-5 0,7 0 596,1 2-546,-5 7 0,6-3 0,-6 6 0,1-1 0,1 3 932,0 3-806,-5 2 0,4 0 0,-7 0 418,0 0-499,1 7 0,-8 1 0,0 6 0,-2 0 345,-1 0-533,1 0 0,-10-4 0,-1-2 206,-2-2-316,-1 5 0,-6-8 1,0 5-1,-3-1 1,-2-4-1395,-2-2 1100,4-1 1,-4 0 0,5 0-233,-2 0 557,0 0 0,5 0 0,-1-1 458,1-4-295,6-3 0,-3-1 296,6-1 404,1 7-250,4-3-124,0 6 385,6 0-616,2 6 1,1-5 0,1 6 0,1-2 226,2-1-649,7 7 1,-4-9 0,4 3-357,1-4 472,1-1 1,2-1 0,-1-2 0,3-4 0,2-1-759,5-3 822,-3-8 0,7 3 0,-6-4-268,2-1 436,1 6 0,-11-6 0,1 7 0,1 0 0,1-1 433,-3 1-364,-2 6 0,-7 2 0,0 6 103,0 0 0,1 2 1,-3 2-1,-2 6 359,-5 2-410,2 3 0,-5 4 0,3 0 146,-4-2-307,-1-1 1,0-2 0,0 0 0,-1-1 0,-2-2-409,-2-2 219,-6-6 1,3 9 0,-6-8-297,-1-1 124,1-1 1,0-2 0,-2 0 0,-1 0 0,-2 0-1129,1 0 1370,3 0 1,0-6 0,1-2 385,0 0-139,6-5 0,-5 5 0,6-6 769,-1 0-582,1 0-233,1 6 71,4 2 0,-2 6 1,7 1-1,3 2 581,2 2-537,2 6 1,4-5 0,0 5 174,0-1-529,7-7 0,-1 5 1,6-5-1,-3 2 1,4-2-856,5-1 818,-2-2 1,5-2-1,-9-3-81,-2-4 144,3-4 1,-5-1-1,5 0 1,-3 0-1,-5-1 162,-4 1-18,0 0 1,-6 1 0,-1 2 714,-2 2-421,-1 6 0,-5-5 0,-2 4 170,-2 0-389,2 5 1,-9 4 0,5 8 150,-2 2-137,5 3 0,-4-2 1,7 1-1,0 2 1,0 0 505,0 1-625,0-4 1,2 0-1,1-6-662,2 1 431,6-5 1,2 5-1,5-6 1,1-2 0,0-2-775,0-1 814,7 0 1,-11-1 0,6-4-170,-1-4 302,-4-4 1,0-1 0,-5 0 0,2-2-1,1-2 130,-1-1 133,-2 1 0,-2 2 213,1-3-83,-7 3 0,3 0-296,-6 7 43,0 6 1,0 9 396,0 13-374,0 0 0,0 3 0,0-5 0,0 2 0,0-1 855,0-3-938,0 0 1,5-1 0,1-2-381,2-2 335,8-4 0,1-1 0,5 0 0,1-2 0,-3-3-10,1-5-122,4-3 1,-8-6 0,5 0-202,-1 0 287,4-1 1,-9-4 0,3 0 0,-3 1-1,-4-1-25,-2 0 82,-4-7 0,-1 11 1,0-4-47,-2 3 74,-2 2 1,-2 6 0,-4 3 0,-4 3-415,-4 2 314,-1 7 0,-5 2 0,0 10-257,1 5 467,3-4 0,2 2 0,4-4 0,2 1 0,2-2 1059,1-1-1044,-1-2 1,7 0 0,4 1 322,8-1-427,0-6 1,13-2 0,-3-6 0,3 0 0,1 0 350,1 0-827,-1 0 1,-1-5 0,-3-1-2380,-5-2 1291,3 5 0,-13-5 1520,1 3 0,-32-24 0,-16-13 0,-2-4 0,1-1 0</inkml:trace>
  <inkml:trace contextRef="#ctx0" brushRef="#br0" timeOffset="167">10621 12738 7204,'-14'0'0,"0"0"0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3.548"/>
    </inkml:context>
    <inkml:brush xml:id="br0">
      <inkml:brushProperty name="height" value="0.053" units="cm"/>
      <inkml:brushProperty name="color" value="#FF0000"/>
    </inkml:brush>
  </inkml:definitions>
  <inkml:trace contextRef="#ctx0" brushRef="#br0">4846 8196 8040,'-8'-6'209,"-3"3"349,6-7 0,-4 6 1,3-6 468,-2 0-385,5 3-518,-3 1 1,7 6 0,2 2 113,2 2-171,0-2 1,-4 9-1,2-5 33,2 2 0,1-4 0,-1 6 282,4 1-122,-3 1 1,7 2-177,-4 0 0,-1 0 0,1-2 0,1-1 253,-3-2-400,6 1 1,-7 4-1,5 0 87,-2 0 0,-1-4 0,3 1 1,-2 3-111,2 2 43,1-4 1,2 8 0,0-6 70,0 0 0,-1 0 10,-4 0 0,3 0 0,-2 0 0,2 0 63,2 0-63,0 0 1,0-2-1,0-1 1,-2-1-1,-1-1 46,-1-1-99,-7 4 1,7-9 0,-3 5-5,0-2 0,-2 0 30,4-1 292,-5-3-267,2 4 639,-6-6 469,0 0-449,0-6-930,-6 4 383,4-10-312,-4 4 0,6-1 0,0-1 1,-2-1-506,-2-1 538,2-2 1,-6 2 0,5 1-441,-2 1 517,1 1 1,4 0 0,-2 1-1,-1 0 172,-1 1-225,-1-3 0,3 2-130,-2 4 580,2 2 234,-4 2-373,6 6 1,6 2 0,2 6-24,0 0 1,2 2 0,-3 1 0,-1 1 342,0-1-390,5-1 1,-9-2 0,2 0 233,-2 0 1,-5 0-1,-5 0 395,-6 0-777,-9-7 1,-4 0 0,-7-7-961,-2 0 1,5 0 0,0-2 0,7-1 973,5-2 0,41-30 0,10-4 0</inkml:trace>
  <inkml:trace contextRef="#ctx0" brushRef="#br0" timeOffset="1">7294 9752 7920,'-8'-6'-107,"2"5"1,1-7 1109,0 3-431,-6 3 1,8-4-1,-6 6 535,-2 0-857,4 0 1,3 0 7,8 0 0,3 2 0,4 1 153,-2 2-244,1 6 1,4-8-41,0 6 0,0-6 1,1 4-1,-1-3 266,0 1-399,0 0 1,0 0 0,1 1 28,-1 2 1,0-5 0,0 3 0,1-1 226,-1 0-214,0 6 1,0-8 0,0 5-200,1-2 184,-1-1 0,5 0 1,0 1-1,-2 0 1,-1 2 76,-2 0-11,0-5 0,2 5 1,2-5 47,0 2-127,1 0 1,-4 0 0,-1 1 0,0 0-1,0 1 71,1-4-69,-1-2 0,0 1 1,0 1 110,0 2-76,1-1 0,-6-4 0,1 2 0,1 1 115,1 2-103,-4 0 0,0-5 50,-3 0-83,-4 0 35,12 0-6,-11 0-46,4 0 92,-6 0 0,-2 0 55,-2 0-173,2 0-129,-4 0 5,6 0 1,-2-2-1,-1-3-156,-2-4 112,1 3 0,-1-2 100,0 3-42,-6-3 1,9-1 0,-4 1 0,1 0 0,1 0-103,0-3 386,3 5 1,-4-2-206,0 3 0,1 2-22,4-7 448,0 7-10,0-3 0,1 15 1,2 2 259,2 0-451,0 0 1,0 4-100,-1-1-141,7 0 0,-9 0 1,3 0-423,-4 1-630,-1-1 0,-1-5 166,-4 1 951,-3-7 0,-63 10 0,28-9 0,1 0 0</inkml:trace>
  <inkml:trace contextRef="#ctx0" brushRef="#br0" timeOffset="2">5887 10094 7664,'7'-8'-343,"1"-3"0,-4 4 0,2-1 764,2-3-372,-5 5 1,5-5-1,-5 5 1,3-2 202,2-3-269,-5 4 1,5-5 0,-5 2-1,2-2-140,-2-3 221,5 8 0,-6-1 106,3 3 0,-4 2 371,-1-7-179,6 7-44,-4-3 204,4 6 205,-6 0-78,0 0-382,0 6-201,0 2 0,0 2 0,0-1 206,0 2-175,-6-5 0,4 7 0,-2-3 1,2 2 242,2 2-265,0 1 0,-5-1 0,1 2 31,0 3 0,-2-4 0,0 4 0,-2-1 228,-3 1-237,5-4 1,-7 11 0,3-6 22,-2 2 1,-2 2-1,-1 4 1,1-1 223,0-3-257,0 3 1,-1-10 0,1 5 147,0-1-177,0 4 0,4-7 1,2 4-1,1-2 1,0-1 281,1 2-446,-5-6 1,8 6 198,-7-7-138,7 0 0,-8 1 0,6-1 0,1-1 73,-3-4-102,6 4 7,-6-12 70,7 6 618,0-7-341,0 0-417,0-7 1,0 4 0,0-6 56,0-2 5,0-2 1,0 3 0,-1 3-219,-4 0 99,3-4 1,-4 3 0,6-6-44,0 0 211,-6 0 0,4 4 0,-3 1 102,4-2-170,-5 4 270,4 1-32,-4 6 0,6 2 0,0 2 1,0 6 330,0 2-291,0 3 0,0-1 1,0 0-108,0 0 0,0-4 0,0-1 129,0 2-358,0 2 1,6-4-1,3-1 8,4-1 0,1-3 1,1-4-1,-1 0-397,0 0 404,7-6 1,-4-2 0,5-6-148,-1 0 58,-3-1 0,-3 3 0,-3 1 0,-1 1 0,-1 1-1236,1 1 1462,-5 2 0,7 18 0,-5 4 0</inkml:trace>
  <inkml:trace contextRef="#ctx0" brushRef="#br0" timeOffset="3">5943 11928 8022,'0'-8'-330,"0"-5"955,0 4 1133,0 2-210,0-5-945,0 10-363,0-4 314,0 6-403,0 6 0,2-4 1,1 4-1,4-1 398,0-1-470,3 1 1,-1-3 0,1 1-1,1 2 1,2-1 336,1 3-319,6-6 0,-4 6 0,3-6-50,-3 4 1,3-4-1,0 4 1,0-3-169,1-2 124,-4 6 1,5-4 0,-7 2 117,0-2-166,7 4 1,-6-4 0,4 3-1,-1-2 1,-1 0 102,2 2-50,0-1 1,2 1-1,1 0 3,0-2 1,5 3-1,-4 1 1,3-1 21,-3 0-41,4-1 1,-6-3 0,2 1 7,-4 2 1,2-1 0,-2-2 0,-2 1 26,-1 2-47,-8 0 1,5-5-1,-4 0 16,4 0 1,1 0 0,0 0 0,0 1-2,1 4-5,-1-4 1,5 6 0,0-7-7,-2 0 0,-1 0 1,-2 1-1,0 2-21,0 2 22,1 0 0,-6-5-49,1 0 56,-1 0-3,-1 0 31,-2 0-18,-6 0 46,0 0-9,-6 0-1,4 0 94,-4 0 42,6 0-458,0 0 216,-6 0-164,4-6 0,-9 2-27,6-5 217,-6 6 1,8-8 0,-5 4 0,0 1 0,1-2-113,-5 0 266,6-1 0,-5-1 1,5 2-68,-2 2 1,3-3-1,-3 2 1,0 1 116,0 0-96,5 1 1,-9-1-64,2-4 1,2 4 0,0 0-75,2-1 115,-5 6-52,9-6 1,-5 7-174,2 0 86,3 0-74,-4 0 560,6 0-346,6 7 0,-4-4 1,4 5 29,0-2 0,1 5 0,4-3 0,-2 1 134,2 1-177,2-1 0,-4 4 1,1-2-1,1-1 1,2-2 0,-1 3 0,-1-2 56,-1 2-178,-1-5 1,1 2-18,-1-3 1,-4-2 84,4 7 123,-5-7 1,0 5 151,-8-4 1,-4-2 0,-7 4 0,0-1-52,-4 0-176,3 0 1,-11-4-1,5 2-346,0 2 1,1 0-1,7-5 1,-2 0-1601,-3 0-1320,10 6 3239,-10-4 0,43 4 0,1-6 0</inkml:trace>
  <inkml:trace contextRef="#ctx0" brushRef="#br0" timeOffset="4">8801 12283 7878,'7'-8'433,"-6"0"837,4 3 257,-4 4-254,-1-5-921,0 6 1,0-7-33,0-2 1,5 1 0,0-2 338,-2-1-560,5 5 1,-6-7-1,4 4 16,0-4 0,-4-1 0,3 0 0,-2-2 85,1-3-228,-2 3 1,9-6-1,-6 3 68,-2-4 0,5-3 0,0 1 0,1 1 69,1-1-157,-1-2 1,4-3-1,-2-1 43,-2-3 1,-1 1 0,3 6 0,-3 2 245,-1 1-184,4 1 0,-10-4 1,4 3 35,-4 5 0,1 3 1,1 1-1,2-3 139,-2-1-173,-1 7 1,-2-1 0,0 4 73,0-4 0,1 0 0,2 2 132,2 2 9,0 6-5,-5-10-46,0 11-609,0-4 286,0 6 0,0 2-17,0 2 114,0 4 0,-5 2 57,0-1 0,-6 1 0,2 4-26,-4 0-27,5-6 1,-3 5-1,5-5-7,-2-1 1,3 6-134,-4-3 87,-1 2 0,1-2-8,-1-1 0,6-6 0,-4 4-54,1-1 314,3-5-120,4 6 1,0-9-18,0-3-224,6 4 1,2-12-1,6 4 124,0-4 0,1-1 1,0 1-1,3 2-167,1 2 200,0 6 0,-5-5 1,0 5 13,0-2 1,1 0-1,0 5 1,1 2 263,-2 2-332,4-2 0,-10 11-456,6-4 0,-6 4-444,-3 1-808,-4 0 1,-1-4 1765,0-1 0,6 20 0,2 8 0</inkml:trace>
  <inkml:trace contextRef="#ctx0" brushRef="#br0" timeOffset="5">9996 12781 8041,'-8'-7'-3,"-3"4"1,4-5 0,1 0-1,-2 2 1,0-2 1201,-3 0-753,5 5 1,-2-3 0,5 4 0,-2-3 0,3-3 421,6 1 0,-1-1-656,6 3 1,1 2 0,4-5-1,0 0 16,0 0 0,2-1 0,1-6 0,4 1 351,1 0-526,-5 0 1,10 0 0,-1-2 57,5-3 0,1-2 0,6-4 0,3 1-141,5-1 102,-2-2 0,11-3 1,-4 0-9,-1 2 0,-2-4 1,-9 10-1,-4 0-15,-5 3-4,1 3 1,-15 2-1,3 1 74,-3 4 1,-8 1 479,-3 3-570,-4 4 193,-1-6-288,0 7 0,-6 2 0,-4 1 0,-2 3 1,-4 1 4,-3-1 65,3-1 0,-9-1 1,4 1-294,-1-2 181,-1 5 0,-1-6 1,2 3-1,1-4 1,4-1-193,1 0 276,8 6 0,-4-4 242,2 3-272,4-4 0,3-1 0,11 0 0,7 0 0,7 0-156,8 0 336,-1 0 0,6 0 0,-7 2 32,1 3-146,-1-4 0,-4 12 0,-2-5 0,-2 1 0,-4 1 43,-5 1-209,2 1 1,-12-2 0,4-1-11,-3 2-354,-2-4 1,0 5-1,-2-4 1,-4 2 517,-8-1 0,-32 32 0,-14 13 0</inkml:trace>
  <inkml:trace contextRef="#ctx0" brushRef="#br0" timeOffset="6">9384 13961 8059,'0'-15'787,"0"1"1,0 0 701,0 0-1198,0 6 1,0 3 0,0 10-1,2 4 1,1 5 929,2 5-1100,6-3 0,-3 11 0,7-5 1,3 2-1,2-2 0,1 0 0,1-1 334,0-1-360,-5 5 1,9-9-1,-6 3-299,2-3 156,-4 5 0,2-10 0,-5 3 0,-1-3-119,0-3-118,-6-2 346,-2-6 0,-6-2 1,0-2-1,0-6-425,0-2 277,-6-3 0,0-4 0,-6-1-371,3-2 483,0-2 0,-1 2 1,2 3-1,0 3 1,2 2 90,0 0-113,1 6 352,5 2-170,0 6 0,0 6 1,0 5-1,0 6 1,0 5 827,0 1-1021,0 3 1,0-5 0,0 4 274,0-1-621,0-7 0,-2 5 1,-2-4-1,-6 1 1,-3-2-2049,-1-1 1885,-6-2 0,2-4 1,-5-2-1127,-3-2 1643,-7 5 0,-22-16 0,-12 4 0</inkml:trace>
  <inkml:trace contextRef="#ctx0" brushRef="#br0" timeOffset="7">7578 13961 8054,'15'-21'185,"-1"5"1,-1-4-1,-2 7 1,-3 2 985,-2 1-935,-1 7 1,-7-1-1,-1 8 1,-3 6 0,-2 2-1,-3 4 562,-2 3 0,2-1-609,-3 5 0,3-1 1,-8 4-1,3-3 0,2 1 1,-1 0 356,1-1-440,0 1 0,0 0 0,-2 0-117,-3 1 1,2-3-1,-5 0 1,-1-1-77,1-4-71,5-1 1,-4-2 0,7-1-317,0-4 245,0-3 0,-1-6 0,3-1-128,2-4 326,4-3 1,6-11 0,0 0-11,0 2 65,0 1 1,0 2 0,2 1 153,2 4-68,-2 2 0,6 7 512,-3 0-469,2 0 1,8 2-1,-1 1 1,-1 3-1,-2 1 244,-2-1-761,1 5 1,4-8 0,0 5-31,0-1-515,0-3 1,1-4-1,-1 0 1,3 2 908,7 3 0,38-10 0,-21 4 0,0 0 0</inkml:trace>
  <inkml:trace contextRef="#ctx0" brushRef="#br0" timeOffset="8">9569 10662 7971,'0'-8'-180,"0"1"687,0 2-228,0 3 0,0-6 0,2 5 675,2-2-642,-2 1-163,4 4 1,-6-2-182,0-3 286,0 4-82,0-6 15,0 7 809,0 0-895,-6 0-145,4 0 143,-4 0-36,6 0 1459,0 0-3918,0 7 1348,0-6 1048,0 6 0,-13-7 0,-2 0 0</inkml:trace>
  <inkml:trace contextRef="#ctx0" brushRef="#br0" timeOffset="9">11531 9852 7356,'-8'-8'736,"2"0"1,4 5 764,-3-2-680,4 1 147,-5 4-763,6-7 1,1 6-49,4-4 1,3 2-1,6 0 1,0-2 40,0 2-99,1 1 0,4-3 0,1 1-25,2 0 0,-3-2 1,3 1-1,0 1 6,1-3-57,0 6 1,4-12-1,-2 5 189,-1 0-155,0-4 0,4 5 0,1-4 0,-1 2 0,1-2 199,-1-2-220,-6-1 1,5 0-1,-5 1 21,0 4 1,-1-4 0,-7 4 0,0-4 128,0-1-212,1-1 0,-1 3 1,0 1 32,0 1 1,0 1-1,1-4-9,-1 4-55,-6-4 0,4 10-41,-2-7 104,3 7 0,-4-3 0,-1 4-5,-2-2-66,-1 2 68,-5-4-310,0 6 214,0 0 51,-6 6 54,4-4 1,-11 4-41,4-6 50,3 0 0,-5 1 0,4 3 1,-1 0 1,-3 0-20,5-3 1,-2-1-1,5 2 5,-2 2 133,0-2 1,4 4 151,-4-6-209,4 0 37,-12 0-111,11 0 45,-4 0-521,6 0 201,0 0 0,6 0 250,4 0-11,2 0 0,3 0 1,-1 0-14,0 0 47,0 7 0,1-6 1,-1 6-1,0-3 201,0 1-148,-6 6 0,3-8 0,-6 7 120,-2 1 1,-1 1-1,-2 3 1,0-1 412,0 0-549,0 0 1,0 1 0,0-1 147,0 0-177,-7-6 1,4 4 0,-6-2-882,-2 3 559,4-6 0,-5 5-1657,2-8 1280,4 1 1,-2-5 681,3 0 0,-15-6 0,-10-2 0</inkml:trace>
  <inkml:trace contextRef="#ctx0" brushRef="#br0" timeOffset="10">9086 10421 8210,'7'0'2471,"0"0"-2544,-7 0 427,0 0-129,0-7 202,0 6 161,0-6-501,0 7 0,-7 0 1,-2 0 241,-4 0-317,-1 0 1,0 0 0,-2 0 0,-3 0-1,-5-1 284,-2-4-275,-3 4 0,1-6 0,-2 6 137,-3-4-158,3 3 1,-7-4 0,6 4 0,-3-1 0,3-1-94,1 0 116,1 3 0,1-4 1,1 0-182,3 2 141,-2 2 1,8-4-1,-4 0 1,2 2-1,1 1-16,-2 2 32,5-6 0,-4 4 1,5-2 32,1 2-18,0 2 1,-2-5 0,-1 1 0,-2 0 0,2 3 53,1 1-68,2 0 0,-2 0 1,-2 0-211,-1 0 192,0 0 1,0-5-1,-1 0 1,-2 2 0,-2 2-61,2 1 41,-5 0 0,7-5 0,-6 0-14,3 2 103,5 1 0,-4 2 0,5 0 0,-2 0 0,1-1 404,3-4-434,0 4 1,6-6 0,-1 7 46,-1 0-53,5 0 1,-5-1 0,5-2-79,-2-2 54,-2 0 0,1 5-353,-1 0 298,7 0 1,-5 0 0,5-2 136,-2-2 62,1 2-287,4-4 110,0 0 0,0 2 0,1-5-39,4-2-89,3-2 0,6-1 65,0 0 36,1 0 0,-3 4 0,-1 2 0,-1 0 23,1 0 25,-5 5-78,7-3 390,-12 6 287,6 0-345,-7 6 0,-2 2 341,-3 6-413,4 1 1,-12-1 0,5 0 0,-1 0 0,-1 0 284,-1 1-360,5-1 0,-5-5 1,4 1 103,0 1-160,3 1 1,-7 3 0,7-1 0,0 0-3,3 0-355,1-6 0,1 5-798,4-4 583,3-2 0,8 1 1,3-5-1,5 1 541,2 0 0,24-6 0,11-1 0,5-1 0,-1 0 0</inkml:trace>
  <inkml:trace contextRef="#ctx0" brushRef="#br0" timeOffset="11">17204 17444 8648,'-6'-8'854,"4"1"0,-6 7 1,3 0-1,-4 0-411,-4 0 0,4 0 0,-1 2 1,-1 4 396,-1 8-684,4 1 1,-5 7 0,4-5-1,-2 4 1,-1 1 0,3 5-1,-2 3 845,-2 3-933,-1 0 1,0 0-1,1 2-75,4 1 0,-2-4 0,4 1 0,1-3-8,0-2 90,1 1 0,7-1 1,1-1-10,1-3 0,12-2 0,-2-5 0,2 2-72,0-1 59,-2-2 0,1-2 0,-1 0-708,0 0-401,0-6 0,-6 5-1245,-3-4 844,-4-3 1,-7 1 1456,-3-7 0,-22-25 0,-8-13 0,-4-2 0,1 1 0</inkml:trace>
  <inkml:trace contextRef="#ctx0" brushRef="#br0" timeOffset="12">16962 17927 7994,'8'-14'2191,"-2"4"-781,-6 1-870,0-1 1,5 1 205,0-1 0,6 7-570,-2-2 0,4-1 1,3 0-1,1-1 225,2 1-411,6 1 0,-2 5 0,5 0 1,0 0-1,1 0-373,-1 0 263,1 0 1,-6 0 0,0 0-210,-3 0 61,-1 0 1,-9 0 0,-3 2 537,0 3-107,-2 3 0,-5 1 0,-2 1 1115,-3 1-999,-3 1 1,-1 2 0,1 1 0,0-1 0,2 0 962,-1 0-1101,-4 1 0,10-6 1,-4 1-43,3 1-62,2 1 0,0 2 0,2 1 0,3-3-57,4-2-105,4-4 1,1-1 0,0 0-143,1-2 206,-1-2 1,5-2 0,0-4 0,-2-5 0,-1-2-202,-2-2 207,-6-7 1,3 4 0,-6-7 35,-2-1-183,-2-2 1,-2 5 0,-4 3 0,-4 3 0,-6 2-169,-3 0 346,2-1 1,-6 7-1,4 4-86,-1 2 142,-6 2 0,9 6 0,-3 4 0,3 1 0,2 0 174,0-1-225,6-1 1,2 5 0,6 0-63,0 1 28,0-7 0,3 3 1,5-5-1,6 0 1,3 1-529,4-4 538,1-2 1,7-2-1,1-2 96,3-2 1,-3-6 0,3 3 1,-8-6-1,-1 1 0,0 2 389,-2 2-196,-2-1 1,-6 2-27,1 3 63,-7 4 0,-1 1 0,-3 3 1,0 5 929,0 6-939,-3 3 1,-1-1 0,2 2 548,2 1-671,-2 6 1,4-9 0,-6 4 0,2-1 0,1 0 330,2-2-358,0-1 0,-5-6-431,0-1 81,0 1 661,0-2-355,0-8 0,-2-8 0,-1-8-739,-2-3 570,0 3 1,5-11 0,0 4 0,0-4 0,0 0-73,0 3-174,0-3 0,7 7 0,2-4-162,4 5 90,1 3 1,2 4 0,1 1-1,2 3 1,0 1-1849,2 4 1270,-6 8 0,6 3 0,-7 6-309,0 0 47,1 1 0,-6 5 1245,1 4 0,-14 15 0,3 6 0</inkml:trace>
  <inkml:trace contextRef="#ctx0" brushRef="#br0" timeOffset="13">17957 18026 7994,'-7'0'391,"-1"-6"0,4-3 729,0-4-591,-7 5 0,8-3 0,-5 5 1,1-2 2481,4-3-2143,2 4-698,-6 1 1,7 6 0,0 0-119,8 0-50,5 0 0,1 0 0,2 2 277,3 2-387,-3-2 1,9 6 0,-5-5 0,1 2 0,-1-2-1087,-2-1 1059,-2-2 0,-2 0 1,0 0 213,0 0-92,0 0 1,-6-7 0,-3-2-56,-3-4 60,-2 5 0,-7-3 0,-2 6-10,-4 2 46,-7 2 0,2 1 1,-4 0-1,0 0 0,2 0 53,-1 0 64,2 0 1,5 6-85,0 3 31,-1 4 1,8 1-1,2 1 1,5-1 73,5 0-163,2 0 0,9-1 1,2-4 45,1-4-227,0 3 1,-1-6 0,3 2 0,0-2 0,-1-2-534,-3 0 601,-1 0 1,0 0 0,0-2 40,-2-2 127,3 2 0,-10-11 0,4 5 1,-3-1 369,-2-1-83,-1 7 89,-5-3-212,0 6 1,1 0 0,3 2 668,0 2-686,7-2 0,-9 11 1,4-6-107,1 1-91,-6 5 1,10-5 0,-4 6 0,0 0-79,4 1-179,-4-8 1,5 4 149,-2-6-104,-4 0 0,7-5 64,-4 0 136,4-6 0,-5 2 0,-2-5-7,1-2 34,-6-2 0,5-1 1,-6 0-1,0 0 70,0-1-31,0 1 1,0 0 239,0 0 1,-1 4 24,-4 1-549,4 6 1,-6-5-332,7 3 443,7 3 1,0-4 0,8 6 0,-1 2 0,2 1-233,3 2 286,-4-1 0,11 1 0,-7 0-28,-2-2 71,5 5 0,-6-7 1,3 4-1,-3-3 0,-2-2 191,0 0 176,0 0 0,1-2 135,-1-3-400,-6 4 1,-2-12-1,-6 4 1,0-4 174,0-1-241,0 6 165,0-5-357,-6 5 1,-2 1 0,-6 2 0,-1 3-393,1 2 490,0 7 0,0-1 0,1 5-17,4-2 1,-2 1 0,6 4-77,2 0 167,1 1 1,2-6 0,0 1 3,0 1 1,6 1 0,4 1 0,2-2 133,3-2-155,5-5 1,-2 7 0,4-7-14,-2-1 0,6-1 0,-3-2 0,2 0-23,-1 0 40,3-6 0,-10-2 0,6-6-28,-3-1 5,-1 1 0,-9 0 1,-3 0-1,0 0 364,-4-1 41,-2 7-742,-1 2 415,0 6 1,0 2 0,-1 2 0,-2 6 778,-2 3-631,0 1 0,1-5 1,-1 1-56,2 1 0,1 1 0,0 3-202,-2-1 42,2-6 0,-4 0 472,6-4 905,0-2-1249,0 4 0,0-7-400,0-4 1,1-3-1,4-8 1,5-1-99,2-2 300,2-6 0,1 9 0,-1-3-134,0 3 0,0 2 0,-1 0 1,-2 1-664,-1 4 4,-1 2 0,5 7-30,0 0 0,1 2 1,-3 3-764,-2 4 639,2 4 1,-10-4 1037,3 1 0,15 5 0,4 8 0</inkml:trace>
  <inkml:trace contextRef="#ctx0" brushRef="#br0" timeOffset="14">19365 17742 7994,'0'-14'452,"0"0"-362,0-1 937,0 8 1,2-6-574,2 3 0,4 3 1,6-1-1,1 1 350,-1 4-679,6 2 1,-4 1-1,3 1 18,-3 4 1,-2-2 0,-1 7 0,-2 1-98,-2 1 0,-5 2 1,7 1 0,-7-1-43,-1 0 1,-1 5-1,-4 2 1,-1-1-199,-1 1-16,-7-2 1,4 0-1,-4 0-106,2-2 1,1-1-1,-3-2 1,1 0-866,-1 0-1034,-1 1 2215,-3-1 0,-24 0 0,-7 0 0</inkml:trace>
  <inkml:trace contextRef="#ctx0" brushRef="#br0" timeOffset="15">19237 18282 11497,'8'0'1410,"-2"0"-2329,-6 0 919,0 0 0,-19-38 0,-4-9 0</inkml:trace>
  <inkml:trace contextRef="#ctx0" brushRef="#br0" timeOffset="16">18910 6611 7885,'0'-8'964,"0"-5"0,0 10 41,0-7 0,0 6 627,0-6-1274,0 7 1,-2-3-76,-2 6 1,2 6-160,-3 4 0,4 4 1,1 3-1,0 2-152,0-2 1,0 4 0,0 0 0,0-1-234,0 1 161,6-2 1,-4 0 0,2-1-47,-2 0 0,-2-2 0,0-2 1,0 0-503,0 0-133,0-6 285,0 5 17,0-12 0,0 9-1677,0-10 1540,0 3 1,0-16 615,0 4 0,0-42 0,0-10 0</inkml:trace>
  <inkml:trace contextRef="#ctx0" brushRef="#br0" timeOffset="17">18967 6440 7804,'-8'-14'452,"-5"0"1,4-1 642,-4 1-863,-1 6 1,5-3-1,-1 6 1,-1 1-1,-2-1 1,-1 0 650,0 2-855,0 2 1,0 7 0,-1 3 29,1 4 0,0 6 1,0 1-1,-1 3 344,1 2-325,6 8 0,-4-1 1,2 4 84,-2-1-150,4-2 0,-3 0 1,4 0-1,1 0 0,0 1-273,2-1 213,3 6 1,1-9 0,0 3-210,0-3 257,0-1 1,0-7 0,1-2-1,4-1-110,5 0 238,2 0 1,3-6-1,-1-4-53,0-4 83,0-3 1,7-2 0,2 0-1,4 0 1,2-2 596,-1-3-702,7 4 0,-3-13 0,4 1-18,-1-4 0,3-7 1,-5 3-1,0-1 66,2-3-9,-5-2 1,0-1 0,-10-1 38,-4 1 47,1-1 1,-10 1 0,2-2-1,-4-3 1,-5-3 426,-5-1-733,-3-4 0,-8 5 0,-1-5 175,-2 3-135,-6-3 1,7 12-1,-5-1 1,-1 7 0,2 4-1418,3 6 1141,3 5 0,2 3 0,0 1-640,0 0 1,-5 8 0,0 4 0,1 4 1003,2 9 0,2 36 0,0 10 0</inkml:trace>
  <inkml:trace contextRef="#ctx0" brushRef="#br0" timeOffset="18">19465 6753 8989,'7'0'3645,"1"0"-1932,-3 0-2731,-3 0-873,4 0 1891,-6 0 0,-13-7 0,-2 0 0</inkml:trace>
  <inkml:trace contextRef="#ctx0" brushRef="#br0" timeOffset="19">20346 6483 7268,'0'-10'-440,"2"1"2139,2-2-941,-2 4 1,4-5 322,-6 2 0,2-1-611,3 2-43,-4 2-129,5 7 1,-10 7-116,-1 2 1,-6 5 0,1 5 0,-2 3 221,-2 1-346,-1 3 0,1-3 0,0 5 0,0-1 1,0-2 119,-1-1-348,1 0 1,0-1 0,1-1 61,4-1-106,-4-2 0,7-5 0,-5 0 1,3 0-504,2 1 406,1-7 1,3-2-474,-3-6 188,4 0 1,-4-2 0,8-2-1400,2-6 1672,6-9 1,-5 2-1,5-5 49,-1 1 0,-1-6 0,6 0 1,-1-4 272,0-1 0,0 2 0,2 2 0,1-1 0,2 1 49,0-1 0,-4 7 0,-1 3 1,0 5-1,0 3 1763,0 2-1402,1 5 1,-6-2 0,-1 8 1609,-2 2-1686,5-2 0,-9 11 0,4-4 0,-1 4 0,0 3 1392,-2 3-1413,-1 3 1,-2 1-1,1 1 124,4 1 1,-4 1-1,6-1 1,-2-1 623,-1 1-952,1 2 1,-3-4 0,1 0-54,1-3-119,1 5 1,0-9 0,0 3-1,-1-5-1157,3-4 123,-6 2-143,6-10 513,-7 4 0,0-7 0,1-4-1434,4-4-397,-3-4 2558,4-8 0,-12-45 0,2 24 0,0 0 0</inkml:trace>
  <inkml:trace contextRef="#ctx0" brushRef="#br0" timeOffset="20">20374 6696 7798,'-7'0'-318,"-6"0"1966,3 0-900,4 0 1,-2 0 1561,3 0-1222,4 0-510,-5 0-230,6 6-386,6-4 0,2 4 0,8-6 0,1-1 0,4-3-2246,1 0 1816,8-7 0,0 4 0,4-4-459,1 2 1,-3-5-1,4-5 1,0 0-547,1-2 1473,1 5 0,3-11 0,-3 4 0,-5-4 0,-9 5 0,1-3 0,-8 6 1010,-4 1-786,-5 9 0,-10 2 0,-3 7 1640,-4 0-1286,-4 7 0,-6 1 1,-1 7-1,-2 3 1,-4 2 1569,0 2-1854,3 2 1,3-2 0,6-3-81,-1-3 1,3 0-1,1 1-428,1 2 213,7 0 0,3-9 0,10-1-387,2 2 252,9-5 0,-4 1 1,7-7-1,1 0 1,0 1-580,-1 4 583,-3-3 1,-7 6 0,0-5-196,0 1 392,-6 1 1,3 1 0,-8 4 0,-4 1 447,-7-2-429,-5 4 1,-6-7 0,-1 5 56,-2-1-301,-2-7 0,-3 3 0,2-4 0,3 1 0,0 2-552,0-2 537,4-1 1,-2-2-87,5 0-17,1 0 119,6-7 201,2 6 1,8-6 871,2 7-722,4 0 1,2 0 0,-1 0 0,2-1-1,2-2 850,1-2-903,7 0 0,-6 0 0,6-1-404,-1-2 137,3-1 0,5-5 1,0-1-1,1 0 1,-1-3-1221,1-1 1000,-1-6 0,1 8 0,-1-7 166,0-1 1,-5 4 0,-6 1 0,-4 2-399,-4 4 1332,-6-3-477,4 9-195,-7 0 0,1 1 0,2 9 0,4 1 1,1 4 720,3 0-462,1 3 0,2 4 1,1 0 303,-1 1-467,0-1 0,-4-5 1,-1 1-1,1 1 0,-3 1 126,-2 3-229,-3-1 1,-2 0-1,0 0 300,0 1-416,0-1 1,-8 0 0,-5-1 0,-6-2 0,-3-2-943,-3 2 831,4-5 0,-6 2 0,4-4-433,-4 0 460,5 1 0,0-5 0,4 0 0,-1 0-106,2 0 180,7 0 0,4-2-198,6-2 303,0 2 1,2-4-1,2 6 360,6 0-112,3 0 0,1 0 1,0 0 150,0 0-441,0 0 1,2 0 0,2 0-1,2-2 1,2-1-566,4-2 419,-6-6 1,7 8 0,-3-6-348,3-2 223,1-2 1,0-1 0,1-2-1,-2-1 1,-2-2-159,-1 1 334,-7 2 0,4 2 0,-7 0 579,0 0 678,-6 6-229,-2-5-745,-6 12 0,-5-4 1,-1 10 556,-2 4-599,5 4 1,-8 1-1,6 0 1,2 0-1,0 1 641,-2-1-816,4 0 1,-6 0 0,9 1-716,3-1 530,3 0 0,6-5 0,0-1 0,2-1 0,3-4-1193,4-2 1071,4-1 0,2-1 1,-1-4-372,1-4 529,-1-4 0,-1-1 0,-2-2 0,-3-1 1,-1-2 339,-4 1 156,-7 2 0,1 2 355,-7 0 442,1 6-137,-5 2 0,0 17 14,0 3-752,0 3 0,0-2 0,0-1 229,0 0-490,0 0 0,0-4 0,0-1 0,0 2-904,0 2 531,0-5 1,2-2-642,3-6 837,2 0 0,8-1 1,-3-4-1,-1-3-784,-1 0 1039,-1-5 1,1 10-1,-2-6 218,-2-2-141,5 4 1,-8-5 375,7 2-392,-1-2 0,1 4-36,-1 3-20,-6 3 0,5 2 139,-3 0-273,3 0 76,0 0 107,-2 0 235,0 0-217,-4 0-140,4 0-167,-6 0 119,0-6 0,-1 5 0,-2-6-118,-2 1 47,0 4 1,3-9-1,-2 5-169,-6-2 264,-2 5 0,2-8 0,1 6-13,-2 2 11,-2 1 1,-1 2 0,1 2 0,2 3 0,2 4 140,-2 4-52,-2 1 0,0 0 0,2 0 84,2 1-167,6-1 0,-9 0 1,8 0-1,1 1 1,1-1-28,2 0-102,0-6 0,2 0 0,2-5 35,6 2 1,4-1 0,3-5 0,2-2-389,-1-2 436,-2-6 1,-2 3 0,0-6 280,0 0-72,0-7 1,-1 5 0,-2-3 0,-3 3-1,0 2 653,0 0-424,-5 6 1,3-5-187,-6 4 0,0 4 295,0 5-296,0 7 1,0 12 0,0 1 131,0 2 0,0 2 0,0 4 1,0 1 737,0-1-950,0 7 0,0-5 1,0 3-114,0-3 0,5-1 0,0-1 0,-2-1-344,-1-3 270,-2 2 0,0-10 0,0 3 0,0-3 0,-2-3-595,-3-4 581,4 4 1,-12-12-1,3 4-19,-2-3 127,-2-2 1,-1 0-1,1 0 1,0 0-1,1-2 209,4-3-122,-4-3 0,7-6 1,-4 0-450,6 0 227,2-7 1,2-1 0,0-6 0,2-1 0,2 1-681,6-1 522,3 1 1,2 4 0,3 2 36,1 2 0,6-4 0,-1 5 0,3 2-339,1 1 708,-6 2 0,5 6 1,-3 3 216,2 3-278,-3 2 1,-1 0-1,-7 2 1,1 3 0,-3 4 366,0 4-214,-1 1 0,-4 0 0,-3 0-46,-4 1 0,-1-6 0,0 1 0,0 1 137,0 1-721,0-4 149,0 5 1,-1-12 92,-4 4 86,4-3 1,-6-4-1,7-4-578,0-8 519,0-1 0,2-7 0,3 5 0,4-2 1,4 0-425,1-2 716,0 6 0,5-1 0,0 6 495,-2-1-487,-1 5 1,-2 0 0,1 6 0,-1 1 0,0 4 888,0 4-738,-6 4 1,3 1 0,-6 1 373,-2-1-498,5 0 0,-5 0 1,5 0-1,0-1 0,0-4-497,3-4-99,-5 3 0,7-6 1,-4 2-342,4-2 1,3-7 0,1-1 0,4-4-2117,1-5 2126,-5 0 1,4-7-1,-7 5 744,0-2 0,-6-32 0,-2-2 0</inkml:trace>
  <inkml:trace contextRef="#ctx0" brushRef="#br0" timeOffset="21">23502 6355 7699,'-14'-7'346,"5"6"1,-1-4 0,1 2-1,-1 0 2751,1-2-2798,6 0 0,-4 4 0,9-2 1,3-2-1,6 2 0,6 1 553,7 2 0,4 0-656,5 0 1,-1 0 0,6 0 0,1 0 31,2 0-221,-4 0 1,2 0 0,-6 0-1,-1 0 1,-2 0-138,-2 0-1182,-5 0 0,-3 0 382,-6 0-312,-6 0 1,-5 0-1,-11 0-843,-6 0 1724,-9 0 0,5 0 0,-4 0 361,2 0-14,-6 0 1,10 0-1,-2 0 1,0 0-246,-1 0 471,3 0 0,1 0 2196,5 0-844,1 6-669,1-4 1,1 11 0,7-4 1093,0 4-1657,0 1 0,0 0 0,0 0 864,0 1-972,7 5 0,-6-2 0,4 4 0,-3 0 0,-2-2 666,0 1-773,0 4 1,0-8-1,0 6-36,0-3 0,-2 4 1,-1-5-1,-2-2-131,2-1-17,1-8 1,2 4-845,0-2-499,0-4-2249,0 1 2441,0-7 0,0-7-1275,0-2 2493,0-4 0,13-21 0,6-9 0,1-4 0,0 1 0</inkml:trace>
  <inkml:trace contextRef="#ctx0" brushRef="#br0" timeOffset="22">24043 6383 7699,'-8'-8'2305,"-3"0"-670,6 4-965,0 2 1,7-4 365,3 6 1,7-5-763,7 0 1,6 1 0,-1 4 0,3 0 357,1 0-747,1 0 1,-1 0-1,1 0 1,-2 0-1,-4 0-1835,-4 0 738,-3 0 0,-2 0-1652,0 0 2100,-6 0 1,-3 1 0,-10 2 763,-4 2 0,-4 0 0,-1-5 0,0 0 0,0 0 0,-1 0 0,1 0 0,0 0 0,4 0 641,1 0 732,-1 0 0,1 0 1005,0 0-630,-1 0-225,2 0-1242,2 0 1,6 6 0,0 4 845,0 2-919,0 2 0,0 1 0,0 0 0,0 4 0,0 3 306,0 1-453,0 3 0,0-3 0,0 3 0,0 0 0,0-3 187,0 3-234,0-6 1,0 1-1,0-5 60,0 2-434,0-8 1,0 9-361,0-10-943,0-2-3065,0-1 892,0-19 3836,0 4 0,19-37 0,4 0 0</inkml:trace>
  <inkml:trace contextRef="#ctx0" brushRef="#br0" timeOffset="23">24540 6426 7699,'2'-14'1062,"1"-1"-251,2 1 263,-1 0 1,-4 4 0,2 3 100,3 0 1,-2 3-54,6 4-862,-5 6 1,2 2-1,-6 8 263,0 2-273,0-2 0,0 11 0,0-3 1,0 3-1,0 1 515,0 1-665,-6-7 1,4 8 0,-4-5 0,1-1-1,0-1 160,2-1-225,1-4 0,1 7 0,-2-6-148,-2-2 75,0-1 1,5-6-1,2-2 1,1 0 0,3-2-156,2 0 264,-5-1 0,10-5 1,-2 0-1,5 0 0,3-2 553,-2-2-444,-1 2 1,3-6 0,0 5 307,-2-2-201,-1 0 1,-2 1 0,1-1-88,-1 2-128,-6 1 1,0-3-913,-4 1-543,-2-1 72,4 5 1,-7 0-1204,-4 0 1317,3 0-664,-4 0 358,6 0 1503,0 0 0,-6-6 0,-2-2 0</inkml:trace>
  <inkml:trace contextRef="#ctx0" brushRef="#br0" timeOffset="24">25735 6653 7917,'0'-14'498,"0"0"0,-2 0 0,-3-1 0,-3 1 2747,0 0-2293,-4 6 1,9 2-543,-7 6 0,7 6 1,-2 4-1,4 2 309,1 2-760,6 7 1,-3-4 0,5 7 107,-2 1 0,5-3 1,-3 2-1,2 0-278,-1-2 142,1-2 0,4-4 0,0 2 38,0 1 0,1-5 1,-1-6-1,0-2-437,0-3 345,1-1 0,0-9 1,3-2-77,1-4 0,0-7 0,-5-2 0,0-2-137,0 0 369,-6 1 0,3-1 0,-4 2 259,0 1-138,-3 2 0,2 5 283,-6 0-495,-6 6-908,4 2-88,-11 6 695,12 0 1,-4 4 135,10 1 1,3 0 0,6-5 0,2 0-288,3 0 681,3 0 1,1 0-1,1-2 37,1-2 0,-2 2 0,-1-3 0,0 4 446,0 1-322,-5 0 0,4 0 0,-7 0 108,0 0 0,-4 0-480,-1 0 261,-6 0 96,4 0 68,-7 0-232,0 0-149,-7 0 1,-1 0 0,-6 0-499,0 0 375,0 0 1,-2 0 0,-1 0 33,-2 0 1,0 4 0,5 3-1,-1 1-216,1 3 174,0-5 0,1 7 1,2-4-3,2 4 1,4-4-1,-3 1 1,2 1-364,3 1 278,1-4 193,2 5 1,6-12-1,4 4 1,2-3 216,3-2-218,-1 0 1,0-2-1,0-3 173,1-4 0,-1-2 0,0 0 0,-1 1 949,-4-1-686,4-1 1,-10-2 1,6-1 0,-5 6-70,0-1-1050,-2 7 505,-2-3 0,0 7 1,0 4-285,0 5 481,6 2 1,-4 3 0,4-1 11,0 0 0,-2-5 0,5-1 0,2 0-85,2 0 77,1-5 0,2 4 0,1-7 0,2 0 0,6 0 1,-3-2-1,2-3-161,0-4 107,0-10 1,4 1 0,-1-5-148,-3-3 0,-2-5 0,-7-4 0,1-1-476,-3-4 684,-2-1 1,-3-1-1,-3-1 3,-4 0 1,-1 7 0,-1 4 0,-3 7 93,0 6 134,-1 10 0,-1 2-268,-4 7 0,2 8 0,0 6 0,0 9 182,1 3 29,-3 3 1,1 1 0,1 1 150,1 3 0,-2-1 0,3-3 1,-1 1 635,1 3-835,1-1 0,5-6 1,0-2-132,0-1 0,0-2 0,2 1 0,3-4-6,4-3-191,10-2 1,-2-1 0,7-4-447,1-4 380,-4-3 0,4-2 0,-4 0 0,-1-2 0,1-3-341,-4-4 544,-1-4 1,-2-2 0,0-3 183,1-1 1,-1-4-1,0 2 1,-1 0 372,-4 1-230,-3 1 1,-1 10 393,0-1 145,0 1-1042,-5 1 242,0 8 0,0 8 0,-2 6 533,-3 0-478,4 0 1,-6 0 0,7 2 0,0 2 0,0 1-98,0-2-115,0-8 0,2 7 0,1-5-213,2 0 0,6-4 1,-2 1-1,4-2-586,1-3 762,0-1 0,1-2 1,-1 0-412,0 0 519,0-7 0,1-1 1,-1-6-1,0 2 1,-1 0 303,-4 3-167,4 0 1,-12-1-1,6 2 450,-1 2-400,-4-5-138,4 9 556,-6-4 1,1 12-157,4 4 1,-3-2 0,4 1-59,0 2-348,-4-5 0,11 1 1,-4-6 10,4 4 1,6-3 0,0 2-1,-2-2 389,-1-2-425,4-6 0,-4 2 1,3-5-269,-3-2 1,-2-2 0,0-1-1,-1 0 279,-4 0 60,4-1 1,-11 1-1,2 0 1,-2 0-11,-2 0 1,0 4-1,-2 2 1,-2 2-554,-6 3 446,-2 1 1,-3 4-1,1 2-301,0 6 403,0-4 0,0 7 1,1-4-1,2 4 0,3 1 604,2 0-466,1 1 1,5-1-1,0 0 5,0 0 1,0-4 0,3-1 0,5 1 28,6-2-161,10-2 1,-2-6 0,6 0-279,1 0 0,-1 0 0,1-2 0,-1-1-1845,1-2 1035,-1-6 0,0 4 1079,1-8 0,6-31 0,1-7 0</inkml:trace>
  <inkml:trace contextRef="#ctx0" brushRef="#br0" timeOffset="25">21384 6113 8129,'-8'0'713,"-5"0"0,10 0-202,-6 0-234,6 0 0,-5 2 0,5 2 0,-2 6 28,2 2 0,1 3-293,2-1 1,0-5-1,0 1-290,0 1 224,0-5 0,2 1 0,2-9 1,6-3-1,1-4-39,-2-4 384,4-1 0,-5 0 0,5-1-46,-4 1 1,2 5 0,-6-1 122,-2-1-526,-1 5 0,-4-2 1,-3 5-643,-4-2 0,1 0 0,-2 7-2145,-1 3 2945,-1 3 0,16 37 0,6 9 0</inkml:trace>
  <inkml:trace contextRef="#ctx0" brushRef="#br0" timeOffset="26">29303 6596 7974,'8'-7'185,"0"-6"0,-5 3 1,2-2 991,-2-2-773,-1-1 1,-2 6 0,0-1 0,0-1 1104,0-1-1378,0 4 1,-5 0 0,-1 5 0,-2-2-17,-3 2 0,-2 3 0,-1 3 0,0 3 214,-1 2-285,1 2 0,-2 5 0,-1 3-77,-2 1 0,-2 6-46,2-1 0,2-2 1,-5 2-1,1 1-26,4 2 65,1 1 1,4 1-1,1-3 1,3 0-1,1-4-270,4-2 304,2 6 1,2-11 0,4 4-10,4-3 1,6-8-1,2-2 1,4-1 11,1 0 92,1 0 0,4-7 0,-1-3 8,-3-4 0,-1 1 1,2-2-1,-5-1 274,-3-1 116,-2-2 0,-5 2-242,1-2 0,-7 3 0,2-8-163,-4 3-63,-7 2 1,-2 2-1,-8 2-274,-3 5 0,2 4 0,-5 1 0,0 0-815,0 0 790,4 0 0,-7 1 0,6 4-301,2 5 1,3 2-1,2 2 1,5 1-1439,0-1 1598,3 0 0,4 0 1,0 1-608,0-1 1028,6-6 0,27 17 0,13-1 0</inkml:trace>
  <inkml:trace contextRef="#ctx0" brushRef="#br0" timeOffset="27">29588 6625 7974,'0'-14'179,"0"-1"830,0 1 961,0 6-457,0-4-1268,0 10 0,-2-4-32,-3 6 0,2 6 1,-5 5-1,0 5 706,0 3-778,5 0 0,-9 0 0,2 1 257,-3 2-355,6-4 1,-6 4 0,3-5 0,-2 2 0,-1-1-346,4-3 304,-4 0 0,10-1-198,-7 0 1,6-4-424,-6-1 492,13-6 0,-4 4 0,13-9-13,4-3 1,6 4-1,-1-6 1,1 3-95,3-1 268,2 0 1,-3 5 0,-2-1-32,-2-4 0,4 3 1,-5-3-1,-1 4-31,-3 1 244,0 0 0,-6 0-15,0 0 0,-4 0 1,3-2 354,-2-2-522,-1-4 0,-5-7-238,0 1 199,0 0 0,0-5 0,0 0 0,0 2 0,0 1 92,0 2-120,0 0 0,-1 4 59,-4 1-151,3-1 1,-4 4-1,4 6 438,-2 8-33,2 11 1,-4 1-1,4 5-27,-3-1 0,4 0 0,-4 4 1,2 1 425,-2-1-306,4-6 1,-10 5 0,6-3-69,2 3 0,-4-5 1,3-2-1,0-1 119,3 0-345,1 0 1,0-5 14,0 1 0,0-6-23,0 1 244,0-7 228,0 3-855,0-19-525,0 4 0,0-12-1959,0 7 0,0 0-438,0 0 3234,0-1 0,25-18 0,7-5 0</inkml:trace>
  <inkml:trace contextRef="#ctx0" brushRef="#br0" timeOffset="28">6740 10449 8236,'0'-8'1718,"0"-4"62,0 2-1374,0-3-260,0 6 0,0 2 0,0 10 0,0 4 65,0 4 1,1 1-175,4 0 1,-3 5 0,2 2-1,-2-1 56,-2 1 1,0 4 0,1-3 0,3 2 254,0-1-348,1 1 1,-5 0 0,0-1 46,0 3-57,0-6 1,0 6-1,0-7 1,2-1-1,1 1-44,2 0-101,-1 0 1,-4-4 79,0-1 0,2-2 0,1-1-51,2-1-685,0-7-1179,-5 3 133,0-6 1391,0-6 0,0 3 466,0-7 0,0-24 0,0-12 0</inkml:trace>
  <inkml:trace contextRef="#ctx0" brushRef="#br0" timeOffset="29">6797 10534 8044,'0'-14'268,"0"0"-9,0 0 233,0 6 1,1-3-1,4 4 1,4 1 785,4 0-1116,1 1 0,0 5 0,1 0-100,-1 0 0,-5 0 0,1 0 0,1 0-141,1 0 186,3 0 1,0 2-1,3 1-213,1 2 132,6-1 0,-3-4 1,7 0-1,-1 0 0,1 0-42,-1 0 62,7 0 0,1 0 1,8 0-73,4 0 1,-4 0 0,3 0 0,-2 0-138,-3 0 166,1 0 0,3 0 0,-2 0-61,-3 0 0,-6 0 1,3-1-1,1-2 21,2-2 74,-4 0 0,4 5 0,-5 0 11,0 0 1,7 0 0,-2-2 0,5-1 228,0-1-268,-8-1 1,3 5 0,-3 0 1,3 0 0,-5 0 1,-4-2-1,-6-1 55,-2-2-121,0 1 0,-1 4 0,0 0 24,-3 0 1,-1 0 0,-3 0-54,3 0 76,-3 0 0,4 0 0,-6 0 8,1 0 0,-1 1 0,0 2 1,0 2 83,0-2-40,1-1 0,-6-2 330,1 0-167,-7 0 8,3 0-58,-6 0-220,0 0 153,0 6 104,0-4 0,0 10-187,0-2 23,0 3 0,0 1 0,0 0 0,0 2 0,2 1 96,2 2-124,-2 0 0,4 0 0,-4 2 95,3 1-116,-4 1 0,6 1 0,-7-2 1,1 0-1,2 0-43,2 4 45,0-6 1,-5 5 0,0-4 7,0 1 1,0-5 0,0 4 0,0-2-24,0 0-3,0 0 0,0-5 0,0 0 25,0 1-114,0-8 0,0 6-74,0-3 129,0-4-6,0 6 230,0-10 0,0 3 275,0-10-397,0 3 0,-2-4 0,-3 6 45,-4 0 1,-4-5-1,-2 1 1,-3 1-36,-1 1-62,-6 2 0,8 0 0,-7 0 40,-1 0-58,-2 0 0,-2 0 0,1 0 0,-2 0 1,-2 0-181,-1 0 201,-6 0 0,7 0 0,-6 0-50,-1 0 50,4 6 1,-6-4 0,3 3-1,-3-4 1,0 1-226,3 2 197,-3-2 1,9 4 0,-6-6-34,-1 0 1,4 0 0,2 0 0,1 0-167,-1 0 211,3 0 0,-6 0 0,4 0-63,-1 0 84,0 0 0,3 0 0,-3 0 0,-4 0 0,-1 0 18,0 0-36,0 0 0,-4 0 1,-1 0 86,0 0-60,7 0 0,-3 0 1,4 0-1,-1 0 0,-2 0-11,1 0 16,3 0 1,5 0 0,1 0-44,-1 0 129,1 0 0,1 0 1,2 0-1,1 0 1,-1 0 540,-2 0-576,5 0 1,1 0 0,7 0 134,0 0-782,0 0-315,-1 0 404,7 0-282,2 0 136,6 0 0,2 0 0,2 0 650,6 0 0,34-12 0,10-4 0</inkml:trace>
  <inkml:trace contextRef="#ctx0" brushRef="#br0" timeOffset="30">7564 10506 8100,'0'-14'-66,"0"4"1301,0 1-736,0 6 0,0-7 592,0 10-822,0 3 1,0 12 0,0-1 0,2 0 592,3 0-769,-4 0 0,5 1 1,-6-1-32,0 0 1,0 2 0,0 1-1,2 2 72,3-1-189,-4 4 1,6 0-1,-7 5 158,0-4-112,0 4 0,0-5 0,0 7 0,1-1 0,2 1 131,2-1-63,0-6 1,-5 3 0,0-4 108,0 1-127,0-5 1,0 4 0,0-7 102,0 0 169,0-6 473,0-1-619,0-7 0,0-2 0,0-3 0,0-4 1,0-4-27,0-1-112,0-7 0,0-1 1,0-6-725,0-1 509,0 1 1,0-2 0,0-2 0,0-2 0,0-1-965,0 0 971,-6-4 0,4 9 0,-3-4-69,4 4 248,1 2 1,0 6-1,-2 5 1,-1 4 458,-2 3-472,0 7 1,5-1 0,0 8-29,0 6 189,-6 2 1,5 9 0,-4 3-1,3 2 1,2 3 928,0-1-837,-6 1 1,4-1-1,-2 1 496,2-1-704,2-6 0,0 3 0,-2-6 0,-1-1 0,-1-2-55,0-2 7,3 0 0,1-5-1248,0 1-1337,0-1 2601,0-1 0,12-39 0,4-17 0</inkml:trace>
  <inkml:trace contextRef="#ctx0" brushRef="#br0" timeOffset="31">7195 6497 7874,'0'-14'99,"-2"-1"1,-1 1-1,-2 0 991,2 0-623,1 6 1,2 0 0,0 3 670,0-4-631,0 2-245,0 1-140,0 6 1,0 2 0,0 2 0,0 6 326,0 3-344,0 1 1,0 5 0,0 0 136,0-2-179,0 5 1,0-4-1,0 5 1,0 1 0,0 0 166,0-1-175,0 1 1,0 0-1,0-1 34,0 3-116,0 7 1,0-3 0,0 5 0,0-2 0,0 2 56,0 1-129,0 2 0,0 0 0,0-2 69,0-1-7,0 4 1,5-2 0,0 4-1,-2-3 1,0-4 258,2 1-229,-3-5 1,5 6 0,-3-4 76,0 1 1,1 0 0,-5-3 0,0 2 171,0 1-175,0 0 1,0-9 0,0-2 54,0-1-111,0 4 1,0-8 0,0 5 0,0-1 26,0-4-65,0-1 1,0-6 17,0-1-916,0-6-85,0 4 198,0-7 1,0-2-1944,0-3 2351,6 4 0,-4-12 0,4 4-846,1-4 1250,-6-1 0,18-57 0,-11 28 0,0 0 0</inkml:trace>
  <inkml:trace contextRef="#ctx0" brushRef="#br0" timeOffset="32">7280 6397 7927,'-8'-6'405,"0"-2"543,3-6 149,4 0-363,-6 6 1,9 2-345,3 6-266,3 0 0,6 0 0,2 0-15,3 0 1,3 0 0,6 0 0,2 0-84,3 0 47,4 0 1,5 0 0,3 0 27,2 0-102,-3 0 0,7 0 0,-4 0 1,4 0-1,-1-2 169,-2-3-108,2 4 0,1-6 0,6 6 144,0-4-198,-1 3 0,1-4 0,0 6 0,-2 0 0,-1 0-427,-2 0 293,-6 0 0,-2 0 0,-7 0 0,-1 0 0,2 0-377,6 0 440,-8 0 1,12 0-1,-10 0-220,3 0 287,8 0 1,-10 0-1,2 0 1,-4 0-1,-4 0-237,2 0 222,-5 0 0,9-5 0,-4 1 0,0 0 0,1 3 166,0 1-159,-4-6 0,7 4 0,-7-3 252,-5 4-249,1 1 0,-4-2 1,8-1-1,-1-2 1,-2 2 251,-4 1-147,-8 2 0,4 0 1,-9-1-1,0-2 166,-3-2-94,-6 0-42,10 5 314,-12 0-167,6 0-268,-7 0 605,0 0-551,0 7 56,0-6 0,1 10 0,2-5-14,2 2 1,2 2 0,-4 4 0,1 0 151,0 1-215,-3-1 1,4 0 0,0 0 28,-2 0 0,3 7 0,-1 1 0,-2 2 520,-1-1-482,4 1 1,-5 5-1,4-3-51,-3-2 1,-1 3-1,3-5 1,0 2 142,-1-1-198,-1 1 0,3 0 1,0-2-84,-2-2 0,-2 1 1,1-2-1,1 3 51,2 0 53,-1 5 0,-4-6 1,0 4-25,0-1 0,5-1 0,0 6 0,-2-2 10,-1-4 17,-2 4 1,0-5-1,0 7 1,0-1-1,0 1 137,0-1-115,0 7 1,0-5-1,0 4 14,0 1 52,0-5 1,0 7 0,-2-6 0,-1 2-1,-3-1-52,-2-2-70,5-2 0,-5 1 0,5-1 0,-2-1 0,0-2 25,-1-1-18,4-7 1,-4 6-1,6-6-81,0 2 42,0 0 1,0-5 0,0 0-33,0 0-178,0 1 1,0-6-1221,0 1 197,0-7-90,0 3-83,0-6 0,0-6 1443,0-4 0,-8-30 0,-3-14 0,-1-5 0,0 1 0</inkml:trace>
  <inkml:trace contextRef="#ctx0" brushRef="#br0" timeOffset="33">8161 6454 7859,'-6'-14'206,"5"5"1,-4-1 0,2-1 579,-2-2 1,3 4 0,-1 1 565,6 2-1197,-1 1 0,6 5 0,-5 2 0,3 2 334,2 6-287,-5 2 0,5 9 0,-5 1-45,2 0 0,1 5 0,-2-3 0,0 3 264,-1 1-305,-1 0 0,-2 6 0,0-1 318,0-2-403,0 6 0,0-6 0,2 7 1,1 0-1,2 0-56,-2 0 33,-2 0 1,1 4 0,1 1 18,2 0 1,0-1-1,-5-1 1,1-1-262,4-2 262,-4 0 0,6 3 0,-7-2-53,0-1 0,0-5 0,0 4 0,0-1-239,0 0 176,0-4 0,0 1 1,0-8 139,0-1 0,0 3 1,0 3-1,0-5 92,0-3-52,0-3 0,-5-4 0,0-1 35,2 0-237,2-6-183,1-2-812,0-6-339,0 0 1006,0-6 1,0 3-1,0-7-757,0-1 1,0 3 0,1-1 1194,4-2 0,-11-25 0,-6-10 0,4-5 0,-1 1 0</inkml:trace>
  <inkml:trace contextRef="#ctx0" brushRef="#br0" timeOffset="34">7251 6966 7859,'-6'-8'65,"5"-4"1,-12 8-1,3-5 1,-2-1 504,-2 2 44,6 2 0,0 6 354,3 0-815,3 0 0,-2 5 1,8 0 975,6-2-898,3-2 1,1 4 0,2 0-42,3-2 0,-2-1 0,7-2 1,3 0 378,4 0-496,-1 0 0,11 0 0,-3 0 54,3 0 1,3-5-1,4 0 1,4 2 249,3 1-374,2 2 1,0 0 0,1-1 8,4-4 1,-8 3 0,3-2 0,-2 2-36,0 2 54,-4 0 0,2 0 0,-5 0-117,-2 0 0,-2 0 1,-1 0-1,-1 0-244,1 0 250,0 0 0,-2-1 0,-2-3-39,-1 0 0,-2-1 0,4 5 0,-4 0-96,-1 0 198,-2 0 0,2 0 0,1 0-10,1 0 1,-1 0 0,-5 0 0,4 0-80,2 0 160,-6 0 1,9 0-1,-6 0-45,3 0 1,1 0 0,4 0 0,-1-2 88,-3-2-115,3 2 1,-11-4 0,4 6-13,-4 0 0,-4 0 0,-2-2 0,-3-1-85,-1-2 104,-4 1 1,6 4 0,-5 0 8,2 0 1,0 0 0,-4 0-1,-1-2 94,0-3-53,0 4 1,0-6 9,1 7 1,-1 0 5,0 0-330,-6 0 1,0-4 74,-3-1-1065,-4 0-1201,6 5 1729,-7 0 0,-2 0 736,-3 0 0,-66-6 0,25 2 0,-1 0 0</inkml:trace>
  <inkml:trace contextRef="#ctx0" brushRef="#br0" timeOffset="35">7081 10691 7731,'0'-14'378,"0"6"1,0-5-1,0 4 919,0-4-652,0-1 0,-2 6-445,-2 3 0,-3 5 0,-4 3 1,2 4-14,-2 0-134,-2 3 1,-1 4 0,1 0-123,4 1 1,-4-1 0,5 0 0,-1 0-226,-1 0 205,7 1 0,-3-1 13,6 0 1,0 0 0,1 0 66,4 1 20,3-1 0,6-6 0,2-2 12,3 0 46,-10-4 1,10 9-1,-9-5 1,2 2 368,3 3-354,-7 2 0,-2-4 347,-6 1-467,0-1 0,-5 1 0,-1-2 0,-2-2 0,-3-1-1358,-2 1 715,-1-4 0,0 4-1035,0-6 1031,6 0 683,-5 0 0,24-13 0,-1-2 0</inkml:trace>
  <inkml:trace contextRef="#ctx0" brushRef="#br0" timeOffset="36">7834 10677 7735,'0'-8'254,"0"-5"0,0 4 0,0-4 1545,0-1-1077,0 6 1,-1 1-297,-4 7 0,4 2 0,-4 3 133,3 4-473,2 4 1,0 1 0,-1 0-1,-3 2 1,0 1 369,1 2-390,1 0 1,0 0 0,-1 0-35,-2-1 0,1-1 0,4 0-287,0 2-329,-7 0 0,6-4 211,-4-1-2125,4-6 548,1 4 1629,0-10 1,0-2 0,0-10-591,0-2 802,6-9 1,-5 4-1,4-7 1,-3 0 0,-2 1 278,0-1-120,0 7 1,0-4-1,0 7 799,0 0-438,6 6 1,-3-5 0,7 5 1695,1 0-1756,1 2 1,3 6 0,-1 0 287,0 0-543,0 6 1,5-2 0,-1 5 0,-4 1 0,-3-1 416,0 0-511,-5 1 1,5 4 265,-6 0-280,0 1 0,-5-1 0,-2 0 0,-3 0-308,-4 0 249,-4-6 1,-6 5 0,-1-5-313,-2 0-100,4 4 0,-2-8 0,4 4 0,-1-1 0,-2 0-2111,1-1 2228,9-1 1,1-5 365,3 0 0,29-13 0,1-3 0</inkml:trace>
  <inkml:trace contextRef="#ctx0" brushRef="#br0" timeOffset="37">8218 10534 7746,'0'-14'192,"0"0"1,2 1 1835,3 4-1499,-4 3 0,6 7 0,-7 5 1445,0 9-1731,0-1 1,0 13 0,-2-2 0,-1 5 0,-4 3 650,0-1-715,3 4 1,-4-6 0,5 3-74,-1-3 1,-6 3 0,5 1-1,1-4-377,-3-5 286,6 2 1,-6-7-1,7 4-479,0-5-112,0-3 1,0-2-570,0 0-313,0-6 887,0-2 1,0-81-1,0 27 1,0 1 0</inkml:trace>
  <inkml:trace contextRef="#ctx0" brushRef="#br0" timeOffset="38">8744 10790 7927,'-8'0'-13,"1"0"552,2 0 0,2 0 561,-7 0-491,1 0 0,1-1 785,3-4-941,3 3-653,2-4 397,0 6 37,0 0 0,7 0-117,2 0-146,4 0 1,1 0 0,0 0 5,1 0 1,-1 0 0,0 0 0,2 0-133,3 0 177,-3 6 0,6-4 0,-5 3-34,2-4 24,6 6 1,-4-4 0,4 5-1,-1 0 1,1-1 17,2 4 32,1-4 1,-1 4 0,-2-5-87,-1 2 54,0-5 0,9 8 1,0-6-1,-1 0 1,-2 0 110,-2-1-117,1 1 0,-2 0 1,-4-1 35,-4 0-114,3-3 1,-6-1 0,3 2 0,-3 1 74,-2 2-35,0-1 0,-4-4-7,-1 0 34,-6 0 1,5 0 0,-3 0 99,5 0-71,-4 0 50,0 0 74,1 0 174,-6 0-369,5 0-224,-6 0 1,2 0-275,3 0 512,3 0 1,6 0-1,2 0 246,3 0 1,3 0-1,6 0 1,1 2 126,-1 3-337,7-4 1,-5 7 0,5-5 117,-1 2-121,-4 6 1,0-8 0,-6 5 0,1-1-1,2-3-34,2 3 10,-1-6 1,0 12 0,-1-5-36,-3 0 0,3 4 1,-5-2-1,2 1 27,-1-2 15,-5 4 0,4-7 0,-5 5 5,2-1 11,-6-7 1,-1 5 0,-2-5-1,3 2 97,1-2-101,0 5 1,-4-7 0,-1 4 50,2-3-19,2-2 0,1 0 0,0 0 0,0 0 1,1 0 411,-1 0-394,6 0 1,-4 0 89,3 0-116,-3 0 1,-2 0 0,0 0 92,1 0-145,-1 0 1,-5 0 124,1 0-175,-7 0 224,9 0-203,-10 0 1,4-7-140,-6-2 0,-6 1 1,-3 0-1,-4 0-572,-1 0 494,6-1 0,-5-4 0,4 2-164,-4 2 388,-1 5 0,4-7 0,2 5 0,1 0 235,-1-1-236,5 3-161,-4 4 408,7 0 0,2 0 569,3 0-625,2 6 0,6 2 0,-2 6 98,-1 0 1,-6-3 0,4 2 0,-1 3 181,-4 0-404,-2-1 0,-1 0 0,0-1 312,0 0-990,0 0 0,-1 1 1,-4-1-1,-4 0-3629,-4 0 3271,-1 0 1007,-1-6 0,-18-1 0,-5-7 0</inkml:trace>
  <inkml:trace contextRef="#ctx0" brushRef="#br0" timeOffset="39">11261 11316 7770,'0'-14'140,"0"0"0,0 0 0,0-1 0,0 1 0,0 0 1039,0 0-1018,0 0 1,1 4 0,3 1 0,2-2 0,2-2 0,1-1 0,1-1 774,-1 1-818,-6 6 1,5-4 0,-4 2 392,0-2-439,1 4 1,-11 1 0,-4 7 38,-2 0 0,-7 2-139,0 3 0,-7 3 1,4 6-1,-1 0-169,-1 0 230,0 0 1,2 1 0,3-1-70,3 0 0,8 0 0,2 1 1,1-1-2,1 0 39,-1 0 1,6 0 0,4-1 32,5-3-38,2 2 0,2-6 1,1 6-1,-1-3 1,0 2-28,0 2 29,1-5 1,-3 4 0,-1-4-20,-1 0 26,-1 5 0,4-5 0,-2 4 0,-3-1 0,-2-1 175,-3 1-87,-1-5 0,-2 7 17,0-4 1,-2-1 0,-4 0 0,-7-2 206,-4-2-321,-8-3 1,3-1 0,-7 0-443,1 0 385,-1 0 0,2 0 0,4 0 1,4 0-1,3-1-233,2-4 206,6 3-238,2-4 292,6 6 1,1-5 0,4 0 0,4 2 0,4 2 167,1 1 3,0 0 1,2 0 0,2 1-18,1 4 0,-1-3 0,-3 2 0,1-2-51,2-2-27,-2 0 1,6 0 0,-3 0-186,5 0 78,-3 0 0,5-5 0,-2-1 0,3-2 1,1-3-104,1-2 112,-1-1 0,-4 0 0,-2 0-31,-1-1 207,-2-5 1,-7 4 0,-2-3 0,-6 3 189,-2 2-196,-2 0 0,-2 6-42,-2 3 0,-4 4 1,-6 1-1,-2 1 96,-3 4-223,3 3 1,-4 6-1,5 0 113,1 0-101,0 1 0,4-1 0,2 0 0,2 0 1,1 1-54,-1-1 25,5 0 0,-4 0 0,10-1-164,4-4 121,4 4 1,2-10-1,4 5 1,5-2 0,3-2-441,1-3 422,1-1 1,-1-6 0,1-4-1,-1-2 1,-1-3-102,-3 1 248,3 0 1,-10-5 0,5 0 291,-1 2-213,-2 1 0,-1 2 0,1 1 0,-1 4 0,-2 2 354,-2 1-359,0 4 0,-4-4 1,-1 6-1,0 2 1,1 1 430,-1 2-460,-5 6 1,7-4-27,-7 8-252,1-7-194,1 4 350,-4-10 114,4 10 0,-12-10 1,-3 3-275,-4-4 208,-8-1 0,6 0 1,-6 0-19,0 0 30,6 0 0,-6 5 1,5 1-1,-1 2 0,-2 2-241,2-2 256,1 4 0,3-4 61,4 6-80,-4 1 0,12-1 0,-4 0 1,5-1-100,5-4 62,2-2 1,8-7 0,0 0 0,3 0 0,2 0-516,2 0 510,-4 0 1,7-7 0,-4-2-73,1-4 176,-5-1 0,4 0 0,-7-1 0,0 1 1,-1 0-8,-4 0 134,4 0 1,-12 4 0,4 1 371,-3-2-329,-2 4 33,0 1 1,-5 17 0,0 3 462,2 2-510,2 6 0,-4-5 0,0 6 735,2-3-765,1 5 1,2-7 0,0 5-1,0 3 1,0-1 187,0-1-379,0 3 0,0-7 1,0 5-1,0-3 1,0-1-29,0-4-119,0 6 0,0-8 0,0 4-25,0-3-197,0-8 0,0 5-195,0-4 417,0-3 0,0-1-460,0-10 151,0 4 0,0-12-1791,0 4 1650,7-4 1,-4 4 0,6-1 0,2-1 604,2-2 0,3-21 0,1-9 0,2-4 0,0 1 0</inkml:trace>
  <inkml:trace contextRef="#ctx0" brushRef="#br0" timeOffset="40">12242 11188 7811,'0'-14'-209,"0"0"1,0 0 1109,0-1 1,0 6 1731,0 0-1944,0 5 0,0 0 70,0 8-363,0 4 0,0 8 1,0 3 276,0 5-399,0-4 1,0 7 0,0-3 0,0 3 0,0 1 574,0 0-776,0-5 0,-5 3 0,0-2-12,2 3 0,2-3 1,1-1-1,0 1-44,0-2-149,0-1 0,-5-2 0,0 0 0,2-2-1572,1-1 689,2-8-720,0-2 1088,0-6 0,2-8 0,1-5 0,4-4-2391,0 0 2538,3-5 0,-1 4 0,1-5 500,1-3 0,9-17 0,4-10 0,3-5 0,0 1 0</inkml:trace>
  <inkml:trace contextRef="#ctx0" brushRef="#br0" timeOffset="41">12441 11188 7823,'0'-14'361,"0"6"964,0-4-413,0 4-513,0 0 0,0 3 1,0 10-1,0 6 1536,0 6-1525,0-1 1,0 11 0,0-5 612,0 0-803,0 5 1,0-5 0,0 5 0,0-2 0,0-1 176,0 1-299,0-4 0,0 4 1,0-5-1,0 1 1,0 0 361,0-4-695,0-1 0,0-2-996,0 0-563,0-6-596,0 5 893,0-12 1,2 4-622,2-10 1701,-2-3 417,4-12 0,-18-40 0,-4-16 0</inkml:trace>
  <inkml:trace contextRef="#ctx0" brushRef="#br0" timeOffset="42">12128 11288 7811,'-14'0'459,"0"0"0,4-2 1638,1-2-1137,6 2-570,-4-4 1,18 6-1,5 0 1,5 0 0,6 0 912,4 0-1129,-1 0 1,10 0 0,-6 0-29,3 0-196,-6 0 1,4 0-1,-8 0 1,-2 0-1,-1-2-1294,1-3 392,-4 4 0,-5-6 1,-7 7-2023,2 0 2321,-5 0 0,-1 5 0,-11 1 653,-8 2 0,-1-4 0,-49 14 0,-6-2 0</inkml:trace>
  <inkml:trace contextRef="#ctx0" brushRef="#br0" timeOffset="43">12185 11416 7811,'-14'6'164,"0"-4"0,-1 4 1086,1 0-710,0-4 1,4 4 1116,1-6-1202,6 7 1,-2-6 0,11 4 1235,9-4-1422,5-1 1,10 0-1,3-1 92,5-4 0,5 4 0,3-6 0,0 2 339,-5 1-608,1-1 1,-12 3-1,3-1-134,-3-1 0,-7-1 0,-4 5 218,-4 0-1210,-7 0 275,-1 0 1,-9 0 0,-3 0-1031,-4 0 105,2 0 0,-4 1 314,7 4 1370,-1 3 0,-58 0 0,-16-2 0</inkml:trace>
  <inkml:trace contextRef="#ctx0" brushRef="#br0" timeOffset="44">18555 8914 8160,'-10'-5'190,"1"-1"1,-2-1-1,0-1 2085,1 1-1879,-3-3 0,12 1 0,-4-1 0,5-1 379,5-2-751,3 5 0,6-3 0,0 7 1,0 1-1,1 1 134,-1 2-107,0 0 1,0 0-1,0 0-86,1 0 1,-6 0 0,1 2 137,1 2 45,1 4 0,-4 6 0,-3 2 85,-3 3-131,-2-3 0,-2 6 0,-3-5 1,-4 4-1,-4 0 203,-1-1-243,0 5 0,-2-7 0,-1 4-112,-2-2 1,4-1-1,6-4 1,-1-1-185,2 0 80,2-6 1,8 3 63,2-6 242,4-1 0,13-4 0,3 0 0,2-1 0,3-2 269,-1-2-398,1-6 0,-1 8 1,-1-5 126,-3 1-259,-4-4 0,-5 10 0,-3-5-1274,-2-1 370,-4 6-1424,-6-6 1082,0 7 1,0 2 1354,0 3 0,-25-16 0,-7 1 0</inkml:trace>
  <inkml:trace contextRef="#ctx0" brushRef="#br0" timeOffset="45">18725 8658 8186,'-14'-14'440,"5"4"1,-1 1 1715,-1-2-1849,-2 4 0,4 1 1,-1 6-1,-1 0 1,-1 0 828,-3 0-947,1 0 1,0 0 0,0 2 0,-2 1 0,-1 3 401,-2 2-472,-7 1 0,9 7 1,-7 2-93,-1 0-26,5 1 0,-7 2 0,5 3 1,-1 3-1,3 1-2,-1 0-17,6 1 0,-6 4 0,8 0-154,4-1 197,-4-2 1,12-2-1,-4 1 1,3-1-1,2 1 104,0-1-111,0-6 1,0 5 0,2-3 137,3 2-118,-4 3 1,7-2-1,-5-2 1,4-1 0,1 1 191,3 2-235,-5 1 1,7-4 0,-2-2 120,6-1-159,-1 4 0,9-9 0,-4 3 0,1-4 0,3-2-42,2-3 152,1 2 0,1-10 0,-1 3 54,1-4-34,-1-1 0,-3-1 0,2-4 0,3-6 0,0-7 565,0-5-556,-1 2 1,4-10 0,0 0 488,-1-3-449,-2-4 0,1 0 1,-1 0-1,-5-1 0,-1-4 410,-2-5-344,-11 11 1,2-9 0,-13 11-114,0-1-124,0 4 0,-8-7 1,-6 4-1,-7 0 1,-2 0-65,-1 4-324,-6 1 0,0 3 1,-3 3 10,3 5 0,3 3 1,2 4-1,1 2-1580,-1 6 1574,4 2 0,-4 2 0,6 2-2099,1 2 1752,9-2 0,-2 15 1,6-2 764,2 0 0,33 39 0,10 8 0</inkml:trace>
  <inkml:trace contextRef="#ctx0" brushRef="#br0" timeOffset="46">19351 9212 8221,'8'-8'704,"-2"-4"-2267,-6 4 1563,0 0 0,-6 2 0,-2 6 0</inkml:trace>
  <inkml:trace contextRef="#ctx0" brushRef="#br0" timeOffset="47">20232 8786 7991,'8'0'-420,"0"-2"0,-5-3 2129,2-4-986,0 3 0,-5-2 1399,0 3-1307,0 3-507,0-4 1,0 8 1043,0 2-1091,0 4 1,-5 8 0,-1 1 362,-2 2-472,-2 7 1,-2-4-1,1 6 1,1 1-1,1-1 601,1 1-665,-5-1 1,5 0-1,-4 1-163,2-1-15,-3 1 0,10-7 0,-5-3 0,2-3 0,1-2-1139,-1 0-714,4-6 1065,-4-2 457,6-6 1,0-1 0,2-4 0,2-5-1910,6-2 1713,3-2 1,1-7 0,-2-1-1003,-2 0 1535,3-5 0,-7 6 0,3-4 0,-4 1 0,-3 1 84,-2 1 0,0-5 0,0 9 0,0-4 0,0 2 42,0 1 1,4 5-1,1-1 1,0 3 0,0 1 1931,-1 1-1047,7 1 1,-3 1-16,7 3 0,-1 4 0,0 1 261,0 0-904,-6 6 1,5 3-1,-5 9 866,-1 1-902,6 6 0,-10-3 0,5 6 0,-1 1 1,-3-1 536,3 1-665,-6-1 0,10 1 0,-6-1-131,-2 1 17,5-7 0,-6 4 0,4-3 0,-1-1 0,-1-3-136,0-4-117,-3-7-1614,-1 5 859,0-11 1,0 2-954,0-8 1334,0-4 1,-6-11-1,-4-2 1,-2 1 0,-3-2-1877,1-1 2494,0 6 1,-2-3-1,-1 5 1,-4 3 0,1 1 17,-1 1-7,2 7 0,5-3 1,0 6 1381,0 0-501,6 0 1,-3 6-1,6 3 1882,2 4-2533,1 1 1,4-4-1,3-2 1,6-2-1,4-3-126,4-1-144,7-2 0,-4 0 0,6-2-589,1-3 470,-1 4 1,0-12 0,1 4 0,-1-4 0,1 0-1053,-1 4 1082,7-4 1,-5 7 0,2-3 0,-6 2 0,-3 2-332,-3 1 612,-1-1 0,-5 5 0,0 0-120,1 0 294,-7 6 0,-1-4 0,-3 4 435,0 1-387,1-6 0,-5 7 0,-1-5 578,-4 2-708,3 0 0,-4-7-266,6-3 22,0-3 1,-6 1-1,-4 0-371,-3 1 332,-1 4 0,5-4 0,-1 8 0,-1 1 0,-1 3-17,-3 2 54,1 1 1,0 6 0,1-1 6,4 0 0,-4 0 1,12 1 0,-6-1-1,3 0 1,-1 0-136,2 0 64,1 1 0,8-3 1,4-1-1,3-3 1,2-1-334,4-4 356,-3-2 0,9-2 1,-4-4-137,1-5 139,-5-2 0,9-7 0,-6-2 1,1-1-1,-1-3-176,-2-2 261,-9-8 0,2 4 0,-6-7 0,-2-2 1,-1 1 67,-2 1 191,-7 3 1,4 8-79,-6 4 195,6 8 0,-10 11 0,5 10 109,0 8-302,2 7 1,6 7-1,-2 1 1,-1 1-1,-2 0 958,2-2-1098,2 4 1,1-10-1,0 5-425,0-4 289,6-2 0,-3-4 1,7-1-1,1-3 1,1-2-118,2-3-246,1-2 0,5-6 0,2 0 0,2-2 0,0-1-1279,1-2 1430,2-12 1,-3 8-1,-1-10-271,2 3 477,2 2 0,0-1 0,-2 1 1,-2 2-1,-1 2 10,0 5 138,-5 4 1,4-4-1,-7 0 1,0 2 478,0 2 336,-6 7-222,5-5 231,-11 12-201,4-11-419,-6 4 1,-2-6-162,-2 0 1,0 0-1,-5 0 137,-2 0-510,5 0 0,-7 2 1,2 1 78,-7 1 0,3 6 0,-6-4 0,2 2-94,0 3 249,0 2 0,5 1 0,0 0 0,0 1 0,-1 0-85,1 4 109,6-3 1,2 0 0,6-7-128,0 2 113,0 2 0,11-5 1,3-3-1,4-4 1,2-1-19,4 0-12,-4 0 1,7-6 0,-5-5-1,2-5 1,-2-4-220,-1-3 235,-2 6 0,-2-10 1,-1 3-11,-4-2 3,-7-3 0,1-6 0,-6-2 0,0-3 0,-1 1-212,-4 1 320,-3 6 1,-1 4 0,1 9 0,0 4 449,0 6-472,-1 9 1,1 14 0,1 10 28,1 3 249,5 1 0,-6 5 0,7 2 0,0 1 0,0 2 972,0-1-1224,0-3 0,5-7 0,1-1 0,2-4 0,3 0-1488,2 0 1035,-5-11 1,4 8-1,-2-11-2647,2 0 2249,3-2 1,-1-6 0,0 0 0,0 0 758,1 0 0,5-32 0,2-7 0</inkml:trace>
  <inkml:trace contextRef="#ctx0" brushRef="#br0" timeOffset="48">22877 8885 7914,'-14'-8'346,"-1"-3"1,1 7 0,0 0 0,0 3-1,-1 1 1,1 0 1708,0 0-1872,0 0 1,0 1 0,-1 4 0,1 5 0,0 2 0,1 2 0,2 1 110,2-1 0,6 0-280,-2 0 1,3 2 0,4 2-1,3 0 75,4 0 0,5 2 0,4-1 0,1-1-110,-2-2 38,-7-2 1,2 0 94,-2 0 21,-4 0 0,0-4 1,-7-1-1,-4 1 49,-5-2-241,-2-2 1,-7-6 0,-2 0-77,-1 0 1,0-2 0,-3-1 0,3-3 38,1-2 75,2 5 1,5-10-44,0 4 0,4 2 0,2 1-131,2 0 47,1 4 357,5-4 0,7 12 0,2 2 460,4 0-506,1 5 1,0-10-1,0 5 10,1-2 0,4-1 1,1-5-1,2 0-155,4 0-48,0 0 0,3-2 1,-1-1-230,1-2 1,1-7 0,1-1-1,1-4-465,-5-1 604,1 3 0,-12-4 1,3-2 23,-3-1 0,-8 5 0,-4-4 0,-2 2 239,-2 0-82,0 0 1,-6 10 0,-4 1 88,-2 1 0,-4 3 1,-2 5-1,-2 4 249,-2 4-320,4 4 0,-7 1 0,6 2 55,2 3 1,1-2 0,3 6 0,4-3 253,4-3-272,-3-1 1,7 0-141,-4 3 0,10-3 0,4 1 0,5-4-437,5-4 272,3-6 1,7 4 0,-1-7-133,1 0 0,-1-2 1,1-3-1,-1-4-462,0-4 687,-5-1 0,3 0 0,-4 0 35,1 0 1,2-5-1,-5-2 1,1 0 118,-1 1-73,6 1 1,-9 5 0,5 0 162,-1-1 1,-2 7 0,-5 4 162,0 2-10,0 2 0,-6 2 377,-3 2-541,-3 4 1,-2 2 70,0-1-259,0-6 1,0 5 44,0-3 24,-7-3 0,-1 4 0,-6-6-31,0 0 0,0 5 0,-2 1 0,-1 0-64,-2 1 97,-7 4 1,11-5-1,-6 5 19,0-1 0,6-1 0,-4 5 0,3-1 3,2-4-102,-1 4 1,8-5-100,2 6 0,5 0 0,5-1-65,4-4-8,4-2 1,7-7 0,4 0 0,3 0 1,-4-2 0,0-3 0,-1-2-240,0-1 430,-5-5 0,8 5 1,-6-6 240,-1 0 0,-4 4 0,-3 1 489,-1-2-490,-1-2 1,-1 4 877,-3-1-386,-4 7-434,-1 3 0,0 8 0,-1 6 222,-4 0 0,2 2 0,-5 3 1,2 5 689,2 3-1004,-3 1 0,5 0 0,-4 1-70,-1-1 0,4 5 0,-6 2 0,-2 0-715,-2 0 545,5 4 0,-5-7 1,4 6-148,-4 1 0,4-6 0,1-3 0,2-6-642,2-3 622,3-2 1,1-5 187,0 0 1,6-6-1,4-3 1,2-5 671,3-5-457,5-3 1,-3-8 0,7-1-32,1-2 0,-2-5 0,0 4 0,1-2-251,-2-4-100,-1-1 1,-7 5-1,0 3-551,0 4 1,-6 0-1,-3 1-1152,-4 0-1392,6 6 3315,-6 2 0,6 25 0,-7 4 0</inkml:trace>
  <inkml:trace contextRef="#ctx0" brushRef="#br0" timeOffset="49">24114 8942 7907,'0'-22'366,"0"0"0,0 5 2130,0-2-193,0 6-1335,0 7 0,0 21 1,0 6 545,0 3-1151,0 1 0,0 3 1,0 2 289,0 4-382,-7-4 1,4 4-1,-5-5 1,0-1 0,1 1 333,-5-1-616,6 0 0,-5-4 0,5-2-543,-2-1 0,3-2 1,-3-5-711,2 0 134,1-6 0,4-2 219,-4-6 0,5 0 1,0-1-1,8-4-2875,4-4 3166,9-10 1,-4-3 0,5-8 619,-1-4 0,6-17 0,3-10 0,1-8 0,-1 1 0</inkml:trace>
  <inkml:trace contextRef="#ctx0" brushRef="#br0" timeOffset="50">24270 8914 7907,'8'-15'1460,"-2"6"395,-6 0 454,7-1 401,-6 2-2310,6 8 1,-7 10-1,0 9 1480,0 4-1600,0 4 1,0 2 0,0-1-1,0 0 1,0 1 799,0-1-968,0 1 1,0-1 0,0 1-127,0-1 0,-2-1 0,-1-3 0,-2-4-540,2 1 184,1-6 0,2 6-3390,0-7 1601,0-6 1359,0-2 0,0-7 0,0-4-479,0-4 0,0-1 1279,0-4 0,-2-22 0,-2-9 0,0-8 0,0-1 0</inkml:trace>
  <inkml:trace contextRef="#ctx0" brushRef="#br0" timeOffset="51">24014 9042 7907,'-22'0'252,"2"0"1,10 0 0,1 0 2479,-2 0-2077,4 0 1,2 0 0,12 0 907,7 0-996,7 0 1,13 0-1,4 0 400,3 0-908,-4 0 1,4 0 0,-5 0 0,0 0 0,-2 0-427,-4 0-384,-2 0 1,-6 0-1,-3 0-2921,-3 0 900,-2 0 1759,-6 6 0,-10-3 1013,-12 7 0,-51-1 0,24-2 0,-1 0 0</inkml:trace>
  <inkml:trace contextRef="#ctx0" brushRef="#br0" timeOffset="52">23986 9212 7907,'-8'7'446,"2"-6"1224,-1 12-677,6-5 1,-4 0-248,10-4 0,-1-2 0,9-2 1,4 0 509,4 0-1127,-4 0 1,10 0 0,-2 0-468,7 0 0,-2-5 1,3-1-1,-1 0-703,1-1-1050,-3 2 1,0 1 2090,-6-1 0,12-12 0,8 1 0</inkml:trace>
  <inkml:trace contextRef="#ctx0" brushRef="#br0" timeOffset="53">24768 9042 7907,'0'-15'1097,"0"1"1,-2 2 0,-1 1 261,-2 1-949,-6 1 0,3 1 0,-6 3 0,0 3 0,-2 2 1753,-3 0-1895,3 0 1,-9 7-1,5 4-202,-3 6-68,6-1 0,-2 6 0,8-5 0,3 2 0,2 0-252,3 2 308,1-5 0,8 6 0,4-5-5,2 2 0,7 0 1,2-5-1,1 0 173,3 1-166,-4-1 0,1-5 7,-3 1 0,-3-7 0,1 3 58,-6 1 71,-4-6 0,-11 6 0,-4-7-256,-6 0 1,-9 0 0,-3 0 0,-4 0-453,-3 0-213,0 0 1,4 0 0,1 0-216,0 0-1164,5 0 0,-2 0 2108,6 0 0,13-26 0,8-5 0</inkml:trace>
  <inkml:trace contextRef="#ctx0" brushRef="#br0" timeOffset="54">25777 9397 7794,'-14'0'800,"5"0"1,1-2 0,0-1 1165,0-1-1782,5-7 1,-4 7 0,7-5 0,2-2 0,3-3 0,4-4 0,4-2 96,1-2 1,5-4 0,1-7 0,1-5 107,0-3-258,4-8 1,-9 5 0,3-5-94,-4 0 1,0 3 0,-3-3 0,-2 5 14,-6 8 521,-2 10-244,-2 12-414,0 8 0,0 9 0,-2 7 0,-2 8 1,-6 9 1113,-2 6-841,-3 4 0,1 1 0,0 0 246,0 1-302,6-4 0,-5 9 0,5-6 0,-1-3 0,1-4 7,2-2-129,1-1 1,5 1 0,0-2-878,0-4 605,6-9 0,-1-3 0,8-6 0,2-2 0,3-1-1273,2-2 1163,-4-6 0,5-4 0,-6-7-95,4-2 412,-3 0 0,3 3 0,-8-1 1,-3-2-1,-2 1-432,-2 3 1082,-3 7-416,-1-5-15,0 11 0,0-2 0,0 8 0,0 6 1214,0 3-1116,0 7 0,0-4 0,2 3 457,2-3-683,-2-2 0,11 5 1,-4-2-1,5-3 1,5-4-301,5-4 232,-3-1 0,5-5 1,-2-2-308,3-2 338,-5-4 0,3-8 0,-6-1 0,-3-4 0,-3-1 708,-4-3-500,-6-2 0,4 5 1,-7 3 414,0 3-584,-7 2 0,-2 1 0,-8 4 0,-4 4 0,0 3 131,1 2-1232,-5 0 1,4 7 0,-3 2-31,5 4-221,-3 1 1,7 0-1,-4 0 1,3 1 1312,2-1 0,6 0 0,1 0 0</inkml:trace>
  <inkml:trace contextRef="#ctx0" brushRef="#br0" timeOffset="55">25806 9056 7907,'-15'-14'964,"1"6"0,0-3 1,0 6 271,0 2 393,6 1-1218,1-4 1,20 4 0,6-2 0,8 2 396,6 2-841,3 6 1,7-4 0,0 3-1545,-1-4 997,-5 6 0,2-6 0,-7 5 0,-4-1 0,-4 0-2190,-4-2 1995,-1 5 0,-9-6 775,-1 2 0,-31-8 0,-3-4 0</inkml:trace>
  <inkml:trace contextRef="#ctx0" brushRef="#br0" timeOffset="56">27242 9127 7817,'8'0'894,"-2"-2"0,-6-2 1303,0-6-1951,0 4 1,-6-7 0,-4 4 0,-3-2 0,-1 0 0,0 3 0,-2 1 269,-3 4 0,2 2-434,-7 1 0,2 0 0,-3 1 0,1 4 6,-1 4 0,4 9 1,2 2-1,3 2-17,2 4-110,6 1 0,2-4 0,6-1-84,0-1 0,2-2 0,2-5 0,7-1-236,7-4 259,4-2 0,5-7 0,-2 0-311,-1 0 358,-1-13 1,4 3-1,-1-10 1,-4-1-1,0-2-394,0-4 406,-5-2 0,4-4 0,-9-2 158,-2-1-118,-4 5 1,-1-11-1,0 5 1,-2-5-1,-1 1 76,-2 3 437,0 4 1,-5 12 372,0 3-626,0 9 1,1 7 0,-3 13 0,1 8 811,0 8-774,-5 8 1,7-2 0,-5 6 320,-2 1-353,5 3 0,-2-5 0,4 0 0,0-2 1,1-4 56,1-1-367,2-1 1,0-1 0,2-1-168,2-3-27,4-4 1,6-7 0,1-2 0,0-3 0,3-2-1000,1-3 999,6-1 1,-8-7-1,7-3-836,1-5 876,2 2 0,-3-11 0,-2 3 1,0-3-1,-1-1-518,-1-1 572,6-6 1,-12 1-1,2-1 359,-5 5 0,-7 3 0,4-3 323,-1 1-431,-3 7 1,-5 2 0,-4 11 132,-5 2 0,-2 4 0,-4 2 0,-3 8 222,-5 5-335,4 5 0,-5 2 0,6-1 67,1 3 1,2-1 0,2 0 0,2-3 242,2-1-530,4 4 1,6-9-1,0 3 60,0-3 1,6-4 0,5-1 0,5-3 68,3-1-354,6-3 1,-3-4-1,7 0-49,-1 0 0,5-6 0,1-3 1,-4-4-313,-5-1 582,2-1 1,-5 1-1,5 0 57,-4 0 1,4 0 0,-5-1-1,2 1-64,0 0 69,-7 6 1,8-3 0,-6 6 160,-1 2 0,-2 2 0,-2 1 76,0 0-116,-6 0-27,-2 0 777,-6 0 179,0 6-762,0-5 1,-1 6 433,-4-7-783,3 0 0,-10 0 1,2 0-1,-2 0-335,-3 0 382,1 0 0,-5 4 0,0 3 49,2 1 0,-4 0 0,2 3 1,2-2 178,1 2-182,2 2 0,1 1 0,2 2 17,2 3 0,6-3 0,-2 3 0,3-4 112,2 0-158,7-1 1,2-5 0,8 1-119,2 1 0,7-5 0,-3-1 0,4-4-378,2-1 355,-1 0 0,1-1 0,-1-4 49,0-4 0,-1-4 0,-1-1 1,-4-2 201,-2-3-48,-1 3 0,-5-9 0,1 4 158,-1-1 1,-6 5-1,-4-2 1,-2 3 896,-2 2-851,0 6 1,0 0-12,0 3 0,-2 5 1,-1 0 239,-1 8-312,-1 11 0,0-1 0,0 4-29,2-2 0,2 4 0,1-5 0,0-2 79,0-1-543,0-2 1,4 1 0,3-1 12,1 0 0,6-5 0,5-1 0,0-1-530,1-4 444,2-2 1,2-2 0,0-4 91,1-4 1,-3-6-1,2-2 1,1-4 110,2-1 214,1 5 1,-4-8 0,-2 6 115,-1 1 0,2 3 0,-2 2 0,-1 2 388,1 1-338,-2 7 1,-5-3 245,0 6 0,1 2-79,-1 2-254,-6-2 0,-2 6 192,-6-4-54,0-2 229,0 4 0,-2-6-366,-2 0 0,1 0 0,-7 0 0,-1 0-225,-2 0 123,-1 0 1,-5 5 0,-1 0 59,-2-2 0,3 5 1,-3 0-1,1 1-121,4 1 63,1-1 0,0 5 1,0 1-50,2-1 0,-2 0 0,11 0-245,2 1 288,2-1 0,2-2 0,4-1-35,5-1 1,4-7 0,5 2 0,3-4-138,0-1 107,5-6 0,-5 3 0,5-7 24,-4-1 1,4-1-1,-5-4 1,1-1-117,-5-2 176,5-7 0,-8 4 0,4-6-29,-3-1 0,-6-5 0,-2-4 0,-2-3-199,-3-2 237,-1-6 1,-2 11-1,0 2 145,0 9 0,-5 11 1,-1 8 181,-2 2-280,-2 14 1,-4 8-1,1 12 208,4 0 1,-2 6-1,4 0 1,1 1 676,0 0-681,1 4 1,3-7 0,-1 4-31,-1-1 0,0-2 0,8-6 0,2-3 376,2-5-681,8 3 0,1-6 0,7 1-65,1-6 1,2-5-1,1-6 1,1 0-1058,-1 0 999,1-6 1,-1-3-1,0-9-31,1-1 1,-7-4 0,-3 2 0,-3-1-144,-2-3 267,0-2 0,-1-2 1,-4 3 4,-4 2 0,-3 3 0,-2 7 296,0 0-171,-7 6 1,-1 2 0,-7 9-83,-4 6 108,3 1 1,-9 17-1,6-4 1,1 4-1,2 3 1444,2 3-1292,6-3 0,2 5 0,6-8 391,0-3-517,0 3 1,13-12 0,6 4 0,6-3 0,3-3-969,1-4 720,-1-3 0,1-6 1,-1 0-891,0 0 0,-5-6 0,-4-3 0,-4-4-3423,0-1 4490,-1-7 0,-25-13 0,-7-11 0</inkml:trace>
  <inkml:trace contextRef="#ctx0" brushRef="#br0" timeOffset="57">28464 9070 7901,'-28'0'976,"-1"-6"1,3-2 0,2-6 1900,5-1-2543,3 8 1,2 0-3622,0 7 501,6 0 2786,2 0 0,18 25 0,4 7 0</inkml:trace>
  <inkml:trace contextRef="#ctx0" brushRef="#br0" timeOffset="58">29929 9113 7790,'8'-14'331,"3"-1"0,-7 1 0,1 1 0,0 2 0,0 2 2350,-2-2-2412,-2 5 1,-1 1 0,0 10 0,0 4 0,-1 5 0,-2 5 1272,-2 5-1417,-6 3 1,8 1 0,-5 1 0,0-1 0,2-1-255,-1-3 49,3 2 0,4-10 0,0 3-307,0-3 1,1-2 0,4-1-292,4-4 525,4-2 0,3-9 0,1-3-436,2-4 563,6-10 1,-9 1 0,3-4-1,-3 0 1,-2 2 903,0-1-679,1 2 0,-7 0 1,-2 0 625,0 2-350,-4 7-81,4-2-435,-6 10 0,0 2 0,0 11 203,0 7-61,0-3 0,-5 8 0,1-6 0,0 2 0,3-2 66,1-1-398,6-2 0,2 1 1,6-1 14,0 0 174,7-6 1,1 3 0,7-6 0,-3-2 0,0-3-471,-3-5 399,-5-3 1,7-8 0,-6-1 386,-2-2-175,-7 0 1,-4 0 0,-6-1-1,0-2 1,0-2 448,0 2-461,0 1 1,-6 7-1,-2 0 130,0 0-188,-5 6 1,6 1 0,-8 7 0,1 0 137,0 0-301,6 7 0,-3 1 383,6 6-249,0 0 0,5 0 0,0 0 0,2-1 14,3-4-141,3 4 0,6-11 0,2 2 74,3-2-18,-4-2 1,12-2-1,-3-1 1,3-3 0,1-4-370,1-5 265,-1 0 0,5-11 1,1 2-441,-3-3 504,-1-1 0,-8-1 0,-3 1 0,-3-1 0,-2-1 116,0-3-24,-6 3 1,-1-5 0,-7 7 161,0 0 0,-2 5 1,-3 6-1,-4 6 216,-4 6-212,-1 4 0,0 1 0,0 0 382,-1 0-398,-5 6 1,4 8-1,-5 10 1,3 3-1,-1 1 1016,1 1-896,-4-1 1,8 2-1,-2 2 863,5 1-914,1 0 0,-2-5 0,2 1 0,6-1 0,2-1 420,2-3-546,0 3 0,0-12 1,0 4-94,0-3 4,0-2 0,0-4 1,2-2-273,2-2 33,-2-1 1,4-7-24,-6-2 75,0 2 0,0-6-44,0 3 534,0 4-295,0-6 436,0 7-1554,0 0 1336,0 7-243,0 1 1,0 1 164,0 1 0,-1-6 289,-4 6-184,3-7 59,-4 10-239,6-12 1,0 7-46,0-3 64,0-4-61,0 6-360,0-7-750,0 0 887,0-7 0,2 0 1,1-8-435,2 1 573,6 0 1,-4-5 0,8 0 0,-3 2-1,-1 1-329,-1 2 386,-1-1 0,1 6 1,-1 1-247,2 2 404,-4 1 0,5 5 1,-4 2-1,2 2 581,-1 6-524,-6 2 1,4 7-1,-7 0 145,0-1-240,0 4 1,0-6-1,0 3 1,0-4-1,0 0-211,0-1-9,0 0 1,6-1-780,3-4 668,4 4 0,1-12 0,1 4 0,0-3 0,3-4-713,1-3 802,6 4 0,-3-12 1,5 2 125,-3-6-27,2 1 1,-10-11 0,5 3 0,-4-1-1,-1 0 96,-3 1 147,-9 7 0,3-9 0,-7 7 530,0 2-628,0 8 1,-2 2-1,-3 7 1,-4 0 47,-4 0-151,-1 7 0,-2 5 0,-1 9 161,-2 1-151,0 2 1,5-1-1,1-1 1,4 1-1,2-3 206,1 1-246,4-2 1,-4-1-1,8 1 26,2-1-84,4-9 1,13 2 0,3-6 0,2-2 0,3-1-344,-1-2 379,7 0 0,-5-2 1,5-2-434,0-6 392,-5-9 0,4 2 1,-5-7-1,-2-1 0,-2-2-231,-1-2 218,-7 1 0,7-2 0,-9-3-266,-2-5 349,-2-3 1,-3 0 0,-3 1 0,-4 6 0,-1 2-23,0 5 581,0 8-410,0 5 8,-6 8 0,3 12 1,-5 5-1,0 6 0,0 7 720,-3 3-449,-2 1 0,-1 2 1,2 2 389,2 1-588,-2 0 1,8-4-1,-4-1 1,2 1-1,3-3 242,1-2-365,2 3 1,0-11 0,0 3-149,0-3-156,7-2 0,5-6 1,9-4-1,1-2 1,3-2-1251,2 0 1295,2-6 1,-1-2-1,0-6-434,1-1 443,-1-5 0,-4-2 0,0-7 0,1-1 0,0-1-532,-1-3 603,3-5 1,-11 3 0,3-7-18,-4 0 256,-7 7 1,3 3 0,-6 9 412,-2 5-610,-8 10 0,2 4 0,-8 11 36,-5 9 261,2 11 0,-8 4 0,5 5 1,-2-2-1,1 2 668,3 1-703,7-4 1,-3 7-1,4-5 801,-1-3-880,5-1 1,-3-6 0,6-2-1,0-1 1,0-4 107,0-1-338,0-8 0,5 0-728,-1-4 715,7-2 0,-9 3 0,4-10 0,-1-5-640,0-2 572,6-2 1,-8-2 0,7-2-618,1-1 632,1-6 1,2 5 0,-1-4 0,-2 5 0,-1 5-478,1 4 704,1-2 1,3 10-199,-1-3 349,0 4 0,0 2 0,-1 4 0,-2 6 297,-2 6-133,-5-1 1,8 5 0,-4-7 271,0 0-629,5 0 0,-4 1 0,10-3 0,3-1 0,2-3-797,0-1 636,-1-3 1,4-4 0,-2 0-487,-1 0 506,0-6 1,-2-2 0,-3-6-1,-3-2 1,-2-1 155,0-2-76,-6-7 0,3 11 0,-6-4 468,-2 3-363,-1 2 1,-9 6-1,-2 3 1,-4 4-1,-3 1 211,-3 0-289,4 6 0,-11 2 0,7 8 254,2 2-168,-5-2 0,11 10 1,-3-6-1,2 1 1,5-1 313,2-2-408,3-3 1,2 0-1,2-1 149,3 0-357,9-6 0,8-2 0,6-6 0,1 0 0,1 0-739,3 0 802,-3-6 0,9-2 0,-5-6-223,-3 0 343,-1-7 0,2 5 1,-4-4-1,-6 1 0,-4 0 235,-4 1 127,-6 9 578,-2-4-689,-6 12 0,-1-6 0,-4 9 417,-5 3-523,4-4 1,-5 12-1,5-2 494,-2 6-426,5-1 0,-8 5 0,4-7 0,1 0 562,0 0-804,1 1 0,3-3-118,-2-2 254,2 2 1,-6-10 219,3 3-503,4-4 1,-6-2-1,7-4-43,0-5 123,0-2 0,7-7 0,2-2 0,4 1 0,1-2-469,0 0 475,7 4 1,-5-2 0,4 5 149,1 1-8,-5 6 1,9-3 0,-5 6 0,1 2 0,-1 2 110,-2 1-254,-2 0 1,-2 0 0,0 0-1006,0 0-141,1 6 0,-1-3-1630,0 7 759,0-7 2148,-6 3 0,-65-44 0,18 15 0,-1-1 0</inkml:trace>
  <inkml:trace contextRef="#ctx0" brushRef="#br0" timeOffset="59">31080 9084 7927,'15'8'136,"-1"-1"0,8-7 0,6 0-12,9 0 251,10-7 1,4 6-1,4-6-712,-3 1 1,0 3 82,-9-7 1,-4 6 253,-10-6 0,-32-12 0,-8-8 0</inkml:trace>
  <inkml:trace contextRef="#ctx0" brushRef="#br0" timeOffset="60">20531 10207 7908,'-8'-8'397,"0"-4"0,5 2 1,-3-1-1,-1 0 1,1 2 2197,3-2-1975,1 4 1,2 3-1,0 8 1,0 6 389,0 3 1,0 2-653,0 4 0,0 3 0,0 7 0,0-1 741,0 1-1052,0-1 0,-1 5 1,-3 0-1,0-1 1,1 0-177,1 1-34,-4-3 0,4 5 1,-4-9-496,-1-2-99,6 3 1,-5-11 0,6 3-3127,0-3 2203,0-9 438,0 0 1,0-20 0,0-4 1241,0-4 0,0-6 0,0 5 0,-2-6 0,-3-1-6,4 1 1,-10 0 0,4 1 0,-1 1 0,-1 4 238,1 2 344,-5 1 0,10 9 4243,-6 1-3361,6 6-1214,3-4 0,9 9 1,8 1-99,2 2 1,7 0 0,-3-5 0,4 0 16,2 0-277,-1 0 0,1 0 1,-3 0-142,-2 0 1,-2-7-1,-4-2 1,1-4-1169,-2-1 1077,-1 0 0,-8-1 371,-4 1 0,-2 0 0,-2 0 894,0 0-806,0 6 0,0 0 0,-2 5 196,-2-2 1,2 2 0,-4 7 162,-1 6-186,6 9 0,-6-2 0,7 7 167,0 1 0,-4 2 0,-1 2 0,2-1 828,1 0-1228,2 1 1,0-2-1,0-2-46,0-1 1,0-2 0,0 1-1,0-4-153,0-3-192,0-8 0,2 0-303,3-3 1,-4-5 0,4 0-611,-4-8 1001,6-5 0,1-3 1,6-3 70,0-4 1,2-4 0,1 0 0,2 2 405,-1 1-196,4 7 1,-8-4-1,3 9 255,-1 2 1,-10 4-1,9 6 478,-3 0-409,-5 6 0,-1 7 0,-6 7 135,0 2 1,0 2 0,0 3-1,0-2 500,0-1-1201,0-7 0,0 4 0,0-7 56,0 0 0,2 0 1,2-1-1,6-3-1599,2-6 1379,3-2 0,-1-2 0,0-2-88,0-2 0,0-4 1,1-7-1,-1 1 59,0 0 396,0 0 1,-1-5 0,-2 0 271,-1 2 0,-7 5 0,3 5 0,-1-1 1050,-1 0-791,1 5-226,-5-4 0,0 9 0,0 3 0,0 4 709,0 4-835,0 1 1,-5 0 0,1 0-128,1 1 1,1-1-1,4 0-208,2 0-343,4 0 1,6-1 0,2-3 156,3-6 1,-1-2 0,4-4 0,0-2-660,0-6 758,2-3 0,4-6 1,-1-1 164,-3-2 1,2 3 0,-2-3 0,3 0 634,1 0-411,1 4 1,-2-1-1,-2 8 308,-1 2 1,-2 6-1,3-2 1,-3 3 871,-1 2-1051,-2 7 0,-5 0 0,-1 8 101,-4-1 1,-3 5-1,-6 0 1,0-2 400,0-1-762,0-2 0,-1 0 0,-4-1-265,-4-4 1,-4 4-1,-3-5 1,-1 0-3304,-2-3 2806,0 3 1,3-7-1,-1 4-162,-2-4 1,-2-1-1,4 0 1,-2-1-2546,1-4 2734,3-3 727,-6-6 0,9-23 0,2-10 0,-4-3 0,0-1 0</inkml:trace>
  <inkml:trace contextRef="#ctx0" brushRef="#br0" timeOffset="61">21299 10207 7908,'-8'-8'410,"-3"-4"1,4 4-73,-1 0 1905,5-5 0,-8 10-659,6-6 1,1 4-2675,4-4-75,0 5-3290,0-2 4455,0 6 0,6 32 0,2 7 0</inkml:trace>
  <inkml:trace contextRef="#ctx0" brushRef="#br0" timeOffset="62">22621 10520 7807,'6'-14'592,"-4"-7"1,4 6 0,-6-4 0,0 3 0,0 2 1556,0-1-1509,0 8 0,-1 0 0,-3 9 1,-2 3-1,-2 6 1163,-3 6-1649,5-1 1,-5 9 0,4-4 0,1 1 0,0 1 467,3-1-770,1-1 0,-3-2 0,1 0-76,0-2 1,3-1-1618,1-2 1442,0 1 1,6-8-1,4-3-41,2-8 1,9-3-1,2-9 1,4-2 50,2-1 353,5-6 1,-2 5 0,4-6 234,-1 3 0,0 5 0,-3 1 0,-1 4 624,-4 4-453,1 6 0,-12-4 0,2 9 218,-7 3 0,-5 3 0,-6 6 0,0 0 657,0 0-966,0 7 0,-6-6 0,-4 4-301,-2-3 0,-7-2 0,-2-1 1,1-2-216,-1-1-1047,-4-7 1,7 8 0,-5-6 99,-3-2 1,4-2 0,0-1 0,2 0-2287,2 0 3067,2 0 0,2-11 0,2-5 403,2-4 0,-1-10 0,6-8 0,2-5 0,2-4 0,1-4 0,0 1 0,0 4-34,0 7 0,0 5 1,0 9-26,0 1 1857,0 13 1,1-1-218,4 12 0,-2 0-156,6 0-1993,-5 0 1,4 1-196,-4 4 1,3-2 0,2 7 762,-4 1 0,-10 14 0,-3 5 0</inkml:trace>
  <inkml:trace contextRef="#ctx0" brushRef="#br0" timeOffset="63">24057 10591 7812,'6'-14'-66,"-4"0"1,2 0 0,-2-1 0,0 3 0,1 1 0,2 1 3868,-2-1-3248,-2-1 1,-1-3 0,0 1 0,-1 0-1,-4 0 1346,-5-1-1764,-2 8 0,-2 0 1,-1 7-1,1 2 0,0 4 125,0 8 1,-2 2 0,-1 8 0,-4 1 181,-1 2-407,5-5 0,-4 5 0,8-5-690,4 0 469,-4-1 0,12-7 0,-4 0 0,3 0-725,2 1 162,7-8 0,2 0 0,10-9-445,5-3 1057,-4-2 0,7-8 0,-5 1 0,2 0 0,-2 0 254,-1-1 430,-2 1 1,-7 5 0,-1 1-92,-1 2 1218,-1-6 84,-1 11-1517,-1 1 1,-7 3 0,0 7-15,0 1-376,0-5 0,0 7 0,1-6 0,4 1 0,4-1-1345,4-1 1366,1-4 1,5 4 0,0-6-331,-2 0 332,6 0 1,-8-5 0,4 0-1,-3 1-458,-2-3 948,1 6 0,-8-7-2008,-2 3-2235,-3 4 2961,-2 1 916,-7 7 0,-7 20 0,-8 3 0</inkml:trace>
  <inkml:trace contextRef="#ctx0" brushRef="#br0" timeOffset="64">24995 10392 7844,'0'-8'3541,"0"0"-1681,0 4-1263,0 2 0,-1-3 0,-3 10 0,0 6 0,1 5 0,-1 4 1958,0 3-2416,2-6 0,-4 10 0,4-5-97,-3 0 0,4 3 0,-4-6 0,4-1-493,1-3 237,-7 0 0,6-1-1662,-4 0 1519,3 0 154,2-6 1,0-8 0,0-9-526,0-4 633,0-7 1,7-3 0,2-5 0,4-2 0,1 0 297,0 2-89,0-4 1,5 11 0,0-2 642,-1 4-625,-2 3 0,2 8 0,1 3 0,-1 4 0,-2 2 381,-2 4-136,0 9 0,-1 4 0,-4 5-10,-4 3 1,1 1 0,-1 1 0,-2 0-9,-1 1-448,-2-7 0,1 3 0,2-6-117,2-1 0,5-7 0,-4-4 0,3 0-1443,7-4 1380,-2-1 0,9-4 0,-6-3-761,2-4 862,6-4 0,-7-7 0,4-4 0,-2-3 0,-2-1 86,-3-1 87,0-6 0,-6 5 0,-1-3 32,-2 3 182,-1 2 1,-5 1 0,-2 3 750,-2 5-825,-4 10 0,-6 9 1,-1 11 96,1 6-133,0-1 0,0 16 0,1-4 0,2 2 0,3 0 389,2-1-619,1-7 1,5 4 0,0-3 106,0-1-132,6-2 0,4-6 0,7-1 0,4-2 1,1-3-996,3-2 915,2-1 1,6-11-1,0-4-717,-1-2 861,-8-3 1,3 0 0,-5-4 0,0-3 0,-3-2 700,-3 0-524,-2 1 1,-5 0 0,-1 4 539,-2 4 95,-1 7 1,-5-2 1262,0 10-1792,-6 3 0,4 13 0,-2 2 525,2 1-591,2 6 0,-5-8 1,1 5-1,0-1 1,3-2 243,1 1-623,0-4 1,1 5-485,4-7 1,3-1 0,6-4-1161,0-4 1316,1-4 0,0-2 1,3-4-68,1-4 644,0-4 0,0-1 0,0-1 1,0 3-1,0 1 78,0 1 31,-7 7 1,1-8 0,-4 6 55,4 2 308,1 2 1,-4 2-1,-2 4 1,-1 3-1,0 1 1257,-1 1-1554,5-1 1,-8 4-1,7-2 191,1-2-407,1-5 1,3 3-1,-1-3 1,0 0-1,0-2-75,1-5 130,5-5 1,-4-6 0,3-1 78,-3 1-20,-2 0 1,-5-5-1,-1-1 1,-1-1 0,-4-1 298,-2 0-376,-1 4 1,0-2 0,-1 7-506,-4 4 98,-3 2 0,-1 7 0,-1 0 0,-1 2-1617,-2 3 885,-1-4 0,6 12 0,4-4-1221,2 4 1303,2 1 1055,0 1 0,6 11 0,2 4 0</inkml:trace>
  <inkml:trace contextRef="#ctx0" brushRef="#br0" timeOffset="65">27185 10591 7764,'-8'0'2417,"3"0"89,10 0-2296,3-6 0,6 3 1,0-5-1,2 0 1,1 0-1,2-3 1,0-3 463,2-5-625,-5 3 0,9-9 0,-5 4 1,1-1-1,1-5-343,0-4 254,-4 1 1,-3-5-1,-7 6 1,-1 1-1,-4 1-156,-2 3 198,-1-2 0,-4 15 0,-3-2 11,-1 5 97,-1 3 0,-5 5 0,-1 2 0,3 3 110,2 4 35,-2 10 0,5-2 0,-2 7 577,4 1-567,4 2 1,-4 2 0,0 1-1,2 1 1,1 2 796,2-1-902,0 4 1,0-6 0,0 5 398,0 0-364,7-5 1,-6 9 0,4-5-1,-3-1 1,-2 0 548,0 0-638,0 0 1,0-4 0,-2-1 96,-3 1-224,4-1 0,-7 0 0,5-1 0,-2-3 0,2-3-176,1-1-165,2-10 155,-6 8-50,4-16 1,-4 3 0,6-12 754,0-7-668,0 0 1,0-13 0,0 3-594,0-2 393,0-3 1,0-4 0,2-2 0,1-1 0,3-5-859,2-5 1083,-5 2 0,10-10 0,-2 7-86,6 1 208,-1 2 0,14 3 1,-3 4-1,1 10 1,4 12 633,-2 8-383,6 6 0,-11 7 0,2 5 792,-5 7-838,-3 4 0,-6 1 0,-4 1 0,-4 0 0,-3-2 784,-2-3-804,-6 3 1,-4-6-1,-7 3-131,-2-4-109,-7 0 1,4-3 0,-5-1 0,1-3 0,0 0-1094,1 0 572,-5-5 0,8 4 0,-7-6-232,1 4 649,6-4 0,-3 6 0,6-7 0,3-2 0,3-1-544,4-2 756,6-6 47,-4 10 15,7-6 1,2 7-1,3 0 1,4 0 0,4 0 1300,1 0-1219,-6 0 0,4 0 0,-2 0 378,3 0-472,7 0 0,-4 2 1,4 1-1,1 2 1,3-2 291,3-1-791,1-9 0,2-1 0,3-6-530,5 0 769,3 0 1,0-2-1,-1-3 1,-2-3-1,0-2-575,-2 0 878,5 7 1,-11-8-1,2 6-213,-7 1 347,-5 9 1,-10-2 0,-1 6-162,-5 0 0,2 7 179,-6 3-63,0 3 0,0 1-100,0 1-75,0-7 0,0 5 1,-2-5 93,-2 2-24,2-1 0,-6-4 0,3 0 0,-4 0-440,-4 0 171,5 0 1,-9 0-1,3 0-80,-2 0 233,0 0 0,2 2 0,-2 1 1,-1 3-1,-2 2-61,1 3 208,3 2 0,2 1 0,2 0 72,1 1-177,7 5 0,-3-4 0,6 4 0,0-1 0,1 0-99,4-1-98,3-9 0,6-1 0,2-5 5,3 2 41,3 0 0,2-12 0,0 0 1,-1-5-1,1 0 5,0-4 171,-7-1 1,4-2 0,-7 0 316,0 1-239,-6-4 0,3 6 1,-6-2-1,-2 2 1258,-2 2-864,-1 6-606,0 1 164,-6 7 1,0 7-1,-5 4 1,3 4 0,2 4 389,2-1-384,-3-2 1,5-1-1,-3 3-160,4 1 1,1 0-1010,0-5 880,6 0 1,2-6 0,6-3-585,0-4 624,7-1 1,-4-6-1,7-5 1,1-5-1,2-3-586,1 2 595,1-5 0,-1 4 1,1-4 245,-1 2-33,-6 1 0,4 5 1,-6 1-1,1 2 0,-1 3 42,-2 2 123,-3 1 1,-5 5 0,-2 1 111,-2 4 137,-1-3 1,0 10 44,-1-2-440,1-4-83,-5 7 83,0-12 0,-2 6 0,-2-7 0,-6 0-206,-2 0 97,-3 0 0,1 4 0,-2 1-182,-3-2 1,4 4 0,-6-1 0,2 2-156,0 3 284,0 2 1,5-1 0,0-1-76,0-1 187,6 6 1,0-1-1,5 4 1,-2-3-1,3-2 15,5 1-41,5-1 0,8-5 0,3-1 110,5-2-190,3-1 1,1-5 0,2 0 0,2-1-1,2-4-331,3-5 284,-6-9 0,9 2 0,-7-5-264,-1 1 344,-2-4 0,-8 9 0,-3-4 1,-4 1-1,-2-2-251,-3-1 309,-4-1 0,-6-1 1,0 0-192,0-1 161,0-2 0,0 3 0,-2 2 0,-1 2 394,-2 2 4,1 9-217,-3 2-104,6 14 0,-6 2 0,7 10 0,0 6 0,0 6 1935,0 2-1449,0 6 0,0-9 1,0 5 1001,0 0-1403,0-5 0,0 4 0,0-7 0,0-1 0,0-4 2,0-2-381,0-1-890,0-5 969,7-6 1,-4-1 0,6-7-1,4-2 1,4-3-1455,7-4 1274,-3-4 0,6-3 0,-2-1-371,6-2 640,-1-6 1,7 7 0,-6-5-1,3-3 1,-3 1-157,-1 1 605,-8 4 0,-1 6-6,-7 0 0,-3 1 1003,-6 3-1085,-7 4 1,-14 6 0,-3 2-243,-4 2-112,-4-2 1,-6 11-1,0-4 1,1 4 0,2 1-67,2 0 51,-1-6 1,5 5-1,2-4 10,2 4 46,1 1 0,6 0 0,4 0 0,4 1 0,3-1 14,2 0 98,0 0 1,7 1-3,2-1 1,4-5-1,3-1 1,1-2 48,2-2-202,0-3 0,0 4 1,1 0 144,3-2-148,0-2 0,1-1 0,-2 0 0,0-1 0,0-2-17,4-2-24,-6 0 0,5 0 0,-6-1-4,-1-2 26,4-1 1,-6-1 0,3 2-1,-4 0 1,0 1-83,-1-4 136,0 4 0,-1-5 1,-2 2 8,-2-3 0,-6-1 0,2 0 0,-3 0-124,-2 0 171,0-1 0,0 1-31,0 0 122,-7 0 0,4 6 0,-6 3 1,-2 4 31,-2 1-127,-1 0 1,-2 1 0,-1 4 260,-2 4-245,0 10 0,9-3 0,1 3 0,-1-3 0,2-2 52,4 0-93,-4 0 1,6 1 0,-3-1-360,4 0 321,7 0 1,4-1 0,9-2-1,4-3 1,6-2-164,4-3 129,3-1 1,7-4 0,0-2 180,-1-6-78,-5-2 1,2-3 0,-6 0-1,-1-3 1,-4-2 45,-4-3-162,-4 0 1,-5-4-1,-3 0-73,-2-1 0,1 2 0,-6-7 0,-2 3-386,-2 2 209,-1 6 1,0 6 86,0 6 196,0 7 0,-1-2 1,-2 12-1,-2 7 313,2 8 72,-5 5 0,1 3 0,-4 2 91,2 1 170,-1 0 0,-4-5 0,2 1 1,1-1-1,3-1 1038,1-3-1526,3 3 1,4-12-1,0 4-1040,0-3 598,0-8-136,0-2 0,6-7 0,3-4-56,4-4-752,1-10 1,-4 1-1,-1-5 1,1-4-1,-2-5-3700,-4-6 4151,-2 3 1,-8-6-1,-4 3-906,-3-3 1782,-7 5 0,-7 3 0,-6 8 0,3 3 1,5 3 973,6 6-793,3 5 1,10 3-1,7 1 695,12 0 1,10 3 0,15 1-1,8 0 2410,3 0-3429,6-6 0,-10 4 1,-1-3-801,-9 4 890,-9 1 0,-68-7 0,-15-1 0</inkml:trace>
  <inkml:trace contextRef="#ctx0" brushRef="#br0" timeOffset="66">21057 11444 8151,'0'-8'2276,"-2"2"-1992,-2 6 0,2 2 0,-3 2 0,4 6 0,1 2 0,0 3 344,0-1-499,0 6 0,0-2 0,0 4 1,0 0-1,0 0 44,0 3 1,0 2 0,0 2 0,0-1 119,0 1-330,-7-7 1,6 5 0,-4-5 66,3 0 0,2 0 1,0-5-1,0 2-185,0-1 16,0-9 1,0 4-281,0-4 375,0-3 1,7 1 0,4-7 0,5 0 0,4 0-37,2 0 199,2-7 0,6 4 1,2-5-65,1 2 76,0-5 1,0 8 0,0-5 0,-1 0-1,-2 2 718,-2-1-534,-6-4 0,-1 10 87,-7-4-47,-6 3 1,-3-4-647,-10-3 165,-3 2 0,-6-5 0,0 4-1032,0 0 958,-1-5 0,-4 5 1,0-6-1,2 2 1,1 1-459,2 1 486,0 7 0,4-3 233,1 6 43,6 0 0,-2 0 1,10 1-1,4 5 1,4 7 944,1 4-807,0 2 1,0-3 0,1 2 20,-1 1-292,0 6 0,-6-9 0,-3 4 1,-4-1-1,-1 0-346,0-2-485,-6 6 0,-2-8 1,-6 3-159,0-7 1018,-1 1 0,-18-16 0,-5 2 0</inkml:trace>
  <inkml:trace contextRef="#ctx0" brushRef="#br0" timeOffset="67">21995 12084 8362,'0'8'-182,"-4"0"1,-3-5 3625,-1 2-2268,5-1 1,-3-5 260,6-4-1306,0-3 1,1-6 0,4 0 0,5 0 0,2-1 548,3 1-781,-1-6 0,6-3 0,2-5 0,2-2 0,0-3-575,1-5 254,8-9 0,-1 1 0,3-5-68,-5 2 284,1 2 1,-15 10-1,1 6 148,-6 6 75,-4 10 1,-14 11-1,-2 10 46,-4 8 73,-1 0 1,-2 13 0,-1-5 0,-2 2 0,3-2 676,5-1-783,-2 4 0,12-8 0,-4 5-77,4-1 1,1-2 0,1-5-1,4 0-183,4 1 200,4-1 0,6 0 0,1 0-4,3 0 1,-6 1 0,2-1 0,-5 0-106,-4 0 305,-4 1 0,-6-6 0,0 1-61,0 1 0,-8 0 0,-6 0 1,-8-3 101,-5-2-370,-2 5 0,1-9 0,0 2 121,-1-2 1,2-2 0,2 0 0,3 0-298,1 0 332,9 0-14,-1-6-91,5-2 0,2 0 1,6 3-131,8 3 532,4 2 0,3 0 0,-1 2 158,0 3-340,0-4 0,0 7 1,1-5-1,-1 2 1,2-2 341,3-1-589,-4-2 1,12 0 0,-5 0-73,1 0 0,3-2 0,-2-2 1,3-6-577,1-3 440,1-1 1,-1-6 0,1-4 142,-1-3 1,-1-1 0,-3-2 0,-7-3-105,-6-5 204,-5-3 0,-6-7 0,0-1 194,0-1 1,-6 10-1,-2 4 1,-1 11 1309,-1 10-1158,1 7 0,-5 10 1,1 3 187,3 4 0,-2 10 0,2 5 0,-1 4 1023,2 5-1117,-4 4 0,10 4 0,-5-2 64,2-1 1,1-1 0,5 2 0,0-3 349,0-1-844,0-2 0,0-4 0,2-2-65,2-4 0,9 1 1,6-8-1,0-5-1737,1-3 1536,3 3 1,10-10 0,0 3 16,-1-8 1,-2-3 0,-4-8-1,0 0-1611,-3-4 1685,-5 3 1,2-11-1,-6 3 198,1-3 1,-7 4-1,-4 1 655,-2 1 516,-2 2-111,0 11 0,-2 3 394,-2 10-1052,-4 3 1,-2 8-1,2 1-31,2 2 1,0 0 0,3-5-1,-2 2 396,2 3-847,1-3 0,2 4 0,2-5-248,2-1 0,4-5 0,8 1 0,1-1-854,2-1 945,7-1 0,-6-7 0,5 0-30,-1 0 1,-2-2-1,2-3 1,-5-4-93,-3-4 272,-2-7 1,0-3 0,-1-5 336,-4 0 1,-2-1 0,-7 1 0,-2-1 622,-3 1-625,-9 6 0,-3-4 0,-7 9 70,-1 4 1,-2 1 0,0 7-1,2 2 268,1 1-507,0 2 1,1 8 0,1 5 2,1 4 1,4 7 0,6-4-1,3 3-607,1 2 456,3 2 0,5 0 1,6-2-238,7-1 1,2-7-1,9 0 1,3-4-1135,4-4 1236,7-5 1,-7 2 0,4-6-74,-1 0 1,-2-2 0,-4-2 0,-1-8-241,0-5 607,-5 1 1,2-11 0,-6 4 206,-2-4 0,-3 3 0,-4 2 0,-5 2 1113,-4 2-186,-1 2 1,-1 4-701,-4 2 0,2 4 1,-7 8-1,1 2 566,1 6-745,-5 2 1,10 4-1,-5 3 82,2 5 0,1-2 0,4 0 0,-3 0 17,0 0-402,-1-4 1,5 2-1,0-6-533,0 1 1,5-1-556,-1 0 880,7 0 185,-9-6 0,4-8 0,-6-9 0,0-5-596,0-5 620,0 3 1,2-11 0,1 3 13,2-3 0,6-1 0,-2 1 0,2 3-2,-1 5 64,9 4 1,-10 0-1,12 3-158,-1 2-135,-4-2 0,6 10 0,-4-3 0,2 5 0,1 5-1831,-1 5 1193,-1 2 1,-5 2 882,1 1 0,5 18 0,2 5 0</inkml:trace>
  <inkml:trace contextRef="#ctx0" brushRef="#br0" timeOffset="68">23730 11800 8158,'0'-15'1407,"-6"8"1,4-6-188,-3 3-116,4 4 0,-6 0-372,-2 6 0,1 0-477,-2 0 1,6 6 0,-6 4 0,-1 2 537,-1 2-726,-3 1 0,3 4 0,1 1 0,3 1 0,0 1-355,0 0 169,5-5 1,-4 4 0,7-5-504,0 3 1,2-8 0,3 3 0,4-3-1049,4-3 1371,1-2 0,0-6 1,1-1-688,-1-4 960,0-3 1,0-6 0,0-1 0,1 0 0,-1-3-117,0-1 179,-6-6 1,3 8 0,-6-5 848,-2 1-295,-1 2 1,-2 5-1,0 0 694,0-1-1074,0 8 0,-2 2 0,-1 10 183,-2 4 1,-1 4 0,3 1-1,-2 2 708,2 3-1037,1-4 1,2 6 0,0-5-414,0 3 0,2-8 0,2 3 0,6-1-1232,3-1 1282,7-4 0,-3-2 0,7-6-246,1 0 1,-2-1-1,0-2 1,2-5-892,2-5 1339,-5 2 1,8-11 0,-4 5-390,-1-2 640,0-7 0,2 11 1,-2-4-1,-2 4 1,-3 4 651,-3 2-556,-1 6 0,-2-4 0,1 7 514,-1 0-507,-6 0 0,-2 2 0,-4 1 0,1 3 459,2 2-456,-1-4-426,-4 2 13,0 0-88,0-4 116,-6 4 1,3-6-167,-7 0 241,1 0 1,-5 0 0,-1 0 0,1 0 0,0 2-124,0 2 235,0-2 1,-1 11 0,1-4 185,0 4-287,0 1 1,4 0-1,2 0 1,2 1 0,3-1-129,1 0-50,2 0 0,2-1 0,3-2-67,4-2 143,10-5 1,-2 2 0,6-6 0,-3-2 0,-1-2-386,2-6 539,-6-3 0,6-2 0,-8-3 125,-4-1 118,4 0 0,-10 0 0,5 0 0,-2 2 0,-3 1 1130,-1 2-891,-2 6-58,0 2-289,-7 6 1,1 6 0,-5 5 0,3 7 0,2 5 971,3 4-856,-5 2 1,6-1-1,-3 0 333,4 1-564,1-1 0,-2 1 1,-1-1-1,-2 1 1,2-1 37,2 0-133,1-5 1,-2 2 0,-3-6 203,-4-2-316,3-7 0,-7 1 0,3-7 0,-2 0 0,-2-3-437,-1-1 459,1 0 0,0-5 1,0-1-72,0-2 92,6-1 1,1-10-1,7 0 1,2 0-1,4 0-652,8 0 653,1 0 0,13 0 1,-1 0-137,5 2 246,7-5 1,-7 6-1,6-5 1,1 2-1,4 0-55,4 2 95,-3-5 1,5 6-1,-8-4 151,-3-1-158,-3 5 0,-13-4 1,-4 5-1,-7 1 131,-7 0-67,-2 0 0,-8 1 1,-4 2 110,-3 2-182,-1 6 0,-6-4 1,-2 7-1,-2 0 1,2 0 68,1 0-79,-4 7 0,8 0 0,-6 9 56,3 3 87,1-3 1,6 9 0,4-4 0,4-1-1,4 2 491,1 1-539,0-6 1,7 5 0,8-5 101,7 2-387,5-6 1,6-2 0,2-6 0,-1-2 0,1-1-1325,-3-2 1177,4 0 0,-6-2 1,2-1-1690,-7-2 1688,2-6 0,-11 3 1,2-6-1,-3 0 341,-6-1 0,-59-30 0,14 18 0,1 0 0</inkml:trace>
  <inkml:trace contextRef="#ctx0" brushRef="#br0" timeOffset="69">22393 11714 9579,'0'-8'1066,"0"1"1,2 3-1,3 0 1,6 0 2100,6 3-2994,5-5 1,13 2-1,5-3 1,4-1 0,5 1-1,3-1 1,3 1 217,0-5-753,-1 6 1,-18 0-1,-4 4 1,-7-1-1632,-6-2 0,-11 1-950,-8 4 2178,0 6 0,-17 0 0,1 5-21,-5-1 1,3-1 785,-6 5 0,-44-6 0,26-4 0,0-1 0</inkml:trace>
  <inkml:trace contextRef="#ctx0" brushRef="#br0" timeOffset="70">21242 12624 11783,'0'8'599,"-5"0"1,-1-3-1,-1 4 1,-1 5-1,2 4 434,0 1-982,-5 6 0,8-8 1,-5 7-1,1 1 1,4 2-1,2 0 1,1-2 40,0-1-200,0-7 1,0 6-1,0-6 1,1 2-101,4-2 1,-2-3 0,7-2-1,1-5 28,1 0 330,3-3 0,0-2 1,3 1 485,1 2-478,6 0 1,-5-5-1,6 0 1,-3 0-1,3 0 377,1 0-345,1 0 1,-4 0 0,-2 0 241,-2 0-457,-1 0 1,-9 0 326,-1 0-371,-6 0 0,4-2 0,-7-3-319,0-4 208,-7-4 0,4-1 1,-6 0-1,-2 0 0,-2-1-877,-1 1 837,6 6 1,-5-4 250,4 2-35,3-2 501,-7 4-264,11 1 0,-2 7 0,8 2 1047,6 3-1050,2-4 1,-2 12 0,-1-4 0,1 4 0,-1 1 761,1 0-796,-7 1 0,3-1 1,-6 2-416,0 3 1,0-4 0,0 4 0,-1-3-2631,-4-2 1754,-3-6 1,-6 5-1,0-4-4081,-1 4 5176,1 1 0,-13-6 0,-3-2 0</inkml:trace>
  <inkml:trace contextRef="#ctx0" brushRef="#br0" timeOffset="71">22280 12809 8263,'0'-8'1654,"0"-5"570,0 4-1759,0 3 0,0 3 1,0 10-1,0 9 0,0 5 1,0 4 719,0 2 1,-5 1-928,0 1 1,-4-1 0,2 1 0,1-1-166,0 0 1,-1 1-1,4-2 1,-1-2-466,0-1 52,3-7 1,1 4 0,0-7-847,0 0 868,6-6 0,2 3 0,6-6 0,2-2 1,1-3-788,2-5 943,7-3 0,-9-6 0,7 0 173,1 0 0,-4-1 0,-3 1 0,-2 0 729,-2 0-339,-6 0 1,3-1 770,-6 1-274,6 0-840,-9 6 8,4 2 0,-6 7 0,0 4 62,0 4-67,0 4 0,0 1 1,0 1-108,0-1 0,5 0 0,1 0 0,1 0-98,-1 1 159,5-1 0,-5-5 1,5-1 8,-1-1 0,4-1 0,5-3 0,-2 2-25,-1-2-13,-2-8 1,5 2 0,0-6 3,-1-3 1,-3-5 0,0-3-1,-3-1 31,-2 0-10,-4-4 0,-6 8 1,0-7-107,0-1 0,-2 4 0,-2 1 0,-6 2-235,-2 4 182,-9-3 1,4 11 0,-5-4-24,1 5 0,-4 5 0,3 5 0,0 5-497,3 2 509,3 9 1,2-6 0,1 4-14,3-3 0,4 3 1,6 0-1,0-1-745,0-3 778,0 0 0,11-8 0,5 0-64,5-1 1,4-4-1,6 2 1,4-4-432,1-4 564,-4 2 0,4-11 1,-4 4 120,1-4 1,-4-1 0,-6 0 0,-1 0 575,-4-1 32,1 1 1,-13 5 384,4-1-216,-4 7-387,-6 3 0,0 10 0,0 7-118,0 2 0,0 0 1,0-5-1,0 0 51,0 1-416,6 5 0,1-9 1,4 3-190,-2-1 1,1-2 0,4 0 0,0-3-727,0-2 818,0-1 0,1-5 0,-1-2-445,0-2 449,0 2 1,-1-10 0,-2 2 0,-3-4 0,-2-4 211,-3-1-146,-1 1 1,-2-1 0,0-2 289,0-1-283,-6 5 0,-4-6 0,-7 8 0,-2-1 0,1 5-56,3 3 93,-6 3 1,5 5 0,-3 2-133,4 2 1,0 4 0,1 7 0,1 0 0,4 4 70,-4-3 0,12 5 0,-4-6-49,3 4 1,9-4-1,4 0 1,5-4-623,3 1 620,6-6 1,-3 0 0,6-6-203,1 0 0,-1 0 1,1-1-1,-1-4-269,1-5 521,-1-9 0,0 2 0,1-7 30,-1-1 1,-6-2-1,-3-1 1,-3-2-23,-2-3 261,-6-4 1,-1 1 0,-7 3 114,0 3 0,0 3 1,0 3 969,0 5-916,-7 10 1,6 4-113,-4 10 0,-1 4 1,1 10-1,2 7 1584,1 5-1422,2-1 0,-5 10 0,1-6 118,1 3 1,-4-6 0,2 2 0,2-3 116,2-1-708,1-1 1,-5-6-1,0-3-282,2-3 1,2-2 199,1 1-846,0-7 1,1-2 526,4-6 1,3-8 0,6-5 0,0-6-886,0-3 1029,7-1 1,-4-6 0,5 1 128,-1-1 1,4 2-1,-3 2 1,2 1-255,0-1 419,-7 5 1,4-1 468,-7 7 7,-6 6-315,-2 8 0,-7 8 0,-6 6 794,-7 0-880,0 1 1,-12-1 0,6 0-1,-2 0 1,-2 0-157,2 1 104,1-1 1,7-5 0,0 1-436,0 1 331,0-5 1,1 7 0,4-4-1,4 4-128,3 1 461,2-6 1,2 5 0,3-5 110,4-1 0,8 4 1,2-6-1,0 0 354,2 1-621,-5-4 0,9 4 1,-5-4-58,3 3 0,-5-4 0,5 4 1,-1-5-806,0-5 602,-5 4 0,5-12 1,-4 5-918,1 0 862,0-5 1,-7 6 0,-1-8-1,-1 1 1,-1-2-278,-1-3 354,5 4 1,-12-6 298,4 7 92,-3 6 544,-2-5-569,0 12 1,0-4 0,0 10 261,0 4 1,-2 4-1,-1 3 1,-2 1 536,2 2-957,2 0 0,1-5-601,0 0 445,6 1 0,2-3 0,6-2 0,0-4 1,0-1-488,1-1-26,5 1 1,1-10 0,4-1-528,-1-2 1023,-7-1 1,5-10-1,-4 0 1,-1 1 0,-3 3-107,-3 0 486,-1 1 1,-2 0-191,-4 0 1116,-2 6 1,-2 3 293,0 10-1153,0 3 0,0 8 1,0 1 854,0 2-1198,0 0 1,0-5-1,1-1 1,3-2-1,2-2-1248,2 2 1100,8-4 0,-1 4 0,6-7-718,-1 0 760,-4-3 0,10-2 0,-7-4 0,-2-5 1,-1-2-1446,-2-2 1185,0-1 0,-4-4 1,-2 0 390,-2 2 265,-1-5 1,-5 11 0,0-3 0,0 1 983,0 0-1020,0 5 0,-2 4 26,-3 8 0,4 9 0,-6 8 0,3 1 1333,-1 3-1154,0 8 1,5-3 0,-1 5 37,-4 0 0,3-4 0,-3 6 1,4-3-211,1-2-166,0 4 0,0-6 1,0 2-123,0-7 1,0 0 0,0-6-115,0-1-476,0-9-80,0-2 567,-6-7 0,4-11 1,-4-5-1,1-5 0,0-6-1216,2-4 1075,1-6 0,2-5 0,2-2-882,3-4 911,3-9 0,6 0 0,2 1 0,3 7 0,4 8-509,4 7 682,2 8 0,1 13 1,0 5 109,-2 8 1,2 8 0,-11 9 0,-2 4 594,-1 1-507,-8 2 0,-2-1 0,-7-1 21,-4-1 1,-4-1-1,-9-2 1,-2-1-1002,-2-4 383,-2 1 0,-3-8 1,2 5-673,1-1 0,5-7 0,-3 2 1,2-2 1131,2 2 0,-4-16 0,0 1 0</inkml:trace>
  <inkml:trace contextRef="#ctx0" brushRef="#br0" timeOffset="72">25009 12894 7947,'-14'-14'1155,"6"0"0,-3 0 2558,7-1-3259,-1 8 1,5 2 0,1 10-1,3 4 1,0 5 0,-1 4-1,-1 2 2100,-2 2-2405,0-4 0,0 7 1,0-6-1,0-2 1,0-1 446,0-2-1030,0 0 0,0 1-730,0-1 0,0-5-1282,0 1 1870,0-7 0,0-8-554,0-9 980,0-10 0,6 4 1,2-5-1,2 2 1,-1 3-368,2 3 649,2-6 0,1 12 1,2-3 859,3 1-696,-3 7 1,6 0-1,-5 6 1,2 1-1,-2 4 1047,-1 5-1031,-2 2 0,1 3 1,-1-1 426,0 0-692,-6 6 0,5-4 1,-4 3-1,4-3-532,1-2 122,0-6 1,0-2 0,1-6-179,-1 0 0,0 0 0,-1-1 0,-2-4-513,-2-4 1009,1-10 0,-1 3 0,-1-5-489,-2 1 543,-1-2 0,-5-7 1,0 1-1,0 1 1,-1 3 598,-4 5-360,-3 4 1,-6 2 0,0 3 565,-1 6-687,1 2 0,0 10 1,0 6-1,-1 8 0,3 5 575,2 2-599,4-1 1,6 1-1,0-1 285,0 0-351,0-6 0,2 4 0,2-6 1,7 1-1,5-1-609,3-2 365,6-2 0,-2-9 1,5-2-128,0-3 0,1-2 0,-1-2 1,1-4-599,-1-8 741,1-1 0,-3-11 0,0 2 100,-3-3 47,1-1 0,-3 4 0,-6 0 0,-5-1 0,-2 0 464,0 1-204,-5 3 0,3 7 1,-7 2 917,-4 2-1019,3 4 1,-10 6-1,2 1 1,-2 6-1,-4 5 284,-3 6-252,9 7 0,-9-3 1,11 7 165,1-1-200,-6 0 1,11-4 0,-2-2 0,2 0 0,2-1-15,0-1-458,6-1 1,7-6-1,8-2-74,1-2 126,1-5 1,6 2-1,-1-6 1,1-2 0,-1-2-910,1-6 1008,-1-9 0,-4 3 0,-1-4-608,3-1 799,0-1 0,1-1 0,-1 0 0,-4 3 0,-2 3 970,-2 1-780,4 8 1,-6-3 513,3 6-484,-10 0 0,2 7 0,-6 3 389,-2 4-491,-1-3 1,-2 2 181,0-3 35,0-3 0,-2 4 456,-3-6-925,4 0 1,-12 0-1,4 0 152,-4 0-68,-8 0 1,6 2-1,-6 1 1,2 1-1,0 1-77,2 1 112,1-4 0,2 11 1,-1-5-16,1-1 38,0 6 0,5-5 0,1 6 0,1 0 56,4 1-46,2-1 1,7-1 0,5-2-32,6-2 0,1-6 0,4 2 1,0-3-421,0-2 388,-5 0 1,10-7 0,-5-2-74,1-4 32,3-7 1,-8 2-1,4-7 1,-2-4-1,-2-2-527,-2-1 523,-2-4 1,-6-2 0,-4-8-267,-2-1 439,-2-1 0,-2 12 0,-1 5 0,-3 5 0,-2 9 437,-3 6-368,5 5 1,-5 13 0,4 9 386,-1 11-295,5 2 1,-3 12 0,6-4 0,0 5 0,0 0 1250,0 1-976,0 0 1,0-7 0,0-3-2,0-3-501,0-2 1,6-5 0,4-4-1,2-5 1,3-5-611,-1-4 9,0-3 1,5-2 0,2-2 82,1-3 254,-5-3 1,8-7 0,-6-3-1,0-2 1,0-1-1076,0 1 1212,0-6 0,-5 10 0,1-2-195,-1 2 627,0 2 1,-6 4 1120,-3 1-981,-4 5 119,-1-2-301,0 6 0,0 2 1,-1 1 489,-4 2-577,3-1-135,-4-4-86,6 7 1,-2-4 111,-2 6-129,2-6 170,-4 10-436,6-11 331,0 10 88,0-10 0,-2 4 95,-3-6-621,4 0-409,-5 0 381,6 0-195,0 0 920,0 6 0,0-2 0,1 5 890,4 2-887,-4 2 1,10 1 261,-6 0-372,6 0 1,-9 1 0,4-1 370,1 0-250,-6 0 1,4-6-1488,-10-3 683,-3-3 1,-8 2-1,-1 1 1,-2-2-1,0-1-3892,-1-2 2530,4 0 0,-10 0 1890,8 0 0,-1-7 0,4 0 0</inkml:trace>
  <inkml:trace contextRef="#ctx0" brushRef="#br0" timeOffset="73">27242 12852 7813,'-8'-7'513,"1"4"0,6-5 0,-2 0 1,-2 0 1024,2-3-1421,1-1 1,2-2 0,2-1 0,1 1 0,3 0 0,2-2 0,2-3-73,-2-5 1,4 2 0,-4-1 0,2-1 112,-1 2-123,-6 1 1,5 7 0,-5 0 257,2 0 0,-2 9 90,-8 10-106,4 3 1,-12 25 0,4-2 666,-4 4-733,-1 6 0,4-5 1,2 7-1,2 0 1,3-1 638,1 1-742,2-7 0,0-1 0,0-8-218,0-3-58,7 3 0,1-13 1,6 0-1,2-8 0,1-4-1851,2-2 1715,0-6 1,-5-2 0,0-8 97,1-3 135,5 3 1,-9-11 0,3 5 0,-3-2-1,-3 2-289,-3 2 1027,-3 7 1,-1 1-304,4 2 1,-3 5 807,2 5-895,-2 13 1,-2 3 0,0 3 402,0-3-627,0 4 1,0-4 0,0 3 0,1-3-1,4-2 46,5 0-142,2-6 0,3-2 0,0-6 187,4 0-191,-3 0 1,6-1 0,-4-4 0,1-5 0,-2-2 247,-1-2-189,-8-1 0,0-4 1,-5 0-47,1 2-292,1 1 1,-11 7 0,-5 1-1,-5 2 1,-5 1-1651,-1-1 1497,-1 4 1,-6-3 0,2 8-2637,4 2 2278,-4 6 837,5-9 0,-26 23 0,-4-1 0</inkml:trace>
  <inkml:trace contextRef="#ctx0" brushRef="#br0" timeOffset="74">27043 12795 7904,'-8'-14'1694,"-5"6"1,11-5 950,-2 4-2105,2-4 0,5 3 1,7 3-609,9 0 0,8-2 0,6 2 0,5 1-1677,3 0 1533,-5 1 1,-1 5 0,-7 0-1079,1 0 491,-1 0 1,-1 0 798,-3 0 0,-4 32 0,-6 7 0</inkml:trace>
  <inkml:trace contextRef="#ctx0" brushRef="#br0" timeOffset="75">28166 12582 9302,'0'-8'5657,"0"1"-4113,0 7-1258,0 13 0,0-4 0,0 12 1,0-1-1,0 4 0,0 3 0,0 1 910,0 1-1184,0-1 1,0-4 0,0-2-1,0 0-549,0 0 0,0-4-199,0 1 1,0-8-700,0-2 759,0-6 1,1-7 533,4-11 1,5-2-1,7 3 1,4 0-66,1-1 294,1 8 0,4-5 0,-2 8 1073,-1 1-917,0 1 0,0 2 0,-2 0 0,-2 2 0,-4 2 1006,-5 6-922,2 2 0,-12-2 1,4-1 472,-3 2-680,-2 2 0,-2-3 0,-3-1 0,-4 1 0,-4-1 258,-1 0-504,0-5 1,-7 2-1,-1-4-133,0 2 0,-5-2 0,5 3 0,-2-4-560,1-1 576,5 0 0,-2-1 0,5-3 256,1 0-105,6-1 1,-3 3-350,7-2 620,-1 2 0,6-4-17,4 6 108,-3 0 1,10 0 0,-1 0 0,5 0 0,5 0 891,1 0-1113,2 0 1,4 0-1,2-2-30,3-3-91,-3-2 1,7-8-1,-6 1 1,2 0 0,-1 0-568,-2-1 556,-8 1 1,2 0 0,-9 0 107,-2 0-121,-8-1 0,1 6 1,-9 1-1,-5 2-704,-6 2 595,-10 3 0,4 4 0,-7 5-18,-2 6 187,10 10 1,-12-4 0,12 6 0,3-3 0,3 1-223,4-2 303,6 5 0,-2-10 0,10 6-186,4-3-83,10-1 0,8-6 0,6-4 1,-1-4-1,-1-4-1956,3-1 2180,-4 0 0,11-12 0,-5-4 0</inkml:trace>
  <inkml:trace contextRef="#ctx0" brushRef="#br0" timeOffset="76">28265 12923 8048,'-14'0'389,"6"-2"0,2-1 1,0-2 1092,-4 2-1175,4 2 0,-1-1 0,7-3 0,0-4 0,2-2 749,3 1-1004,3-2 1,6-1 0,2-8 0,1-1 0,4-3 42,1-2-205,1-1 1,4-2 0,-1-3 0,-3-5 0,1-3-154,-2-2 185,-1 0 1,-12-4-1,-1-1 40,-2 3 1,-3 8 0,-6 9-1,-3 9 317,-2 8-185,-1 5 1,-10 7 0,0 5 381,1 9-260,2 5 0,2 15 1,0 3-1,0 3 0,1 2 654,4-1-664,-4 1 1,10 6-1,-5 1 523,2 1-558,1-2 0,5-6 0,0-2 0,0-2 0,2-3 48,2-1-291,-2-2 1,6-11-1,-5-3-252,2-3 1,-1-6-84,-4-1 374,0-6 1,0 2 483,0-10-301,0 4 0,0-7 1,-1 3 766,-4-4-856,4 2 1,-7-1-253,3 4 59,3 2 1,-4-11 0,6 4-707,0-4 601,0 5 1,6-4 0,4 2-383,2-2 491,3-2 1,0-1 0,3 1 0,2 1-1,1 2 195,-1 2 170,-1 6 0,0-5 0,0 5 20,-1-2-10,-3 0 0,4 10 0,0 1 1,-1 2-1,-2 3 573,-2 2-716,-6 7 0,3-4 0,-5 5 232,2-1-429,-5-4 0,8 5 0,-6-7 0,-2 0-1232,-1 0 1065,-2 0 0,1-6-614,4-3 668,3-3 0,6-4 0,0-3 1,2-4-1,3-5-865,5-5 892,3-3 1,1-7 0,0 1 410,1-1-104,-1 1 1,-4 4 0,-2 2 0,0 2 0,-1 4 427,-1 5-337,6 4 1,-11 7 0,4 0 143,-3 0-236,-2 7 1,-4-1-1,-2 5 1,0-1-1,-2 1 214,0 1-446,-1-4-253,-5 5 1,0-10-11,0 6 469,0-5 0,-2 2-162,-2-6-49,2-6 0,-11 4 0,4-3 1,-5 4-87,-5 1 253,3 0 1,-4 0 0,4 0-12,-3 0 0,1 6 1,-4 3-1,2 4-129,2 1 250,3 1 0,0-1 1,3 0-45,2 0 1,-1 0-1,6 1 1,2-1-277,2 0 59,7-6 0,3-2 0,10-6-153,5 0 147,3 0 1,1-1 0,-1-4 0,-1-5-1,-3-2-268,3-2 468,-6-1 1,1 1-1,-7 0 189,0 0 1,-4 1 0,-3 2 623,0 2-531,-3 5-6,-4-2-306,-6 12 0,3 2 0,-5 8 0,2 1 0,3 2 289,1-1-472,2-2 0,0-2 0,0 0-158,0 0 1,6-1-1,5-4 1,5-2-1156,3-1 1178,6-4 0,-4 4 0,4-8 59,-1-2 0,-2-6 0,2-7 1,-4-4 121,1-1 24,-5 5 1,3-10-1,-10 5 820,-4 0-505,3-5 0,-7 11 0,4-3 0,-3 3 1379,-2 2-1261,-7 6 1,4 3-67,-6 10-147,5 3 0,-7 13 0,7 4 0,1 5 0,1 3 694,2-1-550,-6-2 0,4 3 0,-3 2 335,4 1-731,1-5 0,0 3 1,0-9-1,0-3 1,0 0-454,0 0 186,0-11 0,-2 7-350,-3-14 580,4 7 1,-7-11-1,5 0-593,-2-7 504,-6-12 0,9 1 0,-4-5-497,0-3 503,4-7 1,-3 0-1,10-8 1,5-5-1,2-1-157,3-2 368,-1-5 0,6 10 0,2-2 249,1 6-242,3 12 1,-4 14-1,7 9 1,-1 3-1,-1 6 208,-3 5 92,-4 7 1,-7 12-1,-3 1-53,-6-1 1,3-1-1,-3-2 1,-2-3 404,-5-1-670,-5-2 1,-6-5-1,-1 0-816,1 1 649,-6-8 1,2 5 0,-5-8-1,-1-1 1,0-1-663,1-2-129,5 0 1,-4-2-13,3-2 813,3-4 1,-3-2 0,10 1 117,4-2 81,4-2 1,12 5 0,3 4-85,2 2 111,6-4 0,0 4 1,8-3-1,1 2 0,3 0-264,-3-2 74,-1 1 0,0-3 0,0-1-385,-1 0 550,2-4 0,-15 9 0,3-7 0,-3-1 0,-2 0 848,0 2-391,-6 2 490,-2 1-794,-6 4 0,-1-2 0,-2 10 0,-4 8 1606,0 8-1397,3 5 0,-7 2 0,5-1 724,-2 0-883,5 1 0,-3 4 1,6 0-1,0-1 1,0-2 572,0-2-929,0-6 1,0 4-240,0-7 0,0-1-204,0-3 372,0-7 0,-2-2 0,-1-8-259,-2-2 235,0-4 0,1-11 1,-1-2-1,0-1 1,0-5-776,1-4 858,-1-6 1,7-12 0,2-3-171,6-3 69,2 4 1,3-2-1,0 5 1,3 4-1,1 6-477,-2 10 753,5 12 1,-4 10-1,4 7 1,-2 4-1,-2 6 1034,-3 6-968,0 5 1,-6 5 0,-1-1 508,-2-3-515,-1 1 0,-6-2 1,-3-3-1,-2-3 0,-2-2 83,-3 0-111,-2 1 1,-6-3 0,1-1-440,0-1 1,-2-7 0,1 2 0,1-4-1104,2-1 1046,2 0 1,0 0-405,0 0 594,6 0 0,3 0 0,10 0 794,4 0-454,10 0 1,-1 0 0,5 0 92,3 0-154,1 0 0,6 0 0,0 0 0,0-1 0,0-4 117,0-5-211,7-2 1,-10-2 0,3-1 0,-4 1 0,-6 0 78,-4 0 36,-3-1 0,-3-4 154,-4 1-146,-3-1 0,-7 6 0,-2 2 0,-4 3 0,-1 2 848,-3 2-774,-1 3 0,-2 2 0,-2 4-9,-3 5 0,3 2 0,-3 3 1,3-1 363,2 0-562,6 0 1,-3 0-257,6 1 29,1-1 0,4 0 0,1-1 0,6-2-499,7-2 604,6-6 0,9 4 0,-1-7-633,1 0 670,-1 0 1,0-7 0,1 0-1,-1-3 1,-1 1 525,-3-3-121,-4 0 0,-10 2 0,-1 2 858,2 2-314,-4 1-199,-1 5-156,-6 0 0,0 2 0,-2 1 200,-2 2-1255,2 0-922,-4 1 104,6-4 1190,6 4 1,2-11-1,6-1-484,0-2 713,1 5 0,-1-8 0,0 6 0,0 0 0,1 0 777,-1 1-345,0-1 1,5 5 492,0 0-728,0 0 0,-5 0 0,0 0 0,1 0 0,-1 0 143,0 0-325,0 0 1,0 0 0,1 0-1,-1 0 1,0-2-163,0-2-584,1 2 1,3-11-1,1 4-3199,-1-4 2117,4-1 1798,-6 6 0,23-17 0,-1 1 0</inkml:trace>
  <inkml:trace contextRef="#ctx0" brushRef="#br0" timeOffset="77">31322 11373 8124,'0'-14'0,"-5"0"0,1-1 961,0 1 1,3 5 0,1-1 485,0-1-1232,6 5 0,2 6 1,6 11-1,2 5 0,2 4 1,2 2-1,1 5 172,-1 5 1,4-1-1,-4 6 1,2-2 262,4-4-519,-6 5 1,7-6 0,-3 4-63,3-4 1,1-3 0,-1-4 0,-2-4-153,-1-3 59,-7-8 1,4 3 0,-7-6-223,0-2 1,1-6-1,-1-4 1,-2-1-2073,-2-3 1515,3-1 1,-12-7 0,4-2-1560,-4-1 2064,-1-2 0,-6-4 0,-3 0 1,-4 1-1,-1 1 367,0 3 74,-1-1 0,6 2 0,1 3 1487,2 3-943,1 2 1,0 5 3082,0-1-1709,1 7-870,4-3-893,0 12 1,-2 8 0,-3 10 0,-4 3 0,-4 3 1174,-1 3-1342,-7 3 0,6 5 0,-4-1 407,3-2-514,-5 0 1,9 3 0,-4-2 0,2-3 0,3-1 1,-2-3-369,0-9 1,5-2-680,4-7-604,2 0 0,4-6 0,2-3-2706,6-3 3532,3-9 800,1 6 0,38-37 0,10-2 0</inkml:trace>
  <inkml:trace contextRef="#ctx0" brushRef="#br0" timeOffset="78">30952 7094 8209,'-6'-14'96,"3"0"0,-5-1 1,0 3-1,2 1 0,0 1 1,1 1 1796,-2 1-911,6-5 1,-5 5 1024,6-6-1592,0 6 0,1 2-242,4 6 1,3 6 0,6 5 0,2 7 507,3 5-411,-3 4 0,10 2 0,-2-3 121,3-2 0,3 3 0,2-3 0,2 3 278,3 1-641,-6-6 0,-1 3 0,-8-6 16,-1-1 1,-2-7-205,-5-2-1924,-6-6 1309,-2 4 1,-7-14-1,-4-2 1,-4-4-2599,-4-1 2806,-1-7 1,-1-1 0,1-6-34,0 0 0,0-3 0,1 0 0,2-2 59,2 1 534,5 8 1,-2-1-1,6 6 966,0 2 0,0 1 2272,0 2-683,0 6-1369,0-5 0,2 12 1,1-2 334,2 6-1288,-1 5 0,-5 7 0,-2 3 67,-2 1 0,-6 6 0,1-1 0,-2 3 496,-2 1-738,-1 0 0,6 1 0,-1-1-47,-1 1 0,-1-6 0,-1 0 0,2-3-137,1-3-11,7-1 1,-8-2-1515,7 1 1,-6-6-2315,5 1 3180,7-7 0,7 3 1,10-6 791,5 0 0,14-2 0,8-2 0,3 0 0,1 0 0</inkml:trace>
  <inkml:trace contextRef="#ctx0" brushRef="#br0" timeOffset="79">19024 15126 8404,'-8'0'-91,"-5"-4"0,5-3 0,-1-1 0,-1-1 0,1-1 0,-1 1 715,1-2-313,-1 5 1,1-6-1,0 6 1,-1-2-1,1-1 1,1-1 1873,1 1-1430,3 6 0,-1-5-311,0 3 1,2-3 0,8-5 59,4 4-436,4-4 1,1 10-1,2-5 441,3 2-541,-3-5 0,6 9 0,-5-2 0,2 2 1,0 2-86,2 0 68,-6 0 0,6 0 141,-7 0 0,-1 6 0,-4 4 0,-4 4 204,-3 5 7,-9-3 0,-2 9 0,-10-4-181,-5 1 1,-3-3 0,0 3-1,2-2 144,1-2-345,7-3 0,-8-2 0,7-2-839,6-1 367,-3-7 488,20 3 0,3-6 0,17 0 544,7 0-360,4 0 0,2 0 0,-1 0 1,-3 0-1,-4 2 843,-4 2-813,0 4 0,-10 2 0,2-1 774,-7 2-617,-5 2 0,-8 1 1,-2 0-1,-7 1 0,-7-1 958,-5 0-1224,-4-6 1,-6 3 0,-1-5 416,3 2-1288,1-5 0,3 4 0,3-7 0,5 0 1,3 0-3710,2 0 2775,6 0 0,2-2-1628,6-3 3391,0-2 0,18-27 0,8-10 0,2-2 0,0-1 0</inkml:trace>
  <inkml:trace contextRef="#ctx0" brushRef="#br0" timeOffset="80">19180 14714 8286,'-22'-21'250,"0"6"0,5-4 1628,-2 3-1151,-7 2 0,4 6 0,-6 3 92,-1 3 0,4 2 0,-2 0 0,-3 0 1306,0 0-1721,0 7 0,2 1 0,-1 7 341,1 4-533,-1-3 1,1 11 0,0-2 0,-1 5-1,2 5 363,4 1-489,-4 2 0,9 5 0,-2 0-2,4-1 0,0 6 1,11-1-1,2-1-25,2-2-234,1 5 1,1-11-1,4 2 69,5-4 0,2-6 1,2 3-1,1-5-134,-1-4 171,6 3 1,-2-11 0,5 3-129,3-3 190,1-2 0,1-6 1,0-4-1,1 0 1,-1-1-25,1 1 141,5 1 0,-3-6 0,3-4-43,1-5 117,1-9 0,7 2 1,-2-7-1,-1-1 0,-3-3 581,3-6-706,-5 4 1,3-11-1,-8 2 204,-3-7-268,-9 2 0,1-7 0,-9 4 0,-5-5 0,-5-3-340,-5-2 345,-9 0 0,-8 5 0,-8 1-376,-4 2 186,4 2 0,-11 10 0,3 4 0,-3 5 0,-3 3-1673,-3 1 1536,9 13 1,-10-2 0,12 13-1006,0 0 1,7 8 0,12 6 0,4 8 1331,4 5 0,31 40 0,3 8 0</inkml:trace>
  <inkml:trace contextRef="#ctx0" brushRef="#br0" timeOffset="81">19720 15268 8286,'8'-28'1286,"3"6"0,-6 3 1773,-2 3-3001,-1 8 1,4-3 0,4 6-59,2 2 0,53 21 0,-26-6 0,-1-1 0</inkml:trace>
  <inkml:trace contextRef="#ctx0" brushRef="#br0" timeOffset="82">20716 14771 8043,'8'-14'131,"-2"-1"1,-6 6 0,0-1 0,0-1 0,0-1 1770,0-2-1535,0 6 1,-6-3-1,-2 7 1,-2 6 0,2 6 179,2 5 1,-5 7-267,1 4 1,3-1-1,-1 4 1,0 3-94,0 0 1,0 0 0,-2-1 0,4-1 147,0 1-455,4-1 0,-6-4 0,5-2 100,-2-2 0,1 4 1,4-5-150,0-2-124,6-1 1,2-8 0,6-3 43,0-4 1,5-1-1,2-1 1,1-4-69,3-4 257,2-4 1,2 0 0,-3 2 75,-2 2 0,1 1 0,-6-1 1,-1 2 331,-2 1-226,-2 4 1,0-4 496,0 6-2,-6 0-213,-2 0-206,-6 6 1,2 1 0,3 2 150,4-4-394,-2 3 1,5-7 79,-2 4 1,2-3 0,2-2 0,1-2-171,-1-3 171,0 4 0,0-10 1,-1 4-76,-4-1 1,4 1 0,-5-5 0,1 3-149,1-2 174,-7-2 0,3-1 0,-6 0-30,0 0 0,0-1 1,0 1-1,-1 0-91,-4 0 94,-3 6 0,-6-3 0,0 6 6,0 2 0,-5 1 0,0 2 0,0 0-39,-2 0 209,5 0 1,-9 7-1,6 2-29,2 4 0,1 1 1,2 0-1,0 0 164,-1 1-200,7-1 1,1 0-39,2 0 0,3 1 0,-1-1-68,6 0 39,5-6 0,11 0 0,2-5-33,1 2 1,6-1-1,5-4 1,0-1-38,2-4 37,-5 4 0,10-11 0,-7 6-119,-1-2 123,-2-1 1,-4-4-1,0 2 1,-4 2 0,-2-2-137,-2-2 138,-3-1 0,-5 1 0,-2 2-50,-2 2 133,5-1 1,-9 1 94,3-1-253,-4 7 317,-1-3 0,0 7 0,0 4 233,0 4-283,0 4 0,0 1 1,0 0 104,0 1 0,0-1 1,0 0-1,0 0 175,0 1-367,0-8 0,0 6 1,2-5-220,2 0 0,6 5 0,7-6-65,2 1 171,0-1 0,0-7 1,2 0 20,1 0-85,2-7 1,-1-1-1,-1-6 1,-1 0-1,-4 0-321,-1 0 380,-2-7 1,-4 4-1,-2-5-107,-2 1 17,-1 2 1,-12 3-1,-2 0 1,-5 1-1,-5 4-518,-5 3 541,-3 3 0,-6 5 1,-2 2 8,-1 2 58,4 4 0,-7 6 0,7 2 1,4 2-1,4 0-86,4 0 280,1 4 0,6-6-61,4 3-97,2-3 1,9-4 0,4-2-1,8-6 1,8-2 41,5-2-147,2 0 1,4-6 0,2-4 23,1-2 1,-4-1 0,2 2-1,-2 1-97,-4-1 150,4-1 0,-12-1 0,4 2 189,-5 2 1,-3 5 0,-2 0 396,0 2-414,-6 2 0,-1 6 1,-7 5 164,0 7 1,0-1 0,0 5 0,-2 0 306,-3 0-458,4 2 1,-6 5-1,6-1 42,-4 0 1,3 2 0,-2 2 0,2 0 182,2-5-371,0 1 1,0-6 0,0 5-265,0-3 149,0 2 1,0-10 0,0 3-846,0-3 678,0-8 208,0-2 1,2-18 0,1-7-22,2-7-131,-1-2 1,1-12 0,0-2-73,-2-2 113,-1-1 0,2-4 1,3-1-1,-1-1 1,2 4-279,0 3 365,1 7 1,5 3-1,1 7 112,-1 3 52,6 4 0,-2 12 1,4 3-1,0 5 0,-1 5 704,-1 4-663,-1 4 1,-5 6 0,-1 1 328,-4 2-355,-2-4 0,-7 7 0,0-4 1,-2-1-1,-4 2 442,-8 0-535,-1-4 0,-11 5 1,3-7-508,1-3 357,-5-2 0,5-2 0,-5-1 0,4-1 0,4-4-752,3-2 780,2-1 1,6-1-1,3-4-174,4-5 194,1-2 1,1-2 0,4-1 0,4 0 0,6-1-52,4 2 229,3-4 0,1 10 1,1-4 286,1 2-301,2-2 1,2 4 0,-1-5 0,-1 2-1,-2 3 63,-1 2-119,0-5 1,2 4-1,-2-4 19,-5 2 10,-3 6 0,0-5 0,1 5 0,2-2 0,-2 2 259,-1 1-182,-2 2 0,1 2 0,-3 2 442,-2 6-404,2-4 0,-5 7 0,2-4 0,-2 4 0,-3 1 589,1 0-625,0 1 0,-5-1 1,-2-1 298,-3-4-491,4 4 0,-12-5 1,2 4-1,-5-1 1,-3-3-358,2-2-446,-5-1 1,1-5-1,-4 0-142,1 0-814,7 0 1,-4 0 1835,7 0 0,38-19 0,9-4 0</inkml:trace>
  <inkml:trace contextRef="#ctx0" brushRef="#br0" timeOffset="83">23332 14600 8048,'0'-8'539,"0"-4"1,-2 2-1,-1-2 3148,-2-3-3241,1 7 1,2 2 0,-1 8 0,-4 3 0,1 4-1,-2 5 546,0 5 1,-1 3-767,-5 7 0,-1-1 0,0 2 1,-3 2 129,-1 1 1,-1 6-187,1-1 0,-2 3 0,-4 2 0,3 0-68,1-1-182,2-5 1,5 2-1,0-6 1,1-3-1,4-4-2070,4-7 1478,4-4 1,2-2-2358,4-4 2257,3-2 0,1-7 0,1-2-1078,1-3 1114,-5-2 1,0-9 0,-6-2-427,0-1 1162,0-6 0,0 3 0,0-5 0,-1 2 0,-2 3 0,-2 1-20,-6 2 0,5 5 1,-6 0 19,3 0 1027,6-1 0,-8 1 1,4 2 1448,0 2-887,3 4-276,-2-1-1084,12 6 0,2-5 0,7 6 0,-1 0 0,0 0 82,0 0-216,7 0 1,-5 0 0,2 0-194,-2 0 105,5 0 0,-5 0 0,3 0 0,-4 0 0,0 0-572,-1 0 444,0 6 0,-5-5 0,1 6-311,1-1 433,-5-4 1,2 4-1,-5-4 1,4 1-25,1 2 207,-5-1 1,5-4-1,-5 2 220,2 3-336,6-4 0,-3 5 0,6-6 0,0 0 0,0-1 98,0-4-203,1 4 1,4-12 0,0 3 148,-2-2-18,-1 4 0,-2-5 1,-1 4-1,-4-4 1,-3-1 134,1 0-216,-6 0 1,6-1-1,-9 1-212,-3 0 164,-3 0 0,-6-1 0,0 3 0,0 2 0,-1 6-421,1 2 374,-6 2 1,4 2-1,-5 2-57,1 6 160,4 2 0,-4 4 1,5 3-1,1 3 1,1 2 247,4 0-108,3-7 1,1 8 0,0-4-54,2 1-101,1-5 1,9 4 0,2-7-1,4-1 1,3-2 60,3-2-158,-4-6 0,11 4 1,-7-7 64,-2 0-14,5-7 0,-6 4 1,3-6-1,-3-4 0,-2-3 2,0-3 90,0-6 1,5 8 0,-1-5 56,-6 1 0,3-3 1,-6 5-1,4 2 83,1 1 82,0 2 1,-4 6-46,-1 3-89,-6 4 0,10 2 1,-5 4 307,0 5-371,-2 2 1,-6 3 0,0-1 127,0 0-180,0 0 1,0 0-1,0 1-100,0-1 110,0 0 1,0-5-241,0 1 540,0-7-4,0 3-121,0-6 0,0-7-459,0-8 145,6 1 0,-3-8 1,7 5-1,1-4 1,2 1-151,1-1 97,0-4 1,0 11-1,-1-2 1,-4 5 0,4 1 0,-3-2-982,2 2-164,-4 4 524,5 6 0,-5 5 0,4 1 0,-1 0-1256,-1 0 1546,-1 6 487,5-5 0,32 14 0,8 1 0</inkml:trace>
  <inkml:trace contextRef="#ctx0" brushRef="#br0" timeOffset="84">24597 15027 8601,'-14'0'567,"4"0"1,3-2 0,-1-1-1,0-2 821,-3 2-1070,4 2 1,1-6 0,4-1-1,-1-1 1,-1-1 0,0-2-46,3-6 0,7 1-324,4-7 0,2 1 0,2-6 0,1-1 155,-1-3-307,6 3 1,-4-5 0,3 7 0,-3 1 0,-2 3-564,0 5 662,-6 3 0,0 9-169,-3 2 417,-3 10 0,-2 9 0,-10 9 0,-3 4 0,-1 0 1119,0-3-1110,0 3 1,4-11-1,2 2 21,2-2 1,-3-1 0,4-1-112,2 0 33,1-6 0,8-2 0,6-6 8,5 0 0,0 0 0,5 0 0,1-1 110,-1-4-153,-5 3 1,4-9 0,-7 6 263,0 2 1,0 2 179,0 1-263,1 6 0,-7 2 0,-4 6-79,-2 0 0,-2 1 0,0-1 20,0 0-95,0 0 0,0 0-199,0 1 0,1-7 1,4-2-1,5-1-491,2-1 459,2 1 1,1-11 0,-1-4-113,0-2 0,5-4 1,2-1-1,-1-4-167,1-1 367,-2-2 1,-5-4 0,0-1 10,0 1 1,-4 1-1,-2 2 1,-2 3-148,-3 1 478,-1 8 1,-9 2-216,-2 7 0,-4 2 0,-1 10 0,0 8-22,0 4-61,-1-2 1,6 9 0,1-5 183,2 0 1,1 3 0,5-4 0,0-1 259,0 1-403,6-2 1,2-7 0,8-1 60,3-1-58,3-7 0,2 8 1,-1-6-1,3-2 0,1-3-48,1-5-20,0-3 0,1-6 0,-2-2 139,-4-3-184,-2 3 0,-2-10 0,-2 2 0,-2-3 0,-6-1-466,-3-1 244,5-6 0,-9-1 1,3-5 82,-4 3 1,1 3-1,1 9 1,2 2 45,-2 5 181,-1 3 56,-2 8 0,0 3 0,-2 9 381,-3 0-349,4 14 0,-10-7 0,4 12 186,-1 3 1,-1 1 0,-4 1 0,2 0 851,2 1-820,-1-1 1,-2 1 0,1-1-10,1 1 0,2-3 1,-1 0-1,4-4 137,3-2-661,2-1 0,0-4 135,0-1 0,8-2 0,5-2 0,6-5-125,3-4-244,2-1 0,4-6 1,1-5 63,-1-7 0,0 1 0,1-7 0,-2 1-568,-4 1 849,-2-5 0,-2 5 1,0-5 159,-2 3 1,-6 4 0,-3 5 203,-1 1-165,-3 6 0,-4 3 107,0 10 0,-4 5 1,-3 7-1,-1 2 826,-3-2-779,5 6 0,-5-6 1,6 5-30,2-1 0,1-2 0,2-5 0,0 0 187,0 0-639,0 0 1,7-1-1,2-4 122,4-4 1,1 2-1,2-3 1,3-2-814,4-5 714,4 1 0,-3-12 0,0 1-29,1-4 0,2-4 0,0 4 0,-2-2 210,-1 2 50,-7 1 0,5 2 0,-4-1 194,1 1 0,-1 5 1,-3 1 95,-1 2-139,0 1 0,-4 5 23,-1 0 0,-6 1-37,2 4-220,-3-3 0,-2 6 152,0-4-327,0-2 123,0 4 19,0-6 25,-7 0-66,6 0 0,-12 2 0,4 1 0,-6 3 1,-2 1-354,-2-1 451,-6 5 1,7-3 0,-5 6 41,-3 0 0,4 1 0,0-1 0,2 0-62,2 0-83,2 0 0,4 1 0,2-1-275,6 0 316,2-6 1,8 3 0,5-6 0,7-2 0,5-2-407,4-1 432,2 0 1,-1-4-1,1-3 138,-1 0-72,0 3 1,-5-8 0,-4 4-1,-2-2 1,-1 1 780,-2-2-542,3 4 0,-14 0 157,7 2-320,-7 3 0,3-6-88,-6 4 265,0 8 1,-4-7-19,-1 13 35,-6-1 0,9 5 91,-2 1-327,8-1 1,4-6 0,8-4-35,3-2 0,-2-4 1,7-2-1,0-6 24,-2-2-195,5-3 0,-5-4 1,5-1-21,-4-2 94,-2-2 0,-7 0 1,0 1-95,1-3 0,-8 0 26,-2-3 142,-3 1 1,-2 1 0,0 3-69,0 5 217,0 10 0,-2-2 1,-1 8-1,-3 4-248,-2 7 227,5 5 0,-8 6 0,4 1 1002,-1 2-832,5 8 0,-8-4 0,5 2 1,0-1-1,-1-2 670,4-1-820,-5 3 1,7-10 0,-6 5-46,1-1-112,4-9 0,-4 1 0,4-5-579,-2 0 513,2-2 0,-3-8-646,10-2 610,-3-11 0,12-2 1,-1-7-1,4 1 0,2-1-134,1 0 303,-4 7 1,6-2-1,-4 8-234,1 1 457,0 7 0,0-3 0,0 6 0,-2 0 399,-1 0-502,-8 6 1,3 2 0,-7 8 204,0 3-289,-3-3 1,-6 6 0,-1-5 0,-2 2-1,-4-1-606,-6-3 435,2 0 1,-6-3 0,3-1-565,-4-1 423,2-7 0,-4 3 0,6-6 0,1 0 0,3 0-1354,0 0 1241,1 0 0,5 0 40,-1 0-292,7 0-201,-3-6 1085,6 4 1,1-2 0,4 7-78,5 2-45,-4-1 0,8 1 0,-1 0 0,6-2 0,3-2 438,3-1-676,2 0 0,1-1 0,1-2 37,-1-2 1,5-6 0,1 1-1,-3-2-182,-1-2 203,-1-1 0,-7-4 0,-3 0-105,-3 2 106,-9 1 0,5-3 1,-8 0-1,-1 2 0,-1 1-117,-2 2 351,0 6 1,-2 2-62,-2 6-181,2 0 1,-9 1 0,5 4 0,-1 6 1023,1 7-810,1-3 1,1 11 0,-1-6 388,2 2-397,1-4 1,2 2 0,0-6 0,2 1 0,2-1 307,6 0-438,3-6 0,2 3 0,4-6-142,5-2 121,3-2 1,1-2 0,1-5-1,1-7 1,1-6-271,3-3 184,-1-2 0,-2-4 0,-1-2-226,-3-3 175,-2 3 1,2-12 0,-3 3-1,-5-5 1,-3-4-719,-2 3 601,0 0 1,-6 4-1,-3 3-270,-4 5 799,-1 9 182,0 4-381,0 12 0,-6 8 0,-3 10-63,-4 2 232,-1 9 1,0-4-1,-1 5 1,0 0 0,-3-1 1023,-1-1-1048,0 6 1,7-4 0,1 5 521,1-4-628,1 4 0,-6-5 1,3 7-1,1-2 1,3-2 156,1-1-235,3-1 1,4 1 0,0-2-223,0-1 89,0-2 1,6-7 0,4-1 0,2-3 0,2-2-518,1-2 329,5-3 1,-2-1 0,5-1-195,2-4 252,2-3 1,2-6-1,-1 0 1,-1-2-1,-2-2-451,-1-1 526,-7-6 0,4 5 0,-7-4-217,0 5 434,1 3 1,-8 2 0,-2 0 353,-3-1-289,-2 8-109,0 0 175,-7 14 0,4 0 0,-5 8 0,1 0 0,-1 3 817,-3 1-854,4 0 0,-1 0 1,5 0 501,-2-2-603,1 5 1,4-6-1,-2 3 1,-1-3-1,-2-2 345,2 0-483,2 0 1,1-4-1,1-2-234,4-2 223,-4 5 0,12-9 0,-3 2 0,2-2 24,2-2-27,7-6 1,-4-2 0,7-6 65,1-1-97,2-5 0,-3 2 0,0-5 0,1-4 0,0-3-554,-1-3 585,3-7-162,-12 4 0,11-2-139,-7 0 261,0 0 0,-10-3 0,-1 3 1,-2 7-1,-3 4-157,-1 3 186,-2 13 278,0-2 0,-2 15 0,-1 3-442,-1 4 419,-7 4 0,7 7 1,-5 4 390,-2 3-335,-2 1 0,4 5 0,-1 1 0,1-1 0,-1 0 876,1 0-978,6 0 1,-8-4 0,6-2 431,2-4-458,-5 4 0,6-11 0,-3 3 0,4-3-761,1-2-192,0-6-412,0-2 0,0-18-203,0-7 1123,0 0 0,-2-4 1,-1 5-920,-2-6 1085,1-3 0,4 3 1,-2 2-1,-1 2 495,-2 2 68,0 2 735,5 9-943,0 0 1,7 7-1,2 0 1,4 0-1,1 0 800,0 0-804,1 7 0,3-6 1,1 4 364,-1-4-664,4-1 1,-6 0-1,3 0 1,-4 0-236,0 0 194,-1 0 1,-5 0-56,1 0 337,-7 0 1,3 7-1,-6 2 276,0 4-267,0 1 0,0 0 681,0 1-657,0-1 1,7 0-1,2-1 1,4-4-281,1-4 72,0-4 1,2-1 0,1 0-639,2 0 611,7-6 0,-6-2 0,4-6 0,-4 0 1,-1 0-566,0-1 612,0 7 0,-9-3-507,-1 7 567,1-1 0,-2 8 0,-4 5 0,-2 9 1,-4 7 698,-2 6-301,-4 8 0,-7-2 0,1 7 107,0 0-225,-6-1 1,4 1 0,-5-2 0,2-3 0,0-5 827,2-3-1007,7-8 1,-2 3 124,2-6 173,4-6 1,0-8 0,6-12 536,0-7-931,0 0 0,1-13 1,4 2-1010,4-7 860,4-4 1,3-2-1,1 0 1,4-3-1,1-3-2252,3-4 1647,-4 1 1,6 11 0,-5 3-2296,0 3 2363,-2 7 1,-1 9-1,0 9 670,-1 4 0,4 64 0,-11-23 0,0-1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3.633"/>
    </inkml:context>
    <inkml:brush xml:id="br0">
      <inkml:brushProperty name="height" value="0.053" units="cm"/>
      <inkml:brushProperty name="color" value="#FF0000"/>
    </inkml:brush>
  </inkml:definitions>
  <inkml:trace contextRef="#ctx0" brushRef="#br0">2630 8020 7953,'-14'-8'108,"4"-4"0,1 4 186,-2 0 1,-2-5 0,-1 3 0,-1-2 0,1-3 0,-2 3 882,-3 2-895,3-3 0,-5 7 0,7-5 0,0 3 0,-1 1 0,-1 4 175,-3 2 1,8 7 0,-5 5 0,0 7-52,-1 6-259,-2 3 1,4 6 0,1 2-41,0 2 1,-1-1 0,3 4-1,1-2 407,1 2-440,7 2 0,-8-6 0,6-2 165,2-4-307,1-1 0,8-7 0,4-3 0,4-5 1,4-4-242,1-5 218,6-4 0,3-1 1,5 0-131,-1 0 1,-4-6 0,0-4-1,-3-2-311,1-3 404,-3-5 1,-5 4 0,-2-4 182,-3 5 1,-9-5 0,1 1 198,-3 2 229,-2 1 0,-2 6-32,-3 1-300,4 6 0,-12-4 0,5 9 0,-1 3 311,-1 4-192,7 10 0,-4 2 0,7 4 670,0-1-725,0 0 1,0 5 0,0 0 0,0-1-1,0 2 541,0 4-643,0-4 0,0 5 0,0-8-102,0-3 1,0 3 0,-1-5 0,-2 2-101,-2 0 92,-6-6 0,8 1 1,-5-8-61,1-1 0,-4-2 0,1 1 0,-2-4-129,-3-4-70,1 6 0,0-6 1,-1 4-33,1-3 1,0-2-1,-1 0-650,1 0 742,6-7 0,-3-1 0,6-6-216,2 0 1,3-7 0,5-3 0,4-3-982,4-2 1156,8-6 1,-4 0 0,7-4 41,2 0 0,6 3 0,3-2 0,0 3-7,0 0 173,4 4 0,-2-9 0,6 7-50,0 1 0,-6 2 0,-4 3 0,-4 3 68,-5 5 174,-4 3 1,-12 2 0,-3 6 0,-10 4 365,-4 8-306,-4-3 0,-1 12 0,-1-3 107,1 2 1,-5 3-1,0-1 1,1 0 274,2 1-495,8-1 0,-3 0 0,5-1-53,-2-3 0,5 2-466,-2-2 340,10-4 0,3 1 1,6-7-20,0 0 1,5 0 0,1 0 0,-3 1 139,-1 4 33,-2-3 1,1 5 0,-1-3 200,0 0 1,-1 8 0,-2-3-1,-3 4 336,-1 1-499,-3 1 1,1-1-1,0 0-64,-2 1 1,-1-1 0,-1 0-1152,4 1 868,-3-1 1,10-6 0,-2-3-139,3-4 1,1-1 0,0-1 0,2-6-547,3-7 808,-3 0 1,11-13 0,-4 1 80,-1-6 0,3 7 0,-5-4 1,-3 4 766,-1 2-374,-2-4 1,1 11 159,-1-3 0,0 5-197,1 4-393,-7 4 1,-2 8-1,-4 2 65,2 6 0,-2-2 0,3 1-105,-4 3-677,-1-6 190,7 7 0,-6-10 506,4 6 258,-3-5 0,-7 4 110,0-4 0,-6 3 0,1 4 0,-2-2 426,-3 2-583,1 2 0,0-3 1,-2-1-78,-3 2 0,7 1 1,-2-1-1,3-2-329,3 2-109,-5-4 1,12 1-299,-4-3 0,5-4 0,5 4-417,4-3 974,4-2 0,1-7 1,1-1-12,-1 0 0,0-9 1,1 2-1,-1 1 574,0 3-338,-6-2 1,0 7-1,-5-5 1025,2 1-292,6 7-553,-9-3 1,6 6-63,-3 0 1,-4 6 0,4 3 0,-2 3-80,2-3-137,-3 4 1,10-7 0,-2 4-219,3-5 0,-2-4 0,2-1 0,2 0-409,1 0 292,0 0 0,0-1 0,2-4 48,1-5 0,0-7 1,-6-2-1,-2 0-472,-2-2 896,-5 5 0,7-10 1,-6 7 117,-2 2 0,-2 1 394,-1 2-40,0 6-328,0 1 1,-4 18 0,-1 5-1,2 7 1296,1 7-1225,2-1 0,0 7 1,0-2 159,0 4 1,0 2 0,0-1 0,0-2 286,0-2-742,0-1 0,0-4 0,0 0-206,0-1 0,0 1 1,0-11-1,0-1-77,0-3-1027,-6 0 785,4-7 354,-4-2 0,4-12 0,-1-5 0,-2-7 0,0-6-1307,-1-3 1096,4-1 1,-4-8-1,6-2-246,0-3 394,0-2 1,5 5 0,1 1 0,2 2 0,3 5-25,2 4 151,1-1 0,2 16 0,2-2 154,1 5 1,5 4-1,-5 4 1,-2 1 355,-1 4-385,-1 3 0,2 6 1,-1 1 67,-3-1 0,-8 5 1,-1 0-1,-2-1 103,-2-2-171,0-8 0,-2 4-87,-2-2 1,-4-2-1,-7 0 1,1-2-479,0-3 357,-1-1 1,1-2 0,0 0-31,-1 0 1,1 0 81,0 0-173,6 0 101,-5 0 1,18-6 0,1-4 0,10-3 45,8-1 109,-3 0 1,7-6 0,-1 1-52,5 2 1,3-5 0,-3-2 0,1-3-319,-1-2 321,-1 0 0,-4 1 1,-3-1 83,-5 0 0,-5 7 0,-4 3 158,-6 3 42,-2 8 0,-4 2 1,-1 7-64,-2 4-87,-6-3 0,3 15 1,-6-1-1,0 5 0,-1 3 907,1-2-694,0 5 1,1-6 0,2 4 319,1-1-320,7-6 0,-3 4 0,6-5 0,0 2 128,0-1-529,0-8 0,0-3-30,0-2 41,0-3 1,6-2-1,4-10 1,1-2-1,1-3-746,3 1 689,-10 0 0,17-1 1,-11 1-207,0 0 321,0 6 0,4-5 0,-1 5 0,0 0 369,1 3-203,-7 4 0,4 1 1507,-2 0-1224,3 6 0,-1 2 1,-1 6-1,-1 1 0,1-1 1131,2 0-1448,1 1 0,2-1 0,2-1 409,1-4-779,6 4 1,-2-11 0,5 2-1,1-4 1,0-4-1352,-1-6 356,7-3 1,-4-7 0,4-4-462,0-3-1733,-5 4 3453,5-4 0,-6-4 0,2-5 0,4-6 0,-1 0 0</inkml:trace>
  <inkml:trace contextRef="#ctx0" brushRef="#br0" timeOffset="1">25046 8508 7963,'6'-15'-7,"-5"1"0,4 0 1092,-3-1-355,4 7 0,-4-4 0,3 2 838,-4-3-1393,-1 5 1,-1 2 0,-4 6 0,-5 0 0,-4 0 758,-5 0-777,3 0 1,-5 5 0,5 1-4,-3 2 1,3-3 0,-4 4 0,0 1-147,1-2-198,0 5 0,10-10 0,-1 5 96,-1-2-87,5 5 1,-2-8-1,4 7 1,0 1-400,0 2 544,3-5 1,2 5-13,4-4 1,-2 2 0,5 0 0,0-3-75,0-1 135,-4-2 0,3-1 300,-2 1-23,-3 0 328,4-5-185,1 0-434,-6 0-211,6 0-339,-7 0-1846,0 0 1,1-5 1444,4 0 6,-3 1 0,5 4 946,-2 0 0,10-20 0,7-3 0</inkml:trace>
  <inkml:trace contextRef="#ctx0" brushRef="#br0" timeOffset="2">24902 8536 8567,'-8'-8'1309,"2"2"-803,0-1 1,4 4 414,-3-6 24,4 6-58,1-4-651,0 7 0,1 0 1,4 0-96,4 0 0,4 0 0,2 0 1,0 0 324,5 0-432,2 0 1,7-5 0,-1 1 59,1 0-33,6 3 0,6-4 0,5-1 1,-3-1-1,-4 1 380,-4 3-440,-2-5 0,-6 6 1,-3-3-394,-5 4-157,-9 1-505,-4 0 0,-19 0 2,-6 0 1,-1 0 0,-4 0 0,0 1-1517,2 4 2400,-6-3 0,11 9 0,-5-6 168,1-2 0,0 0 0,4 0 0,-2 2 0,1-2 0,2-1 0,7-1 483,-1 4 500,7-3 1806,-3 4-1555,6-6 1,6 0-22,3 0-684,-2 0 0,1 0-296,-3 0 1,-4 2 0,6 3-93,-1 4 4,-5 4 0,6 1 0,-7 1-128,0-1 62,0 7 0,0 1 1,0 7-1,0-1 1,0-1 108,0-3-73,0 3 0,0-5 1,0 7 240,0 0-419,0-7 0,0 0 0,0-4 1,0 1-151,0-1-150,0-3 1,0-5 186,0 0 1,1-7 0,4 2-135,5-4 323,3-1 0,1-1 0,0-4-53,1-5 0,0 2 0,3-1 1,3-4 97,1-5 0,2 2 1,5-6 0,-2 5-18,-4-2 0,5-7 0,-6 2 1,2-1 147,0 1-123,-13 3 1,6 7-1,-10-1 276,1 1 0,-5 5 1,0 1 379,-6 1-766,-5 3 1,-7 5 0,0 2-137,-5 2 0,5 6 0,-5-1 0,4 1-122,2-2-213,0 4 1,6-5 138,3 6 1,-1-4 0,3 0-590,4 1 1029,-1-5 0,13 0 0,-4-4 12,4 3 0,1-4 0,1 4 0,-1-3 875,0-2-710,1 0 0,-1 1 138,0 4 0,-4-3 0,-2 4 0,-2 1 854,-2 2-1026,-3-3 1,-1 7-1,0-3-128,0 2 1,0 3 0,2-1 0,1 0 85,2 1-470,-1-1 1,1 0 0,2 1 59,1-1 1,1-4 0,7-2-1,2-2-521,1-3 680,0 5 1,2-6 0,1 1 126,0-6 0,5-5 0,-3-7 0,2 0 419,-3-5-361,4-2 0,-11-2 0,4 0 64,-5-1 1,-2 3 0,-2-1 0,-3 3 217,-1 2-95,-3 2-124,-4 2 0,-1 6 0,-4 3-896,-4 3 608,-4 9 1,-2 2-1,1 9-217,0 1 322,-1 0 0,3-3 0,1 2 1,3 2-1,1 1-73,4 0 27,1-2 0,2-5 0,2 2-95,3 3 168,3-9 0,8 9 0,3-11 0,5 0 0,3-3-50,1-4 32,1-1 1,0 0-1,-2-1-8,-3-4-8,3-3 0,-11-7 0,4 0 0,0-5 0,-3-3-76,-4-5-50,1 0 0,-11 1 1,5 3-23,-1 5 176,-3 3 0,-5 1 0,-4 3 0,-5 4 65,-2 8 202,-3 6 0,1 10 0,1 2 55,4 1-139,-4 6 0,11-3 0,-2 6 1,2-3-1,4-3 604,2-1-731,4-2 1,7-5-1,1 1-540,3-1-46,3-6 1,5 3 0,-1-6 0,-2-2-1,-1-1-4337,0-2 4224,4-7 1,-11-1 642,3-6 0,-33-23 0,-14-10 0,0-4 0,-1 0 0</inkml:trace>
  <inkml:trace contextRef="#ctx0" brushRef="#br0" timeOffset="3">25404 7619 7926,'6'-21'598,"-4"5"1,3-3 0,-4 3 1305,-1 2-1553,0 0 0,-1 6 1,-4 1-1,-5 3 0,-3-1 1,-1 2-1,-2 1 1612,-3 2-1822,3 0 0,-9 0 0,4 2 0,0 2 0,1 6 327,2 3-438,2 1 0,2 0 0,1 1 0,4-1 0,4 0-237,3 1-135,2-1 1,0 2 0,2 1 173,3 3 1,7-1 0,9-3-1,1 1-278,4 2 517,1 0 0,0-4 0,-3-1 150,-5 0-143,3-6 0,-11 5 1,4-5-1,-4 2 215,-3-1 28,-2 1 1,-9-2 0,-7-4 215,-9-2-565,-6 4 1,-4-4 0,1 3 0,-1-4-1,0-1-645,1 0 523,-1 0 1,7-1-1,1-2-327,0-2 324,12 0 0,-4 3 1,13-2-1,1-4-1416,4 0 1332,10-5 0,8 10 0,9-5 185,2 1 4,6-4 0,-4 5 0,7-5 0,-1 3 0,-4 0 10,-5 0 199,-3-2 1,-1-2 0,-2 0 426,-3 3-416,-3-1 1,-8 1-1,-2-1 1,-3-1 328,-2-2 388,-1 5-339,-5 2-353,-7 6 0,4 0 0,-5 2 0,0 2 380,0 6-357,5 3 0,-8 6 0,6 1 555,2 3-522,-5 1 0,7 6 0,-4 2 1,3 1-1,2-1 778,0-2-885,7 5 1,-4-4 0,5 2-10,-2-3-129,5-7 0,-9 2 0,4-6 1,-1-1-574,0-2 144,-1-8 382,-4-2 28,0-6 0,0-6 0,0-4 0,0-3 0,-1-3 29,-4-3-583,4-3 1,-11-11 0,8-3-903,0 0 1222,-4-2 0,7-4 1,-4 2-1,3 4 1,2 1-399,0 3 625,7 2 0,-4 3 0,8 3-338,5 5 310,5 3 0,4 8 0,2 3 0,4 3 1,-3 4 400,-2 3-282,1 3 0,-11 6 1,1 0 229,-6 1-303,-4-1 0,-7 0 0,0 1 0,0-1 0,-3 0 349,-7 1-304,0-7 0,-15 3 0,4-5-78,-1 2-41,-2-5 0,0 4 0,2-6 0,1 2 0,2 2-792,-2-2 676,6-1 0,-6-2-403,6 0 248,8 0 1,3 0-173,14 0 559,-1 0 0,19 0 0,-5 0-244,4 0 255,9-6 1,-6 4 0,5-4 0,0 1-1,1-1-375,1-2 304,-2-2 1,-1 0 0,-3 1-9,-4-2-40,2-2 1,-8-1 0,3-1 0,-5 3-1,-3 0-29,-2 3 46,0 6 0,1-4 47,-1 7 154,-6 0 1,0 0 0,-5 2 439,2 3-136,0-4 158,-5 6 444,0-7 136,0 6-1240,-7-4 1,-1 4-1,-6-6-53,0 0 87,-1 0 1,-4 2 0,-1 1 0,-1 3 0,-1 2-132,-1 3 104,6-4 0,-4 5 1,7-2 49,-1 3-81,1 1 1,1 0-1,4 1 1,4-1-293,3 0 310,2 1 1,7-3 0,2 0-87,4-3 1,8-6 0,1 2 0,0-3-608,-2-2 683,2 0 0,-6-5 1,3-2-199,-3 0 342,-2-3 0,-1-4 0,-2-1 0,-3 1 0,-2 0 503,-3-1-335,5 1 0,-6 0 365,3-1-232,-4 7 1,-1 0-306,0 4-17,-6 8 1,4-7 0,-2 13 13,2 1-145,-4 2 1,4-4-1,-3 1 1,4 1 0,2 0-1210,4-1 1051,-3 2 0,10-10 0,-2 4-401,3 1 504,1-6 0,0 6 0,2-7 0,2-2 0,1-1-437,-2-2 687,-1-6 1,4 3-1,-3-6-190,-4-1 477,1 1 0,-8 4 0,6 1 0,-4-2 1016,-2-2-965,-1 5-84,-5 2-128,0 6 0,0 6 0,0 4 1,0 2-1,-2 3 669,-3-1-830,4 0 1,-6 1 0,7-1-259,0 0-86,-6-6 1,4 5 0,-2-3-335,2 2 589,2-4 1,-2 3 551,-2-6-479,2 0 1,-6-7 0,5-2 46,-2-6-174,0-3 0,5-1 0,0 0-258,0-1 222,0 1 1,0 0-1,2-1 1,1 1-1,4 0-312,1-1 126,-5 1 0,9 0-45,-2-1 287,3 7 1,1 2 0,0 6-1,1 0 253,-1 0-22,-6 0 1,5 6 0,-5 4 320,0 3-360,4 1 0,-10 0 1,3 1-1,-4-1 0,-1 0 294,0 1-387,0-1 1,0-4 0,0-1-346,0 2-3,0-4 1,0 1-480,0-4 425,0-2-304,0 4 458,7-6 1,1-1-1,6-4 1,2-3-1,1-2-420,3 1 509,5-1 0,-4-2 1,4 0-215,-1 3 416,-6-1 0,4 1 0,-5 1 1,1 0 516,-5 0 153,1 5 356,-12-4-701,4 7-475,-6 0 0,-2 0 0,-1 2 315,-2 3-91,-6 3 0,8 1 1,-5 1-1,0 1-272,0 2-35,5 1 0,-3-4 0,6-1-395,0 2 211,0-4 0,1 5 1,4-2-91,5 3 301,-4-5 0,2-2 274,-3-6 546,3 0 396,0 6-506,4-4 24,-10 4-208,4-6 39,-6 0-228,0 0-143,0-6 300,0 4 3,0-4 222,0 6 1272,0 0-3072,0-6 788,0 4 0,0-11-1190,0 4 1218,0-4 0,2-1 0,1-2 1,4-2-1,-1-1-1033,0 2 1404,5 1 0,-7 1 0,4 1-163,-2 0 1,3 4 0,-2 2-22,1 2 153,1 1 1,1 5-1,-1 2 736,3 2-513,0 4 0,-2 7 1,-1-1-1,3 0 0,0 1 505,3-1-805,-1 0 1,0 4 0,1-2 195,-1-3-357,0-2 0,1 1 0,1 0 0,1-5 0,2 0-520,-1-4 573,4-1 0,-4-2 0,4 0 136,-1 0 1,-1 0 0,-2 0 0,1-2-146,-2-3 367,-1 4 0,3-6 0,1 7-89,-3 0 69,-1 0 0,3-4 0,2-1 0,1 2 1,5 1 134,5 2-352,-2 0 0,16 0 0,-3 0-527,2 0 288,6 0 0,-2 0 1,5 0-1,-3 0 0,-3 0-1169,-6 0 1267,-12 0 0,-9-5 1,-7-1 234,0-2 0,-6 3 0,-5-4 0,-6-3 309,-6 0-279,-10 4 0,1-5 0,-6 5-103,-1 0 157,-2 2 1,-2 1 0,2 0 0,3 2 0,5 1 77,3 2-127,2 7 0,4-4 1,2 8 79,2 5 52,1-2 1,7 9-1,1-6 1,3 4-1,2 1 859,3 4-807,2 1 0,1 1 0,1 1 790,-1 0-797,0-1 1,-1-1 0,-3-1 0,-6-4 0,-2-1 650,-2-4-760,0-1 0,-6-1 0,-4-3 138,-3-2-226,-1-4 0,-5-1 0,0 0 0,1-2 0,1-1 89,-2-2-97,3 0 1,0-5 0,6-2 180,-1-1-277,5-1 0,-1-7 0,7-2 0,2-2 0,3-3-1323,4-2 991,10-2 0,4-6 1,5-1-813,1 2 767,6 2 0,-3 6 0,4 2 0,-1 3 0,-1 6-1817,1 7 1814,-5 4 461,5 2 0,7 25 0,2 7 0</inkml:trace>
  <inkml:trace contextRef="#ctx0" brushRef="#br0" timeOffset="4">18281 10929 7786,'14'-14'923,"-6"0"0,3-1-328,-6 1 0,0 5 0,-7 1 1045,-3 1-1478,4 2 0,-12 5 0,4 0 0,-4 0 0,-1 0 0,-1 0 0,1 0 129,0 0 0,-6 5 0,0 2 0,-1 1-155,0 3-106,2-5 1,5 7 0,0-4-113,-1 4 1,6 1-1,1 1 1,1-1-756,4 0 724,2 7 0,7-5 0,3 3-191,4-3 270,8-2 1,-4 1 0,7-1 0,0 2 0,0 1 23,0 3 28,-7-8 1,-1 1 0,-6-3 16,1 2 46,-5 3 1,1-6 0,-7 1 0,-2-1 0,-3-1 440,-4-3-530,-4 3 0,-8-6 0,-1 2 111,0-2-835,-5-2 1,11 0 0,-3 0-1,3-2-2223,2-2 2353,6 2 1,1-11 601,7 4 0,38-23 0,10-6 0</inkml:trace>
  <inkml:trace contextRef="#ctx0" brushRef="#br0" timeOffset="5">18281 10901 7786,'8'0'1075,"0"0"273,-3 0-869,-4 0 0,6 1 0,-6 4 71,4 5 1,-4 2 0,4 4 0,-3 3 853,-2 5-875,6 3 1,-4 4 0,3 0 140,-4 3-669,-1-1 0,0-4 1,0 0-1,0-1 1,0-1-966,0-3 335,0-3 0,0-7 108,0 1-2965,0-7 3486,0-2 0,7-25 0,1-5 0</inkml:trace>
  <inkml:trace contextRef="#ctx0" brushRef="#br0" timeOffset="6">21047 12850 7870,'-2'-15'2121,"-2"3"-99,-6 2-1806,-3 4 1,-1 6 0,-2 0-1,-2 0 1,-2 1 0,-1 4 0,-1 5 617,-1 2-896,6-4 1,-4 5-1,7-3 1,1 2 0,4 3-278,4-1 268,3 7 1,4-5 0,3 3 0,6-3 0,6-2-61,7 0 182,3 1 0,-3-1 0,0 0 144,2 1 0,-6-1 0,-1 0 314,-3 1-313,-1-1 0,-7 0 58,-4 1 0,-15-6 0,-10-1 0,-9-1 111,-8-4-461,-3-2 0,-2-1 0,0 0-590,0 0 1,8-1-1,4-2 1,9-4-1261,6-1-921,5 5 2867,11-10 0,41-1 0,20 1 0,3-6 0,-1 0 0</inkml:trace>
  <inkml:trace contextRef="#ctx0" brushRef="#br0" timeOffset="7">21176 13022 7870,'0'-8'728,"0"0"802,0 3-882,0 3 1,5-6-192,-1 4 0,3 2 0,-2-1 501,4 6-796,-2-1 1,4 12 0,-5-1 527,2 4-537,-5 2 1,4 0 0,-7 2 0,0 0 0,-2 1 302,-3 0-373,4-4 1,-11 3-1,8-7-264,0 0 1,-2 1 0,3-3-118,5-2 173,4-4 1,10-6 0,3 0-289,5 0 0,8-6 0,1-2 0,-1-2-1490,-2 1 1074,-1-1 1,-7-2 0,-3 0 828,-3 3 0,-27-7 0,-6-6 0</inkml:trace>
  <inkml:trace contextRef="#ctx0" brushRef="#br0" timeOffset="8">21850 11159 7802,'-15'0'286,"1"0"1,0 0 0,-2 0 0,-2 0 1951,-1 0-1955,0 0 0,0 1 1,0 4-1,0 3 1,-1 2-1,1-1 52,2 2 1,2 2 0,6 1-167,4 1-80,10-1 0,4-1 1,11-2-35,3-2 1,5-1-1,0 4 1,1-4-193,0-2 88,-7-1 0,-1-4 0,-7 2-171,0 2 438,-6 0 0,-1-3 0,-11 1 0,-5 3 1091,-10 2-1409,-13-5 0,-5 4 0,-6-7-57,0 0 0,2 1 1,3 2-1,6 2-2001,6-2 921,6-1 1,7 0-2430,3 2 3666,4-2 0,50 4 0,12-6 0</inkml:trace>
  <inkml:trace contextRef="#ctx0" brushRef="#br0" timeOffset="9">21921 11202 7833,'15'-7'570,"-8"6"1,5-7 0,-6 5 1200,2-2-1171,-5-6 1,10 9 0,-4-4 731,4-1-1167,-5 6 1,0-6 21,-3 7 1,3 2 0,6 1 223,0 2-402,1 6 1,-6-3 185,1 6-96,-7 1 0,3-1 0,-6 0 0,0 1 1,-1-1 462,-4 0-374,-3-6 1,-1 5 0,-1-5-153,-1 0 0,-2 3 1,0-5-157,4 2-162,-4-4 0,12 4 0,-3-5 248,8 2 66,3 6 0,9-10 1,2 6-1,1-3 1,-1 3 1,-3 1-4,0-5 1,-1 8-8,0-6 48,1 6 0,-7-8 0,-5 5 0,-6-1 0,-8-4-570,-7-2-282,-4 6 0,-7-4 1,0 5-1855,1-2 654,-1-1 1,0 0 1980,1 0 0,-20-1 0,-4-4 0</inkml:trace>
  <inkml:trace contextRef="#ctx0" brushRef="#br0" timeOffset="10">18439 7992 7782,'-7'-15'341,"-1"3"0,-5 0 0,2 4 0,2 0 1,-2 2-1,-2 0 2331,-1 3-2488,-1 1 1,-4 4-1,0 1 1,1 3 0,4 4-1,3 4 1,1 4-130,-1-1 1,5-1 0,1-2 0,4 2 136,1 3-195,0-3 0,6 7 0,3-6-4,4 2 0,6 0 29,0-4 1,1-1-1,-5 0 1,1 1 138,-1-1 82,2 0 0,-10 1 0,2-1 817,-4 0-885,-3 1 1,-10-6-1,-5-1-109,-5-2 0,-9-1 0,0-5 0,-5 0-1548,0 0 1019,9 0 0,-3-5 0,9-1-833,4-2-788,-1 5 1,12-10 2083,-3 4 0,42-23 0,11-6 0</inkml:trace>
  <inkml:trace contextRef="#ctx0" brushRef="#br0" timeOffset="11">18496 7992 7782,'0'-8'1908,"0"0"-985,0 3 642,0 3-940,0-4 0,0 8 0,0 2 0,-2 6 987,-3 3-1435,4 1 0,-5 5 1,6 0-95,0-1-150,0-2 1,0-2-1,0 0 1,1-1 0,2-2-339,2-1-141,6-7 0,-3 3 1,7-6 210,-1 0 0,2 0 1,1-1-1,2-4 234,-1-5 193,-2-2 0,-2-8 0,0 1 321,1 2-209,-7 1 0,3 6 0,-5 2 661,2 2-444,-5 8 0,4 6 0,-7 8 409,0 3-576,0 3 0,-5 5 1,0-2-1,2-1 1,0 0 53,-2-1-452,4 4 0,-6-11 0,7 3 186,0-3-1526,0-2 0,-1-6 0,-3-2-2918,0 1 4402,-1-6 0,5-39 0,0-18 0</inkml:trace>
  <inkml:trace contextRef="#ctx0" brushRef="#br0" timeOffset="12">20660 6487 7852,'-6'-14'314,"4"4"0,-3 0 0,2 1 0,0-1 1,-4 2-1,0 0 2966,-5 0-3078,0 5 1,-7-3-1,-2 6 1,-1 0-1,-4 2 1,1 2-1,-1 6-4,2 3 1,7 1-1,-4 0 1,3 1-501,4-1 90,-3 0 1,15 1 0,-3-1 0,4 0 0,4 1-904,6-1 1027,1 0 1,17 1 0,-3-3 81,3-2 35,2 3 0,-5-7 0,-2 5 0,-1-3 0,-4 0 361,-1 0-197,-2-5 0,-6 5 847,-3-3-816,-3-3 0,-4 4 1,-3-6-1,-6 0 1,-6 0 509,-7 0-1496,3 0 0,-4 0 0,5 0 102,3 0-835,-5 0 0,10 0 0,-2 0 1495,1 0 0,58-26 0,12-5 0</inkml:trace>
  <inkml:trace contextRef="#ctx0" brushRef="#br0" timeOffset="13">20746 6444 7908,'0'-8'543,"0"-5"1472,0 4-944,0-4-664,0 5 0,-2 2 0,-1 9 0,-3 5 835,-2 6-1018,-2 4 1,-2-2 0,0 1-173,3 2 1,4 0-1,-3-4 1,2-1 228,3 0-779,1-6 0,2 5 298,0-4-24,6-2 1,4 4 0,9-6 0,5-2 0,3-1-347,2-2 600,-1 0 0,-4 0 0,-2 1 360,-1 4-287,-2-3 0,-6 5 1,-2-3-1,-3 2 626,-2 2-688,-1-5 1,-16 8-1,-3-4-319,-2 1 35,-6-5 1,6 5 0,-5-5-1,2 2 1,-2-2-3797,-1-1 3142,4-2 0,-2 0 897,5 0 0,7-58 0,2-13 0</inkml:trace>
  <inkml:trace contextRef="#ctx0" brushRef="#br0" timeOffset="14">20746 6430 8589,'14'-8'1616,"5"1"0,2 7 2,1 0-1561,2-6 0,5 4 0,0-2-356,-1 2 1,7 2-1,4 0 299,2 0 0,6-3 0,6 0 0,5-1 0,-1 0 0</inkml:trace>
  <inkml:trace contextRef="#ctx0" brushRef="#br0" timeOffset="15">23956 9597 7729,'15'-8'434,"-7"-5"0,-2 5 1,-6-6-1,-2 1 1,-2 3-1,-6 4 0,-3 1 2093,-1 0-2288,-7 1 1,4 4 0,-7 0 0,0 1 0,0 2 0,2 4 0,0 1 22,-1 3-273,6-5 0,1 7 1,8-3-1,1 2 1,4 3-237,2-1 0,4 0 0,5 1 1,9 1-301,9 3 515,-1-3 1,12 9 0,-5-6-144,1-1 408,1 4 0,-6-4 0,-1 4 0,-3-2 0,-6-2 696,-7-2-685,-5-2 1,-7-1-1,-6-2 456,-7-1-702,-7-7 1,-9 3-1,-2-6 1,-1 0-1,1 0-1919,2 0 1208,7-6 1,-2 3-2574,6-7 2358,6 7 1,7-10 927,6 4 0,38-10 0,10-4 0</inkml:trace>
  <inkml:trace contextRef="#ctx0" brushRef="#br0" timeOffset="16">24200 9640 7729,'0'-15'1003,"0"6"281,0-1 2006,0 1-1431,0 1-1578,-6 1 1,-4 14 0,-7 4 716,-3 6-867,1 6 1,5 1 0,0-1 0,-1 3 0,3 1-126,2 2-46,-3-1 1,12-4-1,-4 0-26,3 2-4,9-6 0,2 1 0,10-8 0,5-4 0,3-4-523,2-3 428,0-2 0,-1-2 0,-1-3 553,-3-4-316,-3-4 0,-7-3 0,-1-2 0,-3-2 0,-6-1-140,-2 0-212,-2 2 1,-6 5 0,-4 1-19,-3 4-1076,-7 2 0,-3 9 1,-4 4 1373,3 9 0,-9 16 0,-5 9 0,-1 6 0,0 1 0</inkml:trace>
  <inkml:trace contextRef="#ctx0" brushRef="#br0" timeOffset="17">24888 12377 7841,'0'-15'369,"-2"1"0,-1 0 0,-3 1 0,-2 4 0,-2 2 2709,2 1-2788,-11 4 0,8-4 1,-11 6-1,-1 1 0,0 4 1,-6 5-1,-3 4 1109,0 5-1407,2-3 1,8 5 0,4-7-1,5 2 1,5 2-73,2 1 0,3 0 1,8-5-1,4 0-92,4 1 143,8-1 1,1 0-1,7 1 195,-1-1-154,1-6 1,0 5-1,-2-5 1,-3 0 62,-5-4 80,-3 4 1,-8-4 528,-4 5-576,-2-6 0,-8 9 1,-6-8-1,-5 1 1,-7 0 229,-3 0-865,-2-1 0,5-4 0,0 0-568,-1 0 1,4 5 0,2 0 0,3-2-1683,2-1 1848,6-2 929,2 0 0,82-13 0,-28 5 0,0 0 0</inkml:trace>
  <inkml:trace contextRef="#ctx0" brushRef="#br0" timeOffset="18">25046 12477 7901,'0'-14'761,"0"4"-507,0 1 1487,0-1 0,0 1 0,1 1 1087,4 1-2592,-4 2 0,12 1 0,-3-1-78,3 2 1,-4 1 0,1 2 0,2 0 244,6 0-525,-9 0 0,11 0 0,-11 0 230,4 0-273,1 0 0,-1 2 1,-4 2-1,-4 6 1,-3 3 168,-2 1 196,0 7 1,-2-4 0,-3 6 116,-4-3 1,-4 6 0,-1-4 0,1 0 142,4-3-487,-4 4 0,6-7 0,-4 3-293,2-3 0,4-4 0,-3 0-2909,2-3 2251,1 1 1,3-2-1487,-3-4 1,2-2 2463,-6-2 0,-33-57 0,15 21 0,0 0 0</inkml:trace>
  <inkml:trace contextRef="#ctx0" brushRef="#br0" timeOffset="19">24945 12577 8983,'0'-14'1950,"0"6"1,0-5 283,0 4-1764,0-4 1,7 4-1,4-1 138,6-1 0,7 3 1,10 0-1,4 0-1955,3 0 1205,9 5 142,-6-4 0,6 17 0,7 6 0,0 0 0,0 0 0</inkml:trace>
  <inkml:trace contextRef="#ctx0" brushRef="#br0" timeOffset="20">18252 5512 8189,'8'-6'849,"-1"-2"0,-3-6 0,1-1 1,-2 1 1395,-1 0-2136,-2 6 1,-2 1-1,-3 7 1,-4 0-1,-4 0 1,-3 2 0,-3 3-1,-5 4 638,-3 4-771,-1 1 1,-1 2 0,0 2 0,1 3-1,-1-1-160,0 1-12,7-2 1,1 0-1,8 0 13,4-1 0,3-1 0,6 1 0,1 1 70,4-2 299,9-1 0,9-1 0,5-1-51,1 0-63,0 1 1,-6-6 0,0 1 0,-3 1 0,-2 0 172,-2-1-51,-2 2 0,-6-4 77,-3 7-175,-3-7 0,-2 4 0,-2-4 0,-4 2 0,-7-2-286,-5-2-45,-7 5 1,3-7 0,-7 4-2019,0-2 1647,7-1 1,-4-5 0,7 0 605,2 0 0,14-26 0,4-6 0</inkml:trace>
  <inkml:trace contextRef="#ctx0" brushRef="#br0" timeOffset="21">18338 5469 8222,'15'-8'3595,"-6"2"-2464,1 6-861,-7 0 0,5 6 1,-5 4-1,3 4 1,1 7 1298,-1 8-988,-1-1 0,0 14 0,-1-2-235,0 6 0,-3-2 0,-1 3 0,0-6-16,0-3-288,0-12 1,0 5-1,0-11 96,0-3-185,0-1-1141,0-8-2770,0-2 2991,7-6 967,1 7 0,44 1 0,10 6 0</inkml:trace>
  <inkml:trace contextRef="#ctx0" brushRef="#br0" timeOffset="22">18496 9740 11019,'0'-8'1065,"0"0"-1966,0 3-91,0 4 0,0-4-922,0 10 1016,0-4 898,0 12 0,-51 46 0,19-20 0,0 0 0</inkml:trace>
  <inkml:trace contextRef="#ctx0" brushRef="#br0" timeOffset="23">18353 9984 11037,'7'0'-1267,"0"0"-405,-7 0 1672,0 0 0,0 25 0,0 7 0</inkml:trace>
  <inkml:trace contextRef="#ctx0" brushRef="#br0" timeOffset="24">18295 10242 6446,'-19'39'0,"-5"8"0</inkml:trace>
  <inkml:trace contextRef="#ctx0" brushRef="#br0" timeOffset="25">18238 10485 8627,'-43'22'0,"0"-1"0</inkml:trace>
  <inkml:trace contextRef="#ctx0" brushRef="#br0" timeOffset="26">18195 10700 8160,'0'8'1038,"0"0"0,-2-5 710,-3 2-1946,4 0 1,-12 0-1,4-1 1,-4 1-1,0 1-1823,4 4 1711,-4-4 1,11 7 0,-3-3-751,4 2 957,1-4 0,0 5 0,0-3 0,0 2 1017,0 3-318,0-1 0,0 0 652,0 1 0,-6-1-930,-4 0-121,-3 1 1,5-6-198,3 1 0,23-20 0,6 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3.673"/>
    </inkml:context>
    <inkml:brush xml:id="br0">
      <inkml:brushProperty name="height" value="0.053" units="cm"/>
      <inkml:brushProperty name="color" value="#FF0000"/>
    </inkml:brush>
  </inkml:definitions>
  <inkml:trace contextRef="#ctx0" brushRef="#br0">26622 10242 8140,'0'7'1347,"-2"0"847,-2-7-2049,2 0 0,-4-2 0,6-3 0,0-4 0,1-4 0,4-3 1,5-3-1,2-5 270,3-3-433,-1-1 1,0-3 0,1-1 0,-1-3 0,0 0-157,1 0 1,-7 2-1,-4 6 1,-2 3-160,-2 5 318,0 9 23,0-2 0,-6 12 1,-4 0-1,-3 6 204,-1 2-227,6 5 1,-3-5-1,5 6-102,-2 0-166,4-6 1,-2 5 0,6-3 0,0 2 0,0 3 282,0-1 0,13 19 0,3 6 0</inkml:trace>
  <inkml:trace contextRef="#ctx0" brushRef="#br0" timeOffset="1">26464 9640 8189,'0'-15'317,"0"1"1,0 0-1,0-1 1319,0 1 1,0 8-699,0 6-368,7 6 1,-6 8 0,6 2-36,-1 3 0,-3 4-375,7 5 0,-5 1 0,4 1 1,2 2 158,2 2-286,1-1 1,1-6 0,-1-2 0,0-2 0,1-1-141,-1 0 58,7-4 1,-5-2-1,3-8 70,-3-2 1,-2-3 0,-1-7 0,-2-6 608,-2-3-509,-5-7 1,7-3-1,-6-7-5,-2-3 0,-2 2 0,-1-2 0,0 4 415,0 5-515,0-3 1,0 11-1771,0-3 0,0 11-1252,0 8 1513,0 7 1,5 12 1492,0 0 0,-5 18 0,-2 9 0,-2 1 0,0 0 0</inkml:trace>
  <inkml:trace contextRef="#ctx0" brushRef="#br0" timeOffset="2">26378 10815 8231,'0'-10'-80,"0"1"1677,0-2-1002,0 4 1,2-4-1,3 6 1082,4 2-1522,-2 1 1,5 2 0,-2 0 0,3 0 0,1-1 479,0-4-505,7 3 0,-3-12 0,4 0-63,-1-8 0,4-6 0,-3-2 0,2-3-237,0-5 155,-13-10 0,7 3 0,-13-1 14,-2 6 0,-3 5 1,-5 8-1,-6 5 206,-7 7-126,2 8 1,-11 7 0,5 0-73,0 0 1,-4 11 0,7 5 0,2 6 77,1 8-179,1-1 1,7 6 0,4-5 61,2 4 1,2-3-1,0 6 1,0-2-169,0-3 192,0-2 0,5-3 1,1-1-19,2-2 0,2-7 0,4 2 1,0-3-300,1-2 295,-1-6 1,-4 4-1,-1-8-10,2-1 1,-3-1 0,0-4 0,0-1 349,0-1-152,-5-8 1,8 9 537,-6-6-365,6-1-80,-3 2 0,2 2-78,-1 6 1,-5 1 0,2 3-1,-1 2 238,0 2-487,6-5 1,-3 8 0,6-6-73,0-2 0,2 4 0,2-3 0,3-1-109,1-1 245,-5-2 0,6 0 0,-6-2 60,2-2 1,0-4 0,-6-7 0,-3 0 449,-6-5-402,4 4 0,-6-11 0,3 5-74,-4 0 0,-7-4 1,-4 7-1,-2 2 71,-3 1-220,1 1 0,0 6 0,-2 1 2,-3 2 1,3 2-1,-3 8 1,3 2-293,1 2 297,1 1 0,0 11 1,1-1 108,3-2 0,-1 1 1,5-1-1,0 2 226,-1-1-266,2-2 0,5 0 1,0 1-28,0 2 1,0-4 0,0-6-52,0 2 105,7-4 1,1 4 0,8-6-14,3-2 0,-3-2 1,3-1-1,-3 0 41,-2 0 21,0-6 1,1 3 0,-1-7 10,0-1 0,5-2 1,2-2-1,0-3 37,0-1-166,4-7 1,-3 9-1,7-5 28,0 1 1,-2-3 0,-2 5-1,-1 3-160,2 5 149,1-2 0,-5 12 0,-3-4 237,-3 3-106,-8 9 1,3-4 0,-6 6 0,-2 2-1,-1 2 419,-2 1-404,0 1 0,0-1 0,0 0 70,0 1-246,0-7 0,0 0 0,-2-5 100,-3 2 59,4-1 1,-12-4 0,3 0 15,-2 0-145,4 0 0,-5-4 1,3-1-1,-2 0 0,-3 0 4,1 1 81,0-1 1,-1 5 0,1 0 79,0 0-67,-1 0 1,1 1-1,0 4 1,-1 3-1,3 2 127,2-1-188,-3 1 0,12 4-466,-4 0 438,10 1 0,3-6 0,8-1 0,1-1 0,4-4-372,1-2 415,2-1 0,0-1 1,-2-4-167,-1-4 378,4 2 0,-13-6 0,2 4 1,-1-4 771,-1-1 356,-4-1-628,-1 7-688,-7 2 1,0 8 0,-2 2 0,-1 8 932,-2 5-770,-6 5 1,9 7 0,-4 0 561,0-1-667,4 7 0,-4-3 0,6 5 0,0 0 0,0-2-58,0 0 14,0-2 1,-5-6 0,-1-1-103,-2-3 1,-2-5 0,-4-1 0,-1-4-170,1-3 182,-7-7 1,4 3 0,-7-7-67,-2-4 0,6-5 1,1-7-1,3-4-115,1-1 48,7 4 0,2-9 0,6 2-123,0-7 0,13 2 0,6-4 0,6 4-778,4 1 768,0-6 0,6 10 0,3-4-412,3 2 698,2 0 1,-6 5 0,-4 3 0,-4 3 0,-5 3 57,-5 3 296,-3 4-320,-8 6 294,-2 0 1,-6 2 0,-1 2 0,-2 6 1339,-2 3-1362,0 1 0,3 0 1,-1 1 498,-2-1-682,1 0 0,4 1 1,0-1-1,1-1 1,2-2-201,2-1 70,6-1 1,-4 1-1,4-2-823,-2-2 681,1-1 0,6-5 0,1 0 0,3 0 1,-3-2-964,-1-3 1096,-2-3 1,5-8 0,1-1 5,-3-2 98,5 0 0,-6 0 0,3 0 0,-3 1 0,-1 4-104,-1 4 439,0-3 0,1 10 9,-1-6-239,0 5 1,-4-2-1,-1 6 1,1 2 73,-2 2-302,5-2 1,-10 9-297,6-6 106,-5 0 1,7-4 129,-7 4 185,1-3 517,-5 4-396,0-6 0,-1 0 0,-4 0 288,-5 0-368,-2 0 0,-3 0 1,1 0 384,0 0-395,-1 6 0,1 1 1,0 4-1,-1-1 1,3 1 140,2 1-247,-3-4 0,12 5 0,-4-3-391,3 2 308,2 3 1,2-6 0,3-1 0,4 0 0,4-1-625,1-1 527,7-1 1,1-5-1,7 0-279,0 0 367,6-7 1,-5 3 0,5-9 0,-2-3 0,2-2-469,2-2 557,-5 4 0,3-6 0,-8 4-49,-3-1 54,3 0 1,-10 9-1,6 2 1,-3 2 183,-2 3-114,-2 1 1,-8 4 0,-2 2 226,1 6-126,-6-4 0,6 7 29,-7-3-93,0-4 506,0 7-458,0-12 1,-7 6 0,-2-7-1,-4 0 69,-1 0-231,-1 0 0,-1 0 0,-1 0 194,-2 0-108,0 6 0,-1-3 0,1 7 0,2-1 0,1 1 549,2 0-593,-1-1 1,2 1-1,4-1-71,4 2-161,4-4 0,1 5 0,1-4 0,2 2-473,2 0 604,13-7 1,-9 3-1,10-6-48,-3 0 111,-1-6 1,4 3 0,0-7 0,-2-1-1,-1-2 84,-1-1 67,-1 6 0,-5-3 0,-1 4 389,-1-1-248,4 5 0,-8-8 75,7 6-132,-1 0 1,1 10 0,-2 2-129,-2 1 1,5-4 0,-1 4 0,3 0-316,1 0 118,7-5 0,-4 4 1,7-7-320,1 0 454,3 0 0,0 0 0,-1-2 0,-1-3 0,-4-6-139,-1-6 179,-2 1 1,-5-11 0,1 3-122,-1-3 93,-6-8 1,-2 3 0,-6-6 0,0-2-1,0-2-27,0-1 15,0 7 1,-5 2 0,-1 9 2,-2 1 204,5 13 1,-10-7-1,4 15-250,-4 5 94,-1 11 0,4 4 0,2 7 379,2 1-305,-6 2 1,9 7 0,-5-1 0,2-1 0,3-2 806,1-1-785,2 0 0,-5-1 1,1 0 59,0-5-167,3 4 1,7-6 0,4 3-1,3-5 1,1-3 166,0-2-402,7-6 1,-4-1 0,7-7-152,2 0 238,1 0 1,0-11-1,-2-4 1,-1-2 0,2-4-260,1-3 122,-5-3 0,4-8 0,-6-3-156,3-4 254,-6-1 0,2 0 1,-9 2-1,-5 3 0,-4 6-73,-1 7 238,0-3 0,-1 19 47,-4-1 6,-3 7 1,-8 5-1,-2 4 1,-1 7 0,2 6 342,1 3-327,1-4 0,1 9 1,1-3 198,4 3 0,1 0 0,5-2 0,-2-2 638,2-3-859,1 6 0,9-5 1,2 2 167,4-3-249,1-5 0,7 0 0,3-1 1,3-1-1,1-4-968,1-4 776,6-3 1,-9-2 0,2-2-853,-1-3 849,-6-3 1,5-6 0,-7 0-1,-2-2 1,-1-2-662,-2-1 684,1 0 1,-7 5 158,-3-1-33,-4 7 1,-1 4 0,0 8 67,0 6 422,0 3 0,-1 3 1,-3 1 165,0 2-589,-1 0 1,5-4-1,1-1 1,4 0-899,5 1 514,2-7 0,3-2 0,-1-6-164,0 0 347,1 0 1,1-1 0,1-3 0,2-2 0,-1-2-296,-2-3 465,-2 4 0,0-4 0,1 7 275,-1 0 68,0 3 1,1 1 0,-1 0 0,0 1 0,-1 6 2659,-3 7-2609,9 0 0,-14 9 1,7-6 789,-4 2-898,3 7 0,-7-10 0,4 4 0,0 0 0,-2-1 444,0-2-146,-1-7-338,-5 2 444,0-4 180,0 0-843,0-1 0,-6-12 179,-4 0-1157,4-6 1,-5 8-1,4-7 1,1-1-1888,0-2 1996,1-1 0,5 0 1,0-1-1757,0 1 2620,0 6 0,44-43 0,12-5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8:27:31.421"/>
    </inkml:context>
    <inkml:brush xml:id="br0">
      <inkml:brushProperty name="width" value="0.08571" units="cm"/>
      <inkml:brushProperty name="height" value="0.08571" units="cm"/>
    </inkml:brush>
  </inkml:definitions>
  <inkml:trace contextRef="#ctx0" brushRef="#br0">235 341 8192,'0'-12'-569,"0"0"504,0 5 44,0 5 1,0-10 152,0 5 49,0 4-64,0-6 0,0 7 91,0-5-324,0 4 239,0-6-356,0 9 174,0 0 104,0 9 0,0-4 23,0 9 1,0-7-66,0 7 0,0-7 32,0 8 0,0-1-41,0 7 0,0-7 43,0 0 0,0 0-6,0 8 0,0-1-26,0 0 1,2 0 4,5 1 0,-4-1-30,4 0 0,-5 3 34,-2 4 1,0-4-59,0 4 1,0-4 62,0-3-151,0 0 1,0 0 115,0 1-20,0-1 11,0 0 8,0 0 1,0 1 21,0-1 0,0 0 10,0 0 1,0 1 121,0-1 1,0 0-79,0 1 1,0-1 67,0 0 0,0 0-116,0 1 1,0-1-4,0 0-9,0 0-1,0 1 1,0-8-74,0 0-46,0-9 436,0 4-312,0-9-587,0-9 389,0-3 0,0-9 170,0-1 1,0 1-1078,0 0 1102,9 0 0,13-48 0,11-11 0</inkml:trace>
  <inkml:trace contextRef="#ctx0" brushRef="#br0" timeOffset="1">235 256 7899,'0'-12'134,"0"2"1,2 10-43,5 0 1,-2 0-133,9 0 1,-7 0 104,7 0 1,0 0-21,8 0 0,-1 0-44,0 0 0,10 0-9,4 0 1,5 0 33,3 0 1,-1-2 11,1-5 1,-8 5-46,1-5 1,-1 4 39,8 3 1,-1-2-40,1-5 0,-3 4 36,-5-4 1,5 5-33,-4 2 1,2-7-5,-3 0 0,3 0-4,-10 7 1,8 0 3,-8 0 0,0 0-2,-6 0 0,-1 0-14,0 0 32,0 0-18,-9 0 11,7 0-156,-17 0 139,8 0-13,-10 0 115,0 0-9,0 9-60,0-7 103,0 17-79,0-7-20,0 9 0,0 1-41,0-1 1,0 0 35,0 0 1,0-4-24,0 4 0,0-4 19,0 11 1,0-4 11,0-3 1,2 7-18,5 1 1,-4-1-23,4-7 0,-5 8 13,-2-1 1,2 0 1,5-7 0,-4 1-10,4-1 0,-5 0 13,-2 0 1,0 1 46,0-1 0,7 0-43,0 0 37,1 10 1,-8-7-32,0 4 0,0-4-92,0-3 65,0 0 1,7 1-5,0-1 0,0-7-33,-7 0 1,0-7 41,0 7-11,0-9-20,0 14 56,0-7-17,0 0 1,0-1 7,0-4-3,0-4 3,0 6 107,0-9 0,-3 0-100,-4 0 74,5 0-71,-7 0 1,6 0-3,-4 0 1,5-2-12,-5-5 1,2 4 5,-2-4-74,4 5-16,-15 2-22,6 0 0,-9 0 90,-1 0 1,8 0-40,0 0 0,0 0 23,-7 0 0,-1 0-44,1 0 0,0 0 32,0 0 0,-1 0-3,1 0 0,-3 0 30,-4 0 0,4 0 2,-4 0 1,-5 0-26,-2 0 1,2 0 7,-3 0 1,10 0 56,-2 0 0,2 0-53,-2 0 1,4 0-24,-4 0 1,-3 0 25,3 0 0,-1 0 9,8 0 0,0 0 5,-1 0 0,1 0 0,0 0 0,0 0 47,-1 0-65,1 0 56,0 0-50,0 0 61,9 0-32,2 0 1,8 0 17,-5 0-25,5 0-1,-8 0-242,10 0-53,0 0 1,38-19 0,9-4 0</inkml:trace>
  <inkml:trace contextRef="#ctx0" brushRef="#br0" timeOffset="2">1361 256 7284,'0'-12'113,"0"2"-127,0 10 210,0 0-63,-9 0-223,6 0 135,-16 10 0,10 2-58,-5 9 0,-5 0 55,5 0 0,-5 1-53,-2-1 1,-1 7 46,1 1 1,-3 1-101,-4-1 0,4-6 49,-4 6 1,2 1-7,-2-1 0,2 1 43,-10-1 1,10-6-19,-2 6 1,-3-6-37,3-2 0,-7 3 32,6 4 0,-6-4 0,7 4 1,-1-4-2,8-3 1,0-7-2,-1 1 0,1-1 39,0 7-38,0 0 1,-1 1 35,1-1 1,9-7-27,5 0-10,-4 0 5,-1 8 1,0-8-1,5 0 1,2-9-6,-2 2-3,5-5-13,-8 7 19,10-6 14,0 6-14,0-9-22,0 0-2,-9 0-87,6 0-236,-6 0 118,9 0 0,-2 0-11,-5 0-234,4 0 472,-6 0 0,18-38 0,3-9 0</inkml:trace>
  <inkml:trace contextRef="#ctx0" brushRef="#br0" timeOffset="3">405 319 8254,'0'-11'-1066,"0"-8"1291,0 7 0,0-2-11,0 0 4,0 9-52,0-5-259,0 10-102,0 0 231,0 10 1,7 2-72,0 9 0,9 0 9,-1 0 1,3 1 10,4-1 0,-1 0 5,0 0 0,0 8-4,1-1 1,-1 0 37,0-6 0,3 6-5,4 0 0,-2 3-19,10-3 1,-8-4-9,7 4 0,-6-4 7,6-3 0,-7 8-27,8-1 1,-10 0-7,2-7 0,3-6 33,-3-1 1,1 0-2,-8 7 0,0-2 110,0-5 1,1 3-107,-1-10 0,-7 9 18,0-1 1,-7-4-9,7 4 0,-7-11 89,8 3-61,-11 5-5,15-9-8,-16 15-11,6-15-114,0 6 112,-6-9-66,6 0 58,-9 0-631,0 0 369,-9 0 256,6 0 0,-6-47 0,9-12 0</inkml:trace>
  <inkml:trace contextRef="#ctx0" brushRef="#br0" timeOffset="4">1637 596 5919,'12'0'1095,"-2"0"-999,-10 0-245,0 0 160,9 0 101,-7 0-66,8 0 1,-8 0 42,5 0-66,-4 0 1,8 0 16,-3 0 0,-4 0-21,10 0 1,1 0 25,6 0 0,0 0 2,0 0 0,10 0-42,4 0 1,6 0-1,1 0 0,3 0-48,5 0 0,-3 0 68,9 0 0,-6 0-30,7 0 0,-3-7 22,3 0 1,-5-1-53,-10 8 0,-2 0 40,-4 0 1,1-7-26,-8 0 0,6 0 10,-6 7 1,-1 0 4,-7 0 0,7 0-17,1 0 0,2-7 20,-3 0 0,-5 0-25,6 7 1,4 0 20,2 0 1,-2-2-29,3-5 1,-1 4 21,8-4 0,-1 2-15,1-2 1,-1 5 24,1-5 1,-8 4 0,1 3 1,-10-7 32,2 0 0,-5 0-42,-1 7 1,-1 0 36,0 0-28,10 0 0,-7 0 65,4 0 1,3 0-54,-3 0 0,0 0 84,-7 0 0,8 0-92,-1 0 1,8-2 1,-8-5 1,7 4-41,-6-4 0,6 5 52,-7 2 1,8 0-24,-8 0 0,3 0 14,-3 0 0,-4 0-33,4 0 1,-4-7 19,-3 0 0,0 0 87,1 7-42,-1 0 0,0 0 57,0 0-103,-9 0 1,0 0 40,-5 0-31,-5 0 36,8 0-220,-10 0 194,0 0-26,-10 0-504,8 0 516,-17 0 0,-30-10 0,-20-2 0</inkml:trace>
  <inkml:trace contextRef="#ctx0" brushRef="#br0" timeOffset="5">4549 43 7325,'0'12'120,"0"0"-69,0-5 1,0-2-4,0 9 1,0-7-42,0 7 1,7 0 37,0 7 1,0 1-10,-7-1 1,0 7-59,0 1 0,0 1 58,0-1 1,7 1-50,0 6 1,0 2 39,-7-10 0,0 3-34,0-3 0,0 3 24,0 4 1,0-2-44,0-5 1,0-4 63,0 4 0,0 3 1,0-3 1,0 1-55,0-8 0,0 0 30,0 0 1,0 1-18,0-1 0,0-7 17,0 0 0,0-7-64,0 8 67,0-11-75,0 6 47,0-10 88,0 0-159,0-10 86,0 8-322,0-8 190,0 1 127,0 7 0,29-55 0,6-2 0</inkml:trace>
  <inkml:trace contextRef="#ctx0" brushRef="#br0" timeOffset="6">4528 86 8319,'11'0'-1401,"-1"0"1282,-10-10 282,0 8-201,0-8 1,2 10 92,5 0 1,-2 0 19,9 0 0,-7 0-21,7 0 1,1 0-44,6 0 1,7 0 11,0 0 1,10 0 4,-2 0 1,4-2-9,2-5 0,3 5 26,5-5 0,-5 4-69,4 3 1,-4-2 54,-2-5 0,-8 4-70,0-4 1,1 5 45,6 2 1,-1 0-3,-6 0 0,5-7-12,-5 0 1,-4 0-25,-2 7 10,4 0 0,-10 0 22,6 0-10,-15 0 1,-3 0 6,-3 0 0,-6 0 0,7 0 1,-9 0 107,-9 0 235,7 0-315,-8 0 1,8 0-10,-5 0-84,4 0 111,-6 0-83,9 0 78,0 0-19,0 9 25,0-7-36,0 8 0,0-8 69,0 5-63,0-4 0,0 9 27,0-5-13,0-5 20,0 17 0,0-7-15,0 9 0,0-7 1,0 0 1,0 0-48,0 8 0,0-1 35,0 0 1,7 0-56,0 1 1,0-1 47,-7 0 1,0 8-30,0-1 0,0 0-5,0-7 1,0 1-11,0-1 0,0 7-7,0 1 1,2-1 0,6-7 1,-6 0-1,5 1 0,-5-1 19,-2 0 0,3 0 42,4 1 0,-5-8-45,5 0 1,-4 0 129,-3 7 0,2-6-111,5-1 1,-5-7 38,6 7 1,-6-7-7,-2 7-8,0-9-3,0 14 19,0-17-10,0 8-18,0-10 1,-7 2-60,0 5 66,0-4-28,7 6 54,0-9 0,0 0 225,-10 0-232,8 0-5,-8 0 36,10 0-133,0 0 125,-9 0-108,-3 0 1,-9 0-69,0 0 35,-1 0 0,1 0 3,0 0 1,-7 0 47,-1 0 1,1 0 2,7 0 0,-8 7-8,1 0 1,-10 3 59,3-3 1,2-3-40,-3 11 1,1-11 6,-8 3 1,1 3-14,-1-3 0,1 7-4,-1-7 1,-2 7 5,-4-7 0,11 3 4,-4-3 0,6-5-32,1 5 0,-3-4 25,10-3 0,-1 7-82,8 0 66,0 0 3,0-7 11,9 0 4,2 0-225,10 0 197,10-9-699,2 6 473,9-16 0,0 17 269,0-5 0,48-33 0,11-8 0</inkml:trace>
  <inkml:trace contextRef="#ctx0" brushRef="#br0" timeOffset="7">5569 149 7251,'12'0'652,"-3"0"-754,-9 0 311,0 0-134,-9 0 1,4 3-1,-9 4 1,7-2-19,-7 9 0,6 0-164,-6 7 1,0 0 124,-7 1 0,0 1 8,-1 6 1,-6-3-86,0 9 0,-8-7 82,8 8 1,-10-1-89,3 8 0,2-8 68,-3 1 1,8-8-65,-7 7 0,9-9 33,-3 3 0,6-6-1,1-2 0,3 1 20,5-1 1,-5-7-4,5 0 0,2 0 76,-2 8 0,7-8-73,-7 0 0,7-2 109,-7 2 1,7 3-93,-8-10 1,8 2 82,-7-2 0,7-4-82,-7 4 1,0 2-3,-7-2 1,-1 3-4,1-3 1,0-5-1,0 5 1,-1-2-392,1 2 310,0-5 1,7 8-365,-1-10 197,11 0 37,-6 0 1,13 0-36,4 0 1,-3-10 241,11-4 0,55-33 0,-23 19 0,-1-1 0</inkml:trace>
  <inkml:trace contextRef="#ctx0" brushRef="#br0" timeOffset="8">4655 192 7454,'0'12'-726,"0"-3"866,0-9 0,2 3-81,6 4 0,-4-3 116,10 11 0,-7-8-53,8 7 0,-1 0-75,7 7 1,7 0 90,1 1 1,6 1-83,-7 6 0,10-6-7,-2 6 1,4 1 18,2-1 0,1 6-20,-1-7 1,-6 3-7,-1-3 1,-6-4-6,6 4 0,-9-4-49,2-3 1,-4-2 59,-3-5 0,0 5-49,1-5 1,-3 5 34,-5 2 1,5-6-85,-5-1 1,-2 0 102,2 7 0,-2-7-3,2 1 1,2-8-60,-9 7 1,3-9 0,-3 2-6,-5-5 53,8 7-152,-10-6 132,0 6-21,0-9-221,0 0 51,0-9 1,-3 6-120,-4-4 1,2 5-120,-9 2 410,10 0 0,-81-28 0,37 10 0,1 0 0</inkml:trace>
  <inkml:trace contextRef="#ctx0" brushRef="#br0" timeOffset="9">745 1403 8182,'0'-21'-591,"9"0"471,-6 0 1,6-1 180,-9 1 0,0 7 132,0 0 38,-9 9-110,6-14 1,-13 14 21,9-9 1,-3 9 130,3-2-111,5 5-58,-8 2-201,1 0 192,6 0-161,-6 0 1,2 9 64,0 6 0,0 4 44,7 2 0,0 0 32,0 0 1,0 1-37,0-1 0,0 2-21,0 6 1,0-6 14,0 6 1,0-3 9,0 2 1,0-2-17,0 9 1,0-9 13,0 3 0,0 1-59,0-1 0,0 9 54,0-3 1,7-2-82,0 2 0,0-2 71,-7 3 1,0 4-7,0-5 1,7 6-44,0 1 0,0-2-10,-7-4 0,7 4 14,0-5 1,1 3 17,-8-3 0,7 3-3,0-9 1,0 8-1,-7-1 1,0-6 78,0-1 0,7-6-68,0-1 1,0 6-3,-7 0 1,0 1-6,0-8 0,0 0 1,0 0 1,0 1 37,0-1 1,0 0 0,0 0 1,0 1-25,0-1 0,-2 7-4,-5 1 1,4-8-23,-4-7 1,5 0 43,2 7-4,0 10 1,-3-7-57,-4 4 1,5-4-4,-5-3 1,5 0-3,2 0 0,0 1 22,0-1 0,-8-7-53,1 0 0,0 0 51,7 8 1,0-8-146,0 0 132,0 0 0,0 7 11,0 1 26,0-1 1,0 0 27,0 0-53,0 1 0,0-1-13,0 0-16,0 0 26,0 1-49,0-1 53,0 0 1,0-7-136,0 1-25,0-11-26,0 6-327,0-10-779,0 0 1302,0-10 0,10-39 0,2-20 0</inkml:trace>
  <inkml:trace contextRef="#ctx0" brushRef="#br0" timeOffset="10">171 3826 8178,'0'-12'245,"9"3"0,6 9-215,13 0 0,-2 0 29,9 0 1,1-7-131,6 0 0,3-1 133,5 8 1,-3-2-142,10-5 0,-3 2 78,3-9 0,2 9-21,-10-2 0,1 3-59,-8-3 0,-6 4 72,-1-4 1,-9 2-4,2-2 0,-11 5-1,-3-5 1,-7 4-4,7 3 7,-9 0 1,7 0-33,-5 0 33,-5 0 7,8 0 18,-10 0 124,0 0-140,-10 0 257,8 0-132,-7 0-22,9 10-64,0-8 1,0 10 40,0-5 5,0-4 0,0 8 18,0-4 103,0-4-107,0 16 71,0-8-117,0 11 1,0-1-106,0 0 79,0 0 0,0 1-11,0-1 1,2 0-91,5 0 1,-5 1 99,5-1 0,-4 0-81,-3 0 0,2 3 58,5 4 1,-4-4-30,4 4 1,-5-4 21,-2-3 0,7 1 20,0-1 0,0 0-11,-7 0 0,0 1 1,0-1 0,3 0-6,4 0 0,-5 1 4,5-1 0,-4 0 199,-3 0-190,0 1 0,0-1-26,0 0 30,0 0 1,0-7-239,0 1 147,0-11-190,0 15 95,0-16 98,0 6-166,0-9 1,0-2-47,0-5-812,0 4 362,0-16 390,0 8 1,0-11 341,0 1 0,-48-47 0,-11-13 0</inkml:trace>
  <inkml:trace contextRef="#ctx0" brushRef="#br0" timeOffset="11">1 3932 8321,'12'0'779,"4"3"-618,-9 4 0,3-5-138,-3 5 0,-2 3 50,9-3-116,-9 9 1,11-4 60,-9 9 0,7-7 69,-7 1 1,3-1-174,-3 7 0,-5 0 77,5 0 0,3 3-36,-3 4 1,0-4 66,-7 4 0,7-2-73,0 3 1,3-6 6,-3 6 0,-5 1-6,5-1 1,-5-1-42,-2-7 1,8 8 81,-1-1 0,0 0-38,-7-6 1,0 1 16,0 5 0,0-4 17,0 4 1,0-4-20,0-3 1,0-7 63,0 1 1,0-1-86,0 7 0,0-7-51,0 0 90,0 1 0,0-1-13,0 0-50,0-9 17,0 4 97,0-9 512,0 0-522,0-9 5,0 6 0,9-9-65,5 5 0,5 5 55,2-5 1,1-3-9,-1 3 0,7-2-4,1 2 0,6 4-4,-7-4 0,10-2 39,-2 2 0,4 0-32,2 7 0,1-7 42,-1 0 1,-4-3-32,5 3 1,-13 5 5,13-5 0,-5-3-28,4 3 1,-7 0-6,1 7 1,-3-7-5,2 0 0,-4 0 0,-10 7-283,1 0 297,-11 0-281,-1 0 128,-10 0-1023,0 0 1,7-3 1168,0-4 0,9-23 0,-4-15 0</inkml:trace>
  <inkml:trace contextRef="#ctx0" brushRef="#br0" timeOffset="12">1000 3911 7056,'-12'0'-78,"0"0"471,5 0-168,5 0-16,-17 0 1,14 2-83,-9 5 0,7-2-54,-7 9 0,7 3 65,-8 11 0,1-2-9,-7 10 1,-3-8-95,-4 7 0,2 1 15,-9 6 0,6 1-102,-6-1 1,7 1 127,-8-1 0,8-2-58,-8-4 1,10 4 31,-2-5 1,4-4-41,3-3 1,2-4 69,5-3-42,-5 1-245,17-1 142,-8-9-437,10 6 159,0-15-72,0 6 155,0-9-455,0-9 186,10-3 529,2-9 0,18-48 0,3-11 0</inkml:trace>
  <inkml:trace contextRef="#ctx0" brushRef="#br0" timeOffset="13">235 4081 8169,'-10'-21'237,"-2"-1"13,1 11-220,1-8 103,10 16-192,0-6 1,3 16 308,4 0 1,4 10-47,11-3 0,6 5-155,0 2 0,10 3 69,-2 4 1,-3-4 46,2 4 0,0-2-8,8 2 0,-8-4-128,1 4 0,-1 3 2,8-3 0,-8 8-151,1-8 0,-3 7 19,2-6 1,3 1 93,-10-1 0,8-6-82,-8 6 1,0-6 125,-6-1-91,-1-1-45,0 0-202,-9-9 134,-3-3-286,-9-9-389,0 0-353,0-9 1195,0-3 0,19-47 0,5-9 0</inkml:trace>
  <inkml:trace contextRef="#ctx0" brushRef="#br0" timeOffset="14">1404 4230 6869,'0'-12'579,"0"3"-391,0 9 0,2 0-78,5 0 0,5 0-77,9 0 1,3-8-2,4 1 0,3 0-4,4 7 1,12 0-28,-4 0 0,4 0-17,-4 0 1,6 0 39,1 0 1,2 0 21,-3 0 0,-1 0-67,8 0 0,-9-2 42,3-5 1,4 4 13,3-4 0,-3 3-39,3-3 0,-10 4-1,3-4 0,-5-2 24,-3 2 1,1-1-8,-1 8 1,-6 0 36,-1 0 1,-7 0-32,8 0 1,-3-7 89,2 0 0,5 0-83,-4 7 0,4 0 46,2 0 1,8 0-13,0 0 1,-1 0 8,-6 0 0,-1 0-52,1 0 0,4 0-7,-5 0 1,6-7 16,-13 0 1,-4 0-6,-3 7 1,3 0-44,-3 0 1,3 0 46,-3 0 1,-2 0 23,10 0 0,-8-7-26,7 0 1,-2 0-22,3 7 1,4-7 12,-5 0 0,-2-1-4,3 8 1,-10-2-16,2-5 0,-4 5-9,-3-5-55,0 4 0,1 1 75,-1-5 0,-7 4-93,0-4 0,0 3 62,8-3 18,-1 4 0,0-6-43,0 9 32,-9 0 0,5-3-136,-10-4-25,9 5-123,-13-8 135,15 10 60,-6 0 0,10 0 38,-1 0 0,0 0-17,0 0 1,3-2 77,4-5 1,-4 5 71,4-5 0,-4 4 40,-3 3 1,0 0-50,1 0 101,-1 0-148,0 0 1,-7 0 55,0 0 0,-9-2 1,2-5 7,-4 4-46,-3-6-18,0 9 1,2 0-61,5 0 68,-5 0 0,10 0-40,-5 0 1,-2 0 31,9 0 1,-7 0 52,7 0 1,-7 0-20,8 0-19,-11 0 1,13-2-3,-10-5 7,0 4-113,3-6 121,-8 9-543,7 0 160,-9 0-149,0 0 1,10-29 0,2-6 0</inkml:trace>
  <inkml:trace contextRef="#ctx0" brushRef="#br0" timeOffset="15">4889 3422 10800,'0'21'461,"0"1"-495,0-1 0,0-5 142,0 6 1,0-6-176,0 13 1,0 4 45,0 2 0,2 5 75,5 3 0,-4-1-36,4 1 0,-3 6 36,4 1 0,-6-1-124,5-6 1,-2 7 122,2-1 0,-5-2-144,5-11 1,-4 2 124,-3-10 1,7 7-124,0-6 1,0-1 33,-7-7 1,0 1-8,0-1 0,0-7 33,0 0 0,0-7-34,0 7-145,0-9 147,0 5-165,0-10 42,0 0-53,0-10 0,0 5-270,0-9 0,0 7 151,0-7 1,0 0-48,0-7 1,0-1 402,0 1 0,38-66 0,-15 35 0,1 0 0</inkml:trace>
  <inkml:trace contextRef="#ctx0" brushRef="#br0" timeOffset="16">5080 3507 8173,'-12'-9'-43,"-7"-3"412,17-9-348,-17-1 42,17 11 0,-8-1-71,10 5 201,0 4-322,0-6 123,0 9-140,0 0 240,0 9 0,10-6-25,4 4 1,7-5-8,8-2 0,1 7-10,6 0 0,4 0-111,-5-7 1,8 0 104,6 0 0,-1 0-97,8 0 0,-6 0 97,6 0 1,1 0-7,7 0 1,-7-7-81,-1 0 0,-9-7 29,3 7 0,-5-10 18,-3 3 1,-1 5 5,-6 2 0,-4 2 162,-10-2-132,0 5 207,-9-8-265,-3 10-3,-9 0 53,-9 0 0,4 0 27,-9 0 143,9 10-173,-4 1 0,9 11 111,0-1 1,-7-7-106,0 0 0,0 0 36,7 8 1,0-1 23,0 0 0,0 0 6,0 1 1,0 6 23,0 0 0,0 3 3,0-3 0,7 3-67,0 5 1,0 4 14,-7-5 0,0-2-129,0 3 0,0-1 83,0 7 1,7-6-77,0-1 0,0-9 38,-7 3 0,7 1-12,0-1 1,0-1-37,-7-7 0,3-7 73,4 1-34,-5-1 22,8 7 0,-10-7-21,0 0 23,9-9-166,-7 5 122,8-10 4,-10 0 400,0 0-323,0-10-57,0 8 0,-2-8-12,-6 10 1,4 0-116,-10 0 0,7 0 89,-8 0 1,1 0 30,-7 0 1,-7 3 1,-1 4 0,-9-5-12,3 5 1,-5 3 55,-3-3 1,-6 7-53,-1-7 0,-9 7 61,3-7 0,1 10-57,-1-3 1,1-2 3,-1 2 0,6-7-41,15 7 1,-6-9 44,6 2 0,-3 2 6,3-2 1,4 1-14,10-8 0,0 0 16,-1 0 0,8 7-37,0 0-187,9 0 99,-4-7-7,9 0-246,0 0-7,9 0 236,-6 0-311,6 0 1,-2-3 115,0-4 0,3 5-219,-3-5 0,-2-5-109,9-2 674,-10 4 0,25-37 0,-6 0 0</inkml:trace>
  <inkml:trace contextRef="#ctx0" brushRef="#br0" timeOffset="17">5973 3550 8138,'11'-3'179,"-3"-4"156,-6 5 13,-2-8-93,0 10 1,0-2-220,0-5 167,0 5-18,0-8 5,0 10 0,0 3-39,0 4-78,0 4 1,-10 18-17,-4-1 0,-5 3-45,-2-3 0,0 5 104,0 10 0,-8-1-125,1 1 0,-7 2 116,6 4 0,-9-4-159,3 5 0,-3-6 58,3-1 1,-3-1-115,10 1 0,-3-8 53,3 1 0,6-10-57,1 2 0,0-4 68,7-3 0,2 0 24,-2 1-164,9-11 163,-14 8 0,17-14-49,-5 9 0,2-9 13,-2 2-334,5 5 186,-8-10 80,10 8-904,0-10-742,0 0 1044,0-10 727,0-2 0,11-34 0,6-14 0,1-4 0,0 1 0</inkml:trace>
  <inkml:trace contextRef="#ctx0" brushRef="#br0" timeOffset="18">5165 3698 8124,'-12'-9'92,"0"7"285,5-5-52,5 4-481,-7 3 195,9 0 1,2 0 161,5 0 0,5 3-51,9 4 1,3 4 108,4 11 1,-2-1-113,9 0 1,1 3-19,6 4 0,1-4-35,-1 4 1,1 5 59,-1 3 1,8 4 35,0 2 1,9-2-43,-3-4 0,-1 4-24,1-5 0,-9-2-64,3 3 0,-15-10-142,-6 2 0,-1-11-6,-7-3 0,5-2 9,-11 2-430,-6-5 168,0-9-134,-9 0 77,0 0 201,-9 0 0,4-2-189,-9-5 1,7-5-1156,-7-9 1541,0 0 0,-21-27 0,-8-11 0,-3-5 0,0 1 0</inkml:trace>
  <inkml:trace contextRef="#ctx0" brushRef="#br0" timeOffset="19">5335 1085 8270,'0'-22'0,"-7"1"-583,0 0 312,0 9 632,7-7 0,-2 17 256,-6-5-756,6 4 154,-7 3 117,9 0 0,0 10 56,0 4 0,0 12 150,0 2 0,0 10-257,0-3 1,0 13 53,0 1 1,0 1 56,0-8 1,7 8-46,0-1 0,0 8-25,-7-7 0,0 6 8,0-6 0,7 7-43,0-8 1,0 10-6,-7-2 0,2-3-21,6 3 0,-6-3-189,5 3 1,-5 2 138,-2-9 1,7 1-129,1-1 1,-1-5 85,-7 4 0,7-4 48,0-2 0,0-1-26,-7 1 1,7-1-7,0 1 1,0-1-4,-7 1 1,0-1 4,0 1 1,0-1-13,0 1 1,0-3 31,0-5 0,0 6 8,0-6 1,0 5-15,0 3 1,0-8 107,0 1 0,2-8-56,6 7 0,-6-6 11,5 6 0,-2-9-37,2 2 1,-5-4 14,5-3 1,-4 0 295,-3 1-291,0-1 1,0 0-23,0 0 1,0-6 75,0-1 56,0 0-53,0 7-13,0 0-14,0 1 0,0-8 6,0 0 0,0-7 288,0 7-257,0-9 1,0 14 52,0-5 1,0-2 21,0 2-228,0 0 0,0 7 24,0 1 1,0-8-132,0 0 1,0-7 129,0 7 0,0-7-61,0 8-202,0-11 114,0 15 192,0-16-111,9 15 262,-7-15-250,8 6 15,-10-9-3056,0 0 2263,0-9 850,0 6 0,28-72 0,8-8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8:27:31.441"/>
    </inkml:context>
    <inkml:brush xml:id="br0">
      <inkml:brushProperty name="width" value="0.08571" units="cm"/>
      <inkml:brushProperty name="height" value="0.08571" units="cm"/>
      <inkml:brushProperty name="color" value="#E71224"/>
    </inkml:brush>
  </inkml:definitions>
  <inkml:trace contextRef="#ctx0" brushRef="#br0">256 128 7768,'11'0'-1430,"8"0"2052,-16 0-319,16 0-118,-17 0 0,7 0 113,1 0-165,-8 0 0,8-2 129,-10-5-216,0 4 1,0-8 119,0 3-16,0 6-24,0-17-241,0 17 64,0-17 0,0 14 65,0-9 1,-3 9-107,-4-2 0,2 5 45,-9 2-58,0-10 0,-7 8 97,0-5 1,-1 5-9,1 2 1,0 0-34,0 0 26,-1 9 0,1-4 40,0 9 1,7-7-34,-1 7 1,8-7 59,-7 7-47,10 1 0,-8 6-74,5 0 1,4-7 61,-4 0 1,5 1-4,2 6 0,0-7 11,0 0 1,2-2 0,5 2 0,-2 3 37,9-10-47,0 9 1,8-11 37,-1 9 1,0-9-30,0 2 0,1-5 78,-1-2 1,0 7-52,0 1 0,1-1 2,-1-7 1,0 0 16,0 0 1,-7 2 3,1 5 1,-8-5 51,7 6-41,-9 3-35,4 1 0,-9 9 9,0 1 1,-2-8 3,-5 0 1,-5-2-22,-9 2 1,-1 2-1,1-8 0,0 6-30,0-7 0,-3 0-92,-4-7 0,4 0-17,-4 0 1,4 0 64,3 0 1,0 0-290,-1 0 143,1 0-458,0-10 187,9-1 480,3-11 0,84-27 0,-28 20 0,1 1 0</inkml:trace>
  <inkml:trace contextRef="#ctx0" brushRef="#br0" timeOffset="1">553 192 7829,'0'-14'80,"0"0"0,0 6 447,0-6-356,0 0 1,0 0-77,0 0 1,0 7 376,0-7-473,0 9-196,10-14 1,1 17 140,11-6-35,-1 6 0,0 2-7,0 0 0,1 2-45,-1 6 1,0 3 88,0 11 0,-2-1 11,-5 0 0,3 0-91,-10 1 0,0-1 112,-7 0 0,0 3-31,0 4 1,0-4 14,0 4 0,-7-4 69,0-3 1,-7 0-20,7 0 0,-10-6 92,3-1 0,5-7-6,1 7 23,-3-9 385,8 14-307,-6-17 0,18 7-13,5-9 1,5 0-79,3 0 1,6-7 66,0 0 0,8-7-112,-8 7 0,0-7-119,-6 7 0,-1-7 79,0 6 1,-7 1-239,0 7-880,-9-9 1095,5 7 0,-20-8 0,-2 10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8:27:31.443"/>
    </inkml:context>
    <inkml:brush xml:id="br0">
      <inkml:brushProperty name="width" value="0.08571" units="cm"/>
      <inkml:brushProperty name="height" value="0.08571" units="cm"/>
      <inkml:brushProperty name="color" value="#E71224"/>
    </inkml:brush>
  </inkml:definitions>
  <inkml:trace contextRef="#ctx0" brushRef="#br0">298 170 7274,'0'-11'386,"0"-1"-344,0 5 40,0 4 1,0-8-151,0 3 121,0 6-115,0-17 1,0 14 50,0-9 1,0 7-46,0-7 55,-10 9 1,6-11-19,-11 9-39,11 0 63,-15-3 0,7 8-2,-9-5 0,7 4 0,-1 3 0,8 0-32,-7 0 0,2 3 19,-2 4 0,-5-2-1,5 9 0,2-3-1,-2 4 1,7 4-4,-7-5 0,7-2-7,-7 2 0,9-7 9,-2 7 1,2-2-36,-2 2 0,5 5 33,-5-5 1,4-2-2,3 2 1,0-7 31,0 7 5,0-9-10,10 4 1,1-2 4,11 1 0,-8-1 65,0-7 1,0 0-60,7 0 0,1 0 0,-1 0 12,0 0-16,0 9 1,1-7-20,-1 6 1,-7 1-5,0-2 0,-9 2-1,2-1 17,5-6 23,-10 17-20,17-7-16,-16 9 12,6 0-18,-9 0 1,-7-6 5,0-1 1,-10-10-2,3 4 0,2 1-42,-2-2 0,-7 0 41,-7-7 0,-1 0-71,8 0 0,0 0 43,-1 0-86,1 0 0,0 0 58,0 0-335,9 0 204,-7 0 0,17-2 191,-5-5 0,4 4 0,32-34 0,6 1 0</inkml:trace>
  <inkml:trace contextRef="#ctx0" brushRef="#br0" timeOffset="1">638 22 7877,'14'0'562,"0"0"-469,-9 0 0,4 2-154,-9 5 0,3-2-18,4 9 1,-5-7 170,5 7 1,-5 0-62,-2 8 1,0-1 101,0 0 0,0 3-36,0 4 1,0-2 38,0 9 0,0-9-189,0 3 1,0 1 6,0-1 0,0 1 216,0-1-218,0-6 0,0 8 111,0-10 0,0-6 91,0-1-64,0-10 173,0 6-171,0-10 8,0 0-242,0-10 0,-2 6-284,-5-10 0,5 6-588,-5-6 1,-3 7 189,3-7 824,-9 9 0,-6-32 0,-11 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8:27:31.445"/>
    </inkml:context>
    <inkml:brush xml:id="br0">
      <inkml:brushProperty name="width" value="0.08571" units="cm"/>
      <inkml:brushProperty name="height" value="0.08571" units="cm"/>
      <inkml:brushProperty name="color" value="#E71224"/>
    </inkml:brush>
  </inkml:definitions>
  <inkml:trace contextRef="#ctx0" brushRef="#br0">192 106 7835,'12'-11'-686,"-3"-8"830,1 16 0,-8-8 221,5 4-141,-4 4-21,-3-6 27,0-1-229,0 8 1,0-10 215,0 5-299,0 5 0,-3-8 52,-4 10 0,3 0-73,-11 0 0,8 0 2,-7 0 0,7 0 124,-7 0-46,0 0 0,-8 7 10,1 0 0,7 8-25,0-8 1,2 9 27,-2-2 0,-3 5-33,10 2 0,-2 1 28,2-1 0,4-7-1,-4 0 1,5 0 29,2 8 1,0-8-30,0 0 1,2-2 18,5 2-17,5 5 1,17-17 63,-1 5 0,0 3-52,-7-3 1,1 0 139,-1-7 0,7 0-46,1 0-39,-1 0 1,-7 0-26,0 0 1,-6 7 40,-1 0 41,-9 10-28,4-6-55,-9 11 0,-2-1 3,-5 0 1,-5-7-13,-10 1 1,1-8-49,0 7 1,0-9-126,-1 2 0,1-5 101,0-2 0,-3 7-157,-4 0 1,4 0 40,-4-7 0,12 0 54,1 0 1,8 0-515,-7 0 629,9 0 0,34-28 0,18-8 0</inkml:trace>
  <inkml:trace contextRef="#ctx0" brushRef="#br0" timeOffset="1">596 191 7862,'0'-21'-766,"0"0"1102,0 0 1,2 7 229,5-1-661,-4 11 133,6-6 1,-6 3-64,4 0 0,-3 0 86,11 7 0,-8 0-146,7 0 0,-7 2 33,7 5 0,-7-4-177,7 4 201,1 5 0,3-1-23,-3 11 0,1-8 41,-9 0 1,7-7-18,-7 7 0,3 0 50,-3 8 0,-5-8-51,5 0 94,-4 0 0,-6 7-58,-4 1 0,3-8 4,-11 0 1,8-9-6,-7 2-5,0 5 1,-7-10-3,0 5 0,6-5-1,1-2 0,7 0 69,-7 0-60,9 0 127,-4 0-110,9 0-62,0 0 148,9 0 5,3 0-96,9 0 0,-2 3 29,-5 4 87,5-5-113,-16 17 1,6-14 148,-9 9 1,0-7-123,0 7 0,0-7 308,0 8-354,-9-1 0,-3 5-10,-9-5 0,-1 2-19,1-9 0,0 3-145,0-3 0,-1-5-63,1 5 1,0-2-34,-1 2 266,1-4 0,-57-22 0,-14-17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8:27:31.447"/>
    </inkml:context>
    <inkml:brush xml:id="br0">
      <inkml:brushProperty name="width" value="0.08571" units="cm"/>
      <inkml:brushProperty name="height" value="0.08571" units="cm"/>
      <inkml:brushProperty name="color" value="#E71224"/>
    </inkml:brush>
  </inkml:definitions>
  <inkml:trace contextRef="#ctx0" brushRef="#br0">361 107 6885,'0'-14'95,"0"-1"490,0 11-149,0-15-293,0 16 1,0-8 177,0 4-139,0 4 130,0-6-414,0-1 228,0 8-315,0-8 10,-9 10 106,-3 0 0,-9 0 9,0 0-68,-1 0 0,1 3 66,0 4 0,0-2 35,-1 9 0,8-7 9,0 7 0,7-2 0,-7 2 0,7 3 49,-7-10 0,9 9-15,-2-2 1,4-2 3,3 2 1,0-7 18,0 8 7,0-1 14,10 7 0,2 0-46,9 0 1,-7-6 36,0-1 0,-2-7-26,2 7 0,5-7 75,-5 7 1,-2-7-68,2 8 1,-2-8-55,2 7 0,-2-7 40,-5 7 0,-5-7 8,6 7 60,3-9 1,-8 14-58,4-5 1,-5-2 86,-2 2 0,-2-7-80,-5 7 0,2-9-64,-9 2 1,0 3 67,-8-3 0,1 0-116,0-7 1,0 0 72,-1 0 1,1 0-86,0 0 0,0 0-86,-1 0 0,1-3 31,0-4 0,7 3-167,0-11 0,2 8-189,-2-7 502,4 0 0,76-54 0,-24 27 0,-1 1 0</inkml:trace>
  <inkml:trace contextRef="#ctx0" brushRef="#br0" timeOffset="1">638 22 7733,'-12'0'-230,"2"0"1,8 0 873,-5 0-385,5 0 1,-10 0-86,5 0-77,4 0 0,-8 7-79,3 0 1,4 9 74,-10-1 0,9 3-171,-2 4 1,-3-1 61,3 0 1,-7 0 30,7 1 0,0-1-139,7 0 1,-7 0 79,0 1 1,0-1-121,7 0 0,0-7-14,0 1 63,0-11 111,0 15 8,0-16 0,2 6-21,5-9 0,5-2 11,9-5 0,0 4 149,1-4 0,-1-2-87,0 2 1,-2-3 55,-5 3-48,5 5-103,-7-8 0,2 3 13,0 0 1,-9-2-244,2 2 232,-5 4 0,1-9-18,4 5 0,-5 3-53,5-11 0,-4 8 55,-3-7 0,0 7 72,0-7 0,0 7-66,0-7 1,-3 7 335,-4-8-100,5 11-1,-8-6 1,10 10 267,0 0-372,0 10 0,0 1-4,0 11 1,0-1 56,0 0 1,7 0-47,1 1 0,-1 1-141,-7 6 0,0-6 93,0 6 1,7-6-2,0-2 0,0 1-11,-7-1 0,0 0-15,0 0 0,0-6 18,0-1 41,0 0-76,0 7 1,0-7 75,0 1-5,0-11 75,-10 6 15,8-10-261,-7 0 1,9-3-189,0-4 1,0 3-166,0-11 0,0 8 454,0-7 0,9-19 0,3-12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3.684"/>
    </inkml:context>
    <inkml:brush xml:id="br0">
      <inkml:brushProperty name="height" value="0.053" units="cm"/>
      <inkml:brushProperty name="color" value="#FF0000"/>
    </inkml:brush>
  </inkml:definitions>
  <inkml:trace contextRef="#ctx0" brushRef="#br0">18525 267 7832,'0'-8'-705,"0"2"0,0 5 1239,0-4 184,0 3 0,0-6 553,0 3-251,0 4-111,0-12-523,0 11-105,0-4 1,0 5 132,0-4-422,0 3-179,0-4 224,0 6 0,0 1 376,0 4-329,0 3 0,0 6 0,0 1 262,0-1-289,0 0 1,0 1 0,0-1 0,0 2 0,0 2 42,0 1-16,0 6 1,0-3 0,0 5 126,0-3-164,0 3 0,0-6 1,0 5-1,0-3 1,0 1 197,0-1-267,0 4 0,0-11 1,0 3 132,0-3-235,0-2 0,0 0-29,0 1-319,0-1 254,0-6-236,0-2 1,0-7-1179,0-4 735,0-3 1,0-2-1,0 1 897,0-2 0,0-34 0,0-9 0</inkml:trace>
  <inkml:trace contextRef="#ctx0" brushRef="#br0" timeOffset="1">18539 296 7951,'0'-14'565,"0"6"0,-5-5 808,0 4-814,-6-4 1,10 3 38,-4 1-496,3 5 0,4-2-88,3 6 1,-2 0 0,6 0 282,2 0-290,2-6 1,-3 4-1,-1-3 176,2 4-197,2 1 1,1 0 0,1 0 0,-1 0-1,2-2-136,3-3 187,3 4 0,7-6 0,0 6-267,-1-4 205,1 3 0,5-4 1,1 5-1,0-3 1,0 0 5,-3 0 2,-2 3 1,-2 1-1,1 0-42,0 0 57,-1 0 1,-4 0 0,-1 0 0,-3 0 0,-2 0-5,-2 0 60,-2 0 0,0 0 110,1 0-146,-7 0 0,4 0 23,-2 0 20,3 0-14,-5 0 81,-2 0 1,-6 1 93,0 4-184,0-3 29,0 4-176,0-6 113,0 0 163,0 6-79,0-4 1,0 6 233,0-3-223,0 3 1,0 6 0,0 0 0,2-1 0,1 0 205,2 1-267,-1-3 0,-4 10 0,0-5 165,0 3-160,0-3 0,0 10 1,0-6-1,0 3 1,0 0 136,0 0-178,0 4 1,0-10 0,0 6 45,0-3-79,0 6 1,2-10 0,1 3 0,2-3 0,-2-2-60,-1 0 102,-2 1 1,0-6-41,0 1 30,0-1 0,0 1 184,0-1 151,0-5 149,0 2-373,0-6 0,-7 0 0,-2 0 1,-4 0 220,-1 0-347,-1 0 0,-5 0 0,-4 0-249,-3 0 181,-2 0 1,-1 0 0,-2 0 0,-3 0 0,-2 0-452,-2 0 422,-3 0 1,4 0 0,1 0-84,2 0 176,2 0 1,6 0 0,1 0 0,4 0-1,1 0-272,4 0 142,1 0 0,6 0-143,1 0-449,6 0 0,-2 0-2252,10 0 2307,-4 0 1,7 0-1097,-3 0 1290,3 0 490,0 0 0,11-13 0,-3-3 0</inkml:trace>
  <inkml:trace contextRef="#ctx0" brushRef="#br0" timeOffset="2">18596 310 7951,'-14'-14'350,"6"5"1,1 1 832,1 1-449,5 2 1,-4 5-107,10 0-513,-4 0 1,12 0 0,-4 2-1,4 1 482,1 2-543,1 6 1,-1-8 0,0 7 41,1 1 0,-1-3 0,0 2 0,1 1 206,-1 1-177,0 3 1,6-1 0,0 0 171,3 1-181,-6-1 1,10 0 0,-3 2-1,3 2 1,2 1 586,-1-2-500,-5-1 0,4-1 0,-3 1 170,3 3-390,1-3 1,-4 0 0,-1-7-1,-3 1 1,-2-1-46,-2 1-97,-8-7 0,4 5-454,-2-3 32,-4-4-87,1 6 48,-7-7 0,-5-2-383,0-3-34,0 4 1,7-7 228,3 3 0,-4 2 1,4-7-1,-2-1 808,2-2 0,3-39 0,6-10 0</inkml:trace>
  <inkml:trace contextRef="#ctx0" brushRef="#br0" timeOffset="3">19313 253 7951,'0'-14'348,"0"-1"0,-2 1 617,-3 0 734,4-1-183,-6 7-775,7 2-798,-6 6 0,4 2 0,-4 2 551,0 6-321,4 9 0,-11-1 1,4 4-1,-4 0 0,-1-1 869,-1 0-802,1 4 1,-2-3-1,-3 5 271,-5-3-356,3 3 0,-6-4 0,4 5 1,-6 1-1,-3-2 662,-1-3-790,-7 3 1,10-9 0,-4 4-29,4-1 1,-2-2 0,2-7 0,6 0-126,6-3-355,1-6 18,15 4 144,-4-7-73,6 0 0,1-2-2129,4-3 1882,3 4 0,8-12 0,2 5 639,1 0 0,13-43 0,-2-5 0</inkml:trace>
  <inkml:trace contextRef="#ctx0" brushRef="#br0" timeOffset="4">17665 382 7946,'8'-6'-157,"-2"3"1,-4-5 0,1 0 2964,1 0-2085,1 4 0,-5-4 1,-1 5 363,-4-1-1009,-3-1 0,-2 5 0,1 0 0,-1 1 0,1 3 44,-1 0 1,2 3-142,-1-3 0,-4 0 1,5 5-1,-2 1-736,1-2 522,6 4 1,-9-8 0,8 5 0,1 2-405,1 2 630,2 1 0,0 1 475,0-1-378,0 0 1,6 1-1,4-1 1,3-1 0,1-2 384,0-2-213,1 1 1,-1 0 0,-1-1 50,-4 2 0,2-3 0,-4 0 1,-1 0 916,0 0-311,-1-5 296,-5 10-1013,0-5 1,-6 0 0,-4-3-1,-2-4 1,-3 1 564,1 3-833,0-4 0,-6 6 1,1-7-1239,2 0 325,1 0 0,2 0 0,-1 0-2065,1 0-760,0 0 2274,6 0 1530,1 0 0,33-32 0,6-8 0</inkml:trace>
  <inkml:trace contextRef="#ctx0" brushRef="#br0" timeOffset="5">17951 454 7923,'-6'-23'811,"4"-4"1,-9 11 0,6-3 2525,2 3-3110,2 8 0,1 4 1,0 8-1,0 6-300,0 3 180,0 1 1,0 7 0,0 1 0,0 2 0,0 0 0,-2 1 0,-1 2 365,-2 2-523,0-7 1,5 4 0,0-7 11,0-2 0,0-1 0,0-1 0,0-1 402,0 0 158,0-6-114,0 5 1,0-18 0,0 0 0,0-6 155,0-3-471,0-7 0,0-6 0,0-6-219,0 1 1,0 2 0,0 3 0,0 3-605,0 5-1102,0 3 0,0 1 323,0 1 359,0 6 0,2 3 0,3 10 1150,4 5 0,10 41 0,4 11 0</inkml:trace>
  <inkml:trace contextRef="#ctx0" brushRef="#br0" timeOffset="6">19700 540 6564,'-8'-7'1221,"-3"4"1,4-5 320,-1 2-681,5 1-604,-3 5 82,6 0-281,6 0 0,-3 0 1,7 0 89,1 0 0,2 0 0,3 0 0,1 0 300,2 0-362,7 0 1,-4 0 0,7 0 108,-1 0-124,7 0 0,-3 0 0,6 0 1,2 0-1,3 0 357,5 0-356,3 0 1,2 0-1,-1 0-40,2 0 0,-4 0-81,-3 0 0,-4 0 1,-3 0-1,-2 0-175,2 0 160,-11 6 0,4-4 1,-10 3-1,1-4 1,-1-1-134,3 0 285,1 0 0,-3 0 0,0 0-55,1 0 32,2 0 0,-3 0 0,-2 0 1,-1 0-1,-5 2 239,-5 3-205,2-4-103,-11 6 174,4-7-55,-6 0-300,0 0 210,-6 0-2039,4 0 1173,-4 0-3200,6 0 4041,0 0 0,-7 0 0,-1 0 0</inkml:trace>
  <inkml:trace contextRef="#ctx0" brushRef="#br0" timeOffset="7">21405 325 7965,'0'-8'1462,"0"0"1345,0 3-1895,0 3-519,0-4-202,0 6 0,0 8 0,0 5 0,0 6-29,0 3 1,0-3 0,0 5-1,0 2 163,0 1-269,-6 1 1,4 1-1,-3 0 5,4-1 0,1-4 1,0-1-1,0-1-163,0 0-20,0-4 0,0 2-421,0-5-299,0-1-77,0-6 421,0-2 1,0-7-2463,0-4 2044,0-3 1,0-6 915,0-1 0,5-22 0,3-10 0,0-4 0,0 0 0</inkml:trace>
  <inkml:trace contextRef="#ctx0" brushRef="#br0" timeOffset="8">21377 267 7970,'0'-14'2045,"0"5"-1451,0-1 1,0 5 0,1-3 471,4 2-908,-3-5 0,12 9 0,-1-3-133,4 4 0,9 1 1,-1 0-1,5 0-2,4 0 85,6 0 1,1 0 0,7 0-257,-2 0 90,-1 0 0,-4 0 0,-1 0 1,-4 0-1,-1 0-440,-3 0 500,-8 6 1,-3-4 0,-7 3 65,0-4 5,-6-1 0,-1 2 50,-7 2-138,0-2 1,0 6 57,0-3 133,0-4 1,0 12 0,0-3 0,0 2 608,0 3-630,0-1 0,0 0 0,1 2 291,4 3-368,-3-3 0,4 5 1,-6-5-1,0 2 0,0 1 352,0-2-343,7-1 1,-6 3 0,4 2-132,-4 1 65,-1-4 1,0 4 0,0-5-1,0 3 1,0-1-22,0 1 55,0-4 0,0 5 1,0-7 128,0 1-126,0-1 0,0 0 1,0 1-1,0-1 159,0 0-29,0-6 218,0 5-186,0-5 1,-1 0 0,-4-3 1091,-4-4-1046,-4-1 0,-3 2 0,-3 1-76,-5 2 0,0 0 0,-3-5 0,-5 0 260,-3 0-677,3 0 0,-9 0 1,3 0-738,-4 0 752,-1 0 0,0-5 0,2 0 0,3 2 0,6 1-1117,6 2 895,-1 0 0,11 0 0,-3 0-338,3 0-420,8 0 0,2-1-652,6-4 732,0 3 0,0-10-1176,0 2 2288,0-3 0,6-52 0,2-13 0</inkml:trace>
  <inkml:trace contextRef="#ctx0" brushRef="#br0" timeOffset="9">21391 339 7986,'0'-14'1227,"0"6"1,0 0-73,0 3-918,0 3 0,1-4 1,4 6 652,5 0-614,3 6 1,1 4 0,0 8 97,1 1 0,0 6 0,3-1 0,3 1 266,1-1-542,2 3 0,0-4 1,0 4 407,1-3-609,2 3 1,2-7 0,-2 4 0,-2-5 0,-2-3-290,-3-1-353,0-1 1,-1-6-911,0-3 629,0-4 0,-5-1 0,1-1 0,-3-4-1590,-2-5 2616,3-9 0,-8-24 0,-2-12 0,4-8 0,0 1 0</inkml:trace>
  <inkml:trace contextRef="#ctx0" brushRef="#br0" timeOffset="10">21993 282 7986,'6'-8'648,"-4"-5"-431,3 4 636,-4 2 1,1 1-1,1 4 878,2-3-924,-1 4-638,-4-6 0,-6 14 0,-3 4 432,-4 6-402,-8 6 0,4 1 0,-6 1 0,1 4 0,0 3 590,-4-1-649,6 0 0,-6 2 1,5 2 347,-1 2-515,-2-5 1,0 3-1,2-8 1,0-2 0,1-2-140,0-3 13,2-1 0,0-4-952,0-1 1,0-1-500,5-4-256,-1-2 0,7-6 321,3 4 1539,10-3 0,35-15 0,14-11 0</inkml:trace>
  <inkml:trace contextRef="#ctx0" brushRef="#br0" timeOffset="11">22580 439 8164,'7'-8'916,"-6"-4"1,4 2 694,-3-3-1468,-2 5 1,-7 2 0,-2 6 0,-4 0 0,-1 0 369,-1 0-599,1 0 0,0 0 0,-1 0 0,1 2-109,0 2 94,6-2 1,-3 11-1,4-5 1,1 1 0,0 1-326,2 1 408,-4 2 0,5-4 0,-5 1 208,2 1-132,1 2 1,5-4 0,0 1-1,0 1 269,0 2 1,0 1 1,2 0 0,2-1-49,6-3 1,3 1-1,0-5 1,-2 1 583,-2-1-709,1 5 0,4-8-238,0 7 549,-6-7-68,5 3-652,-11-6 1,3 2 0,-10 1 67,-5 2-788,-3 0 1,-1-5-1,0 0-2990,-1 0 3399,1 0 565,6 0 0,2-13 0,6-3 0</inkml:trace>
  <inkml:trace contextRef="#ctx0" brushRef="#br0" timeOffset="12">22752 482 8000,'0'-14'785,"0"0"-110,0-1 0,0 1 195,0 0-318,0 6-482,0 1-25,0 7-373,0 0 461,7 0-71,-6 0 1,11 2 523,-8 3-432,7-4 0,-3 6-22,7-7-49,-1 0-481,-6 0 308,5 6 0,-10-3 0,5 7-80,-2 1 239,-1-5 1,-5 7-130,0-3 235,0 2 1,0 3 0,0-1-1,0 0 464,0 1-384,0-1 1,-6 0 45,-4 1 4,-3-1 1,1-4 0,1-1 388,1 2-400,0-4-83,2-1-100,8-6 0,10 0 0,9 0 0,7 0 0,4 0 521,3 0-531,7 0 1,-8 0 0,5 0 134,-2 0-203,-8-6 0,-2 4 0,-6-3 0,-1 4-41,-2 1-2819,-8 0 113,-2 0 1,-17 0 2713,-3 0 0,-42 0 0,-6 0 0</inkml:trace>
  <inkml:trace contextRef="#ctx0" brushRef="#br0" timeOffset="13">21663 1170 7996,'0'-14'312,"0"0"1,0 4 0,0 0 0,0-1 1778,0-1-1651,0 4 0,0 3 198,0 10-485,0-4 0,0 12 0,0-3 1,0 4-1,0 3 728,0 2-716,7 1 0,-6 0 0,4 3 56,-3-1 0,-2 5 0,0-2 1,0 6 370,0 2-491,0 1 0,4-4 0,1 2 370,-2 1-460,-1 7 1,-2-10 0,0 5-1,0-1 1,0-1 78,0-1-93,0-2 1,0-1 0,1-2 178,4-3-167,-3 3 0,4-11 0,-6 3 0,0-3 1,0 0 319,0 3-269,0-10 0,0 10-46,0-9 53,0-4-505,0 7-39,0-11-181,0 4-507,0-6 1,0-1-1621,0-4 883,0-3 1902,0 0 0,-13-11 0,-2 3 0</inkml:trace>
  <inkml:trace contextRef="#ctx0" brushRef="#br0" timeOffset="14">21362 2030 7960,'0'-8'872,"0"0"1,0 3 2128,0-4-2243,0 2-451,0 1 0,0 8 0,0 2 0,0 6 0,0 4 1372,0 5-1363,0 4 1,0 1 0,0 0-152,0 1 1,-5 2 0,1 2 0,0-1 209,3 1-500,1 0 0,0-5 0,-2-2 2,-2-1 0,2 2 0,-3-3-2255,4-3 142,1-1-472,0-8 1918,0-2 0,0-9 0,0-5 790,0-6 0,10-33 0,5-13 0,1-3 0,0 0 0</inkml:trace>
  <inkml:trace contextRef="#ctx0" brushRef="#br0" timeOffset="15">21420 2073 7960,'0'-14'198,"6"-1"0,-4 1 0,2 0 1992,-2-1-1542,-2 7 1,5-4 180,-1 2 1,8-3 0,-3 1 502,4 2-1134,1-3 0,7 10 0,3-5 203,3 2-416,8 1 0,3 5 0,8 0 0,5 0 0,2 0-215,1 0 183,5 0 1,-8 0 0,5 0-724,-4 0 570,4 6 1,-18-2 0,0 4 0,-7 0-706,-8 0 715,-2-5 123,-13 9 25,-2-10 0,-6 6 54,0-3 312,0-4 0,-4 7 382,-1-3-482,0 3 1,5 6-1,0 2 1,0 2 745,0 1-852,0 0 0,0 0 0,0 2 277,0 1-379,0 2 0,0 5 1,0-1-1,0 1 1,0 0 71,0-1-89,0-5 1,0 4 0,0-5-105,0 0 116,0 5 0,0-9 0,0 4 0,0-1 103,0-4-64,-6-1 1,4-6 60,-3-1 137,4 1 1,-1-2 0,-3-3 1399,-4-4-1335,-4-1 0,-1 0 1,-2 0 24,-3 0-344,-4 0 1,-10 0 0,-2 0-1,-2-1 1,-4-2 210,-5-2-639,1 0 1,-9 0-1,6 0 106,2 2-158,8 2 1,-2 1 0,8 0 0,5 0 0,6 0-1827,6 0 243,7 0 194,-5 0 246,11 0 0,-4-2 1629,6-3 0,-13-41 0,-3-16 0</inkml:trace>
  <inkml:trace contextRef="#ctx0" brushRef="#br0" timeOffset="16">21520 2087 7960,'0'-14'2947,"0"5"-2546,0-1 1,1 7 0,4 0 279,5 6 1,3 6 0,2 9 0,5 3 638,3 1-1041,5 2 1,0 4 0,1 1 30,0 0 0,4-1 1,0-1-1,-2-1-109,-6-2-406,2-7 0,-6 9 1,3-7-578,-5-2-101,-3-1 1,-3-6 0,-2-2-1,-2-2-1976,2-3 2507,-4-1 1,-1-4-1,-6-2-632,0-6 686,7-9 1,-6-5 0,5-9-1,-1-6 1,2-2 297,1-2-88,1 0 1,4 6-1,-2 4-356,-1 3 939,-7 7 0,5 0 0,-5 7 1636,2 3-1178,-1 8 1,-4 0 448,0 10-1087,0-3 1,-6 12-1,-3-1 1,-6 4 0,-2 2 1415,-2 2-1301,-7 1 1,4 7-1,-7 0 304,1-1-688,-1-5 1,0 4-1,2-3 1,2 3 0,1 0-415,-2-3 240,-1 3 1,3-11 0,2 3-140,1-3-1596,2-2 1,6-4-3459,4-1 4756,3-6 0,13 2 565,8-10 0,22-17 0,10-8 0,7-5 0,1 0 0</inkml:trace>
  <inkml:trace contextRef="#ctx0" brushRef="#br0" timeOffset="17">22609 2087 7960,'0'-14'727,"0"0"445,0-1 0,0 6-339,0-1-222,0 7-51,0-3 1,-1 7-436,-4 4 1,-2-2 0,-4 5-1,2 0 199,-2 0-271,-2 2 1,-2 4-1,1 0 1,1 1-133,4-1-192,2 0 0,3 1 80,-1-1 173,0 0 0,5 1 0,0-1 0,2 0 0,2 1 380,6-1-341,3 0 0,0-4 1,-2-1 27,-2 3 1,1-4 0,3 1 100,-4 2 77,4-4 0,-12 1 0,4-4 12,-3-2 1,-9 9 0,-2-6 0,-5-2-1,-4-1-594,-1-2-253,-7 0 0,10 0 0,-4 0-1396,-1 0-817,5 0 2821,-5 0 0,58-32 0,12-8 0</inkml:trace>
  <inkml:trace contextRef="#ctx0" brushRef="#br0" timeOffset="18">22795 2087 7960,'8'-14'1631,"4"5"-957,-8-1 0,6 5 1,-4-3-1,2 2 532,3 3-1065,2-5 1,1 6 0,1-3 38,-1 4 0,5 1 0,2 0 0,0 0 317,-1 0-422,-1 6 0,-4-3 0,-1 5 1,-1 0-1,-2-1-602,-1-1 399,-7 5 1,3-8 0,-6 7-190,0 1 325,0 2 0,-2 1 1,-2 0-1,-6 1 14,-3-1-127,-1 0 1,5-4 0,1 0 0,0 1-813,0 1 920,4-4 0,0 5 0,7-3 227,2 2-38,6-4 0,-3 5 0,8-3 0,1 1 0,2 0 895,-1-2-977,-2 1 1,-2 0 0,-1-1 0,-2 1 535,-2-2-1081,-5 4 0,2-8-872,-6 5 842,-6-6 1,-4 4 0,-7-6 0,-4 2-1,-1 4-3204,-4 1 3669,-1-5 0,-40-3 0,-9-8 0</inkml:trace>
  <inkml:trace contextRef="#ctx0" brushRef="#br0" timeOffset="19">20803 2016 7793,'8'0'2759,"-1"-2"-709,-7-3-946,0 4 1,0-7-806,0 3 1,-2 3-1,-3-2 1,-4 2-118,-4 2-58,-1 0 1,-7 0 0,-5 0-81,-5 0 0,-12 0 0,-10 0 0,-6 0-277,-8 0 180,0 0 0,26 0 0,0 0 1,-37 0-1934,-2 0 1956,39 0 0,1 0 1,-3 0-1,1 0 0,1 0 1,1 0-1,-35 0 0,7 0-873,6 0 907,9 0 0,1 0 0,9 0 0,6 0 0,7 0 8,6 0-44,-3 0 1,6 0 0,-3 0 41,5 0-594,9 0 0,-2 0 1,2 0 54,-3 0-380,5 0 1,0 0 0,4 2-463,-6 2 1079,4-2 1,-7 4 291,4-6 0,-27-2 0,-11-2 0,-4 0 0,0 0 0</inkml:trace>
  <inkml:trace contextRef="#ctx0" brushRef="#br0" timeOffset="20">18324 1858 11909,'8'0'279,"5"0"1,-4 0 0,4-1 0,3-3 0,3 0 0,6 0 452,7 3-703,5 1 0,6 0 1,0 0-1,0-2 0,-2-1 1,-3-2-1,-3 2-228,1 1-1,-8 2 186,1 0 1,-2 0 0,-8 0 73,-1 0 205,-3 0-119,-7 0 5,-1 0 1,-9 0 147,-3 0-215,4 0 0,-6 2 0,6 1 423,-4 2-322,4 0 1,-6 1-1,7 4 1,0 2 540,0 3-550,0-1 1,0 0-1,0 1-95,0-1 0,0 5 0,0 2 0,0 1-86,0 4 78,7 1 0,-6 1 0,4 1-75,-4 0 1,-1-1 0,0 1-1,0 0-60,0-1 74,7 1 1,-6-5 0,4-2-14,-3-1 1,-2-2 51,0-5-1511,0 1 73,0-7 0,0-4-616,0-8 337,0-4 0,-5-7 1666,0 1 0,-21-26 0,-10-11 0,0-4 0,0 0 0</inkml:trace>
  <inkml:trace contextRef="#ctx0" brushRef="#br0" timeOffset="21">18467 1901 7982,'0'-8'1707,"0"0"-709,0 3-76,0-3 0,0-1 53,0-1 1,-1 7-837,-4-2 215,3 4 1,-4 2-69,6 4 0,-5 5 1,0 7-1,2 2 585,2-1-687,-6 4 0,6-1 0,-4 4 266,3-1-442,2 0 1,-5 0-1,1 0 1,0 0 0,3 0 160,1 0-254,0-7 0,0 10 1,0-5 71,0 1 1,0-1-1,0-5 1,0 4-46,0 1-96,0-4 0,-2 3 0,-1-7-50,-2 0 0,-1 1 0,3-1-344,-2 0 261,0-6 350,5 5 0,3-11 174,7 2-145,-1-2 0,17-2 1,-4 0 152,5 0 1,-1-5 0,9-1 0,-2-1 206,1 1-486,-1 1 0,-4 1 0,-1-1-129,1 2 0,-2-1 0,-1 1 0,-4-2-254,-1 2 178,-2 2 1,-10 1-1771,1 0 342,-7 0 243,3 0 1,-7 0-29,-4 0 0,-3 0 1452,-6 0 0,-18-18 0,-8-9 0,-3-1 0,0 0 0</inkml:trace>
  <inkml:trace contextRef="#ctx0" brushRef="#br0" timeOffset="22">18453 2087 7961,'0'-8'721,"-5"-4"0,0 2-234,2-3 1,2 4 0,1-1 287,0-1 575,0 5-1013,0-1 0,6 7 0,2 2 246,0 3-413,5 3 1,-5 6-1,6 2 131,0 3 0,1-1 1,-1 6-1,0-1 561,0 0-721,7 4 0,-5-7 0,5 6-78,0-2 1,-4-5 0,5 3 0,-1-1-9,-3-4-271,-3-1 0,0-6 0,-1-2-518,0-2 1,-4 1-362,0-3-23,-7-2 1,3 3 355,-6-10 1,0 2-1,0-7 762,0-1 0,-13-65 0,5 29 0,0 0 0</inkml:trace>
  <inkml:trace contextRef="#ctx0" brushRef="#br0" timeOffset="23">18854 1944 7961,'0'-8'1175,"0"-5"1,0 10-252,0-6-236,0 5-365,0-2 1,0 8-5,0 2 0,-1 0 0,-3 7 1,-2 3 935,-2 4-948,5 1 0,-10 1 0,4 4 0,-4 2 0,-3-1 1126,-3-1-1041,3 0 1,-10 5-1,6-1 279,-3 1-598,-1 0 1,1-5-1,-1-1 1,0 1-1,2-1-93,2-4-65,5-10 0,0 2-1584,1-6 289,6 6-4,2-9 1,7 4 0,5-6-62,9 0 0,1 0 1445,8 0 0,31-51 0,-20 20 0,-1-1 0</inkml:trace>
  <inkml:trace contextRef="#ctx0" brushRef="#br0" timeOffset="24">18754 798 8076,'0'-23'58,"0"-2"0,0 6 0,0 0 0,0 0 0,0-1 758,0 3-397,0 1 0,5 2 0,1-1 0,0 1 1520,1 0-1176,4-1-436,-10 7-277,6 2 0,-7 8 1,0 2 373,0 6-249,0 3 1,0 1 0,1 0-15,4 1 1,-3 1 0,3 1 0,-4 4 138,-1 1-108,0-4 0,2 9 1,1-5-36,2 0 1,-1 5 0,-4-3 0,2 3 460,3 2-481,-4 0 0,6 4 1,-7 2 88,0 2 0,0-4 0,0 5 0,0 2 119,0 2-305,0-6 1,0 4 0,0-5 61,0 2 1,0-5-1,-2 1 1,-1-3-135,-2-1 41,0 0 0,5-1 0,0-1-10,0-3 1,0 2 0,0-6 0,0 1 17,0 0-19,0 4 0,0-9 0,0 5 19,0 0 0,0-6 0,0 5 1,0-5 82,0 0-110,0-1 1,-1 0 0,-2 1 57,-2-1-68,0 0 1,5-4 29,0 0 144,0-1-53,0-1-212,0-2 0,0-7-1553,0-4 1032,0-3 0,7 0 0,0 2-4311,1-1 4943,5-1 0,21-38 0,12-8 0</inkml:trace>
  <inkml:trace contextRef="#ctx0" brushRef="#br0" timeOffset="25">17292 1944 7986,'6'-8'558,"-4"2"1,6 1 0,-5-1 0,2-2 1653,-2-3-1648,-1 4 1,-4-4 0,-3 6-127,-4 2 0,-9 1-321,-1 2 0,-2 0 0,4 2 0,-2 1-81,1 2 1,2 6 0,2-3 0,1 2-213,4-1 111,-4 1 1,11-1-1,-2 1-128,2 1 229,2 2 1,6 1 0,4 0 0,4 1 0,5-1 209,5 0-80,3 1 0,-3-1 0,0 0 47,2 1 0,-6-1 1,-1 0 471,-3 1-400,-8-1 0,-1 0 488,-7 1-687,-7-1 0,-5-4 0,-9-2 0,0-2 0,-1-3 391,0-1-926,4 4 1,-7-4 0,5 2-2262,3-2 916,1-2 0,6-2-2481,1-2 3609,12-4 0,3-5 666,14 3 0,17-10 0,8-4 0,2 0 0,0 0 0</inkml:trace>
  <inkml:trace contextRef="#ctx0" brushRef="#br0" timeOffset="26">17493 1958 8237,'6'-14'643,"-4"0"1,4-1 1345,-6 1-994,0 6-531,0 2 0,0 7 0,0 6 1040,0 7-1059,6 0 0,-4 13 0,3-3-65,-4 3 0,1-3 0,1-1 0,2-1 141,-2 0-690,5-4 0,-5 2 0,5-5 111,-2-1 1,6-6 0,-3-3-1,4-4-34,1-1-28,1 0 0,-1-8 1,0-4-255,1-6 383,-1-7 1,-1 2 0,-2-4 0,-2 2 0,1 3 392,-2 1-231,-2 2 1,-1 9 68,0 1-666,0 5 1,-5 0 0,0 8 0,0 8 454,0 5 35,0 5 1,0 2 0,0 0 54,0 2-520,0-6 0,-5 6 1,0-7-1,2-2 0,1-1-3684,2-1 3293,0-1 792,0 0 0,13-6 0,3-1 0</inkml:trace>
  <inkml:trace contextRef="#ctx0" brushRef="#br0" timeOffset="27">19485 1887 7940,'-15'0'692,"6"0"0,-1 0 0,-1-2 1928,-2-3-2226,5 4 0,-4-6 1,4 9-1,-2 3 614,1 4-997,5 4 1,-4-3 0,5-1 0,-1 2-1,0 2-243,3 1 100,1-6 0,0 5 1,1-5-7,4 0 0,3 3 0,6-6 0,1-2 106,-1-1 113,0-2 0,1 0 1,-1-2 189,0-3 0,1 2 1,-1-6 570,0-2-627,-6-2 0,-1 3 1,-6 2-189,4 2 1,-3-5-537,2 1 258,-2 4 0,-8-1 57,-4 7 0,-3 0 1,-1 0-1,0 2-505,-1 3 591,7 3 1,-3 1 0,5 1 42,-2 1 0,5 2 0,-2 1-83,3 0 221,2 1 0,8-2 0,5-2-25,5-2 0,2-6 0,-1 2 0,4-3 45,-1-2 49,-1 0 1,-2-2 0,0-3 107,-2-4 0,-5-2 0,-4 0 0,-2 1 353,-3-1-459,-1-2 1,-2-1-278,0-1 0,-5 6 1,-1 1-1,-2 2-632,-4 2 654,-7 3 0,3 1 0,-3 0-91,3 0 0,7 6 1,-1 4-1,1 2-361,1 3 460,1-7 0,3 4 1,-1-2 74,2 3 1,3 1 0,4-1 0,8-2 266,5-1 131,-1-7 0,11 3 0,-3-6-136,3 0 0,0 0 0,-1-2 1,-4-2 352,-1-6-429,-2 4 0,-5-7 1,-1 4-158,-4-4 1,2 3 0,-6 1-561,-2-2 39,-1 4-853,-2 1 1210,0 6 1,-5 1 0,-1 3 0,0 2-1,-1 2-654,4 3 773,-5 2 1,6 1 0,-2 0 377,2 1-207,2-1 0,6-4 1,4-2-1,4-2 0,5-1 477,5 1-245,3-4 1,2 2 0,0-8-79,-1-6 1,-1-3 0,-3-1 0,-5 0 491,-3-1-739,-1 1 1,-3 0-1672,-2-1 0,-4 1-3307,-6 0 3873,0 6 1071,0 1 0,-31 14 0,-9 1 0</inkml:trace>
  <inkml:trace contextRef="#ctx0" brushRef="#br0" timeOffset="28">19877 1962 7899,'8'-14'-41,"3"-1"1,-6 1 1464,-2 0-1280,-2 6 1,-7 2-1,-4 6 1,-4 0 0,-3 0-1,-4 0 1,-1 0 479,-3 0 0,0 0-548,1 0 1,3 0 0,7 1 0,0 3 225,0 0-273,6 7 1,5-3-1,12 6 1,13 1 0,13 0 387,12 4-364,7-9 0,9 9 0,5-11 16,7 0 0,-1-2-16,6-6 1,-12 0 0,-5-2 0,-12-2 413,-13-6-356,-6 4 0,-12-7 0,-6 4 0,-9-4 1,-10-1 380,-9 0-607,-6-1 1,-15 1-1,-5 0-825,-6 0 763,-4 6 0,-13 2 1,-5 6-1,-5 0 0,-1 1-636,4 4 787,-1 3 1,19 8-1,0 1-344,6 2 397,16 6 1,10-9 0,15 3 0,7-3 0,9-2 81,12 0-50,10 0 0,18 1 1,6-1 50,8 0 1,10-4 0,-35-6 0,1-1 0,1 1 0,0-1 72,0-1 0,1-1-157,0 0 0,-1-1 0,37-6 1,-3-3 170,-3-4-76,-21-1 1,-8 0 0,-25-1 0,-9 1-1,-9 0 989,-5 0-1182,-17-7 1,-11 4-1,-15-7-356,-5-1 244,-22-2 1,3 0 0,27 15-1,-1 2 1,1 2 0,0 2 0,0 2-1,1 1-422,-1 2 0,1 1 506,0-1 0,0 2 1,-32 10-1,8 5 29,14 4 1,13 4 0,9 4-1,7-1 86,10-3-12,6-3 1,20-7-1,7 0 103,7 0 86,8 7 0,11-7 0,10 2 0,8-7 0,5-2 470,5-4-607,-30-2 1,1-1-1,31 0 1,-33 0-1,0-1-859,37-4 905,-37 2 1,-2-2 0,27-11-1,-6-1 1,-17-2 0,-20 0 425,-14-2-246,-9 6 0,-10-7 0,-10 3-422,-13-5-89,-7-3 1,-17 3-1,-7 2 1,-10 3 0,-5 7-908,-1 5 914,1 6 0,9 2 0,2 6-913,6 7 1069,2 6 1,15 10-1,9 2 1,12 1 0,10-1 161,5-2-43,3-2 0,18-1 0,7-2 546,10-1 1,8-7 0,11 2 0,7-4 133,4-6-477,8-3 0,-5-6 0,5 0 232,-2 0-425,0-6 1,-1-3-1,-6-9 1,-10-2 0,-13-1 489,-9 1-137,-7-6 0,-13 9 0,-9-7 81,-11-1-734,-13-2 0,-12-1 0,-10-1 1,-5 1-1,-6 1-1314,-3 3 1325,1 10 1,9 8 0,1 7-124,2 4 0,3 9 1,8 10-1,5 4-172,3 6 498,8-4 1,3 9 0,10-6 168,4-1 10,3-9 0,9 4 0,5-5 0,9-1 0,10-5 749,9-5-720,6-8 1,17 8 0,5-8 469,6-4-580,-1-6 0,-32 0 1,0-1-1,36-11 1,-1-4-1,-5 0 461,-11-1-402,-20 0 1,-15-4 0,-15 0 617,-6-1-838,-15 1 1,-6-1 0,-18-1 0,-8-1 0,-9-3-782,-8 3 275,-4 7 1,-8 10 0,1 11-1723,0 6 2134,7 5 0,-3 14 0,10 6 0,8 7 0,8 3-1068,8 0 1424,9 0 1,10 3 0,9-3-106,4-5 0,9-3 0,6-3 0,11-3 273,12-5 11,7-4 1,21-7 0,7-3-93,-30-3 1,0-2-167,37-13 1,-32 9-1,-1-2 1,-6-3-1,-1-2 1,32-10-1,-12-2 399,-15-4 117,-14 5 1,-16-5-1,-11 5 1633,-6 0-2350,-11-5 1,-15 0 0,-8-6 0,-4 1 0,-2 4-2101,0 4 1708,-6 3 0,5 14 1,-3 3-1,4 8 1,5 7-3671,5 6 3061,9 5 1106,10 13 0,-2 0 0,10 6 0,6 1 0,6 7 0,4 5 0</inkml:trace>
  <inkml:trace contextRef="#ctx0" brushRef="#br0" timeOffset="29">20844 10620 7726,'0'-15'366,"0"1"0,1 0 1317,4 0-213,-3 6-204,4-5-1191,-12 12 1,2-4-1,-4 10 1,1 4 537,-1 4-495,5 7 0,-9-2 0,6 4 0,0 0 1,-2 0 171,0 3-248,-1-4 0,-1 4 1,2-4-64,2 1-8,1-5 0,0 4 1,1-7-1,0 0-1116,3 0 515,1-6-60,0-1 1,5-20 0,1-4-449,2-4 945,1-6 1,6 3-1,-1-7-138,0-2 310,0 0 1,0 3 0,1 0 0,-1-1-1,0 6 1195,0 3-750,-6 3 1,5 7 615,-4 2-781,4 4 0,0 12 1,-2 4-1,-2 4 1,1 5 1154,-2 4-1078,4 11 0,-9-4 0,5 3-45,-1-3 0,2-2 0,-4 1 0,-1-1 208,3 0-479,-6-5 0,7 2 0,-5-6-457,2-2-733,0-1-351,-5-8-986,0-2 1269,0-6 564,-6-6 0,2-2 0,-5-6 674,-2 0 0,-40-32 0,21 19 0,-1 0 0</inkml:trace>
  <inkml:trace contextRef="#ctx0" brushRef="#br0" timeOffset="30">20829 10762 7848,'-7'0'1774,"0"-2"7,7-2-25,0 2-1225,0-4-588,7 6 0,2 0 0,8 0-356,2 0 0,2 0 0,-2 0 0,3 0-2100,0 0 1931,5 0 0,-10 0 0,7 0-869,1 0 1451,-4 0 0,-1 0 0,14-19 0,3-5 0</inkml:trace>
  <inkml:trace contextRef="#ctx0" brushRef="#br0" timeOffset="31">21213 10591 7737,'8'-20'-231,"3"4"1,-4-5-277,0 1 1649,-3 4 1,4 0 1359,-4 7-1106,-2 6-1178,4-4 1,-6 9-1,0 3 216,0 4-48,0 4 1,0 7 0,0 2 0,0 2-1,0 1 889,0 5-1176,-6-1 1,4 6-1,-2-9 302,2-2-458,2 3 0,0-5 0,0 5 0,0-3 0,0-4-837,0 1 516,0-12 0,2 13-1887,2-12 1604,4-1 1,2-9 0,-1 0-1,2-1 1,2-4-2024,1-5 2370,-6-2 1,3-9-1,-6-2 314,-2-4 0,-20-27 0,-7-6 0</inkml:trace>
  <inkml:trace contextRef="#ctx0" brushRef="#br0" timeOffset="32">21228 10677 7737,'-15'-7'1532,"1"6"-722,0-4-378,6 3 0,0 2 565,3 0 0,5 0-251,0 0-679,7 0 1,7 0 0,0 0-358,0 0-161,7 0 1,-4 0 0,5 0-1,0 0 1,-1 0-3594,0 0 3506,-3 0 1,-3 0 537,-1 0 0,25-6 0,7-2 0</inkml:trace>
  <inkml:trace contextRef="#ctx0" brushRef="#br0" timeOffset="33">22010 10435 7737,'12'-2'479,"-1"-1"749,-1-2-481,-7 1 464,3 4-631,-6 0 0,-6 0-180,-4 0 1,1 6 0,-4 2 0,-3 1 626,1 1-957,-1-1 0,2 4 0,-1-2 141,1-2-328,0 1 0,1 4 1,4 0 172,4 1-113,4-8 1,2 5 0,4-6 0,6 0 0,5 2-437,3 0 480,6-5 0,-3 8 1,7-4-13,-1 0 64,-6-3 0,3 3 1,-6-3-1,-3 2 211,-5 2 36,-5 1 1,-7 6 16,-4-1-125,-9 0 1,-3-5-1,-6-1 1,1 0 0,2-1-250,-1-1-307,-4-1 1,9-4 0,-3 2 77,3 2-806,2 0 1,0-5 0,1-2-2528,4-2 2711,3 2 922,6-11 0,37-14 0,11-10 0</inkml:trace>
  <inkml:trace contextRef="#ctx0" brushRef="#br0" timeOffset="34">22294 10463 7765,'0'-14'932,"0"-5"-549,0 0 730,0 0 0,-2 11 0,-1 5 872,-2 6-1692,1 5 0,4 8 0,-2 1 107,-3 2 1,4 2 0,-4-4 0,3 2 191,2-1-713,0 4 0,0-7 1,0 4-91,0-3 1,5-6 0,1-2 0,2 0-374,3-1 136,2-3 1,1 2-1,1-8-216,-1-2 613,0-4 1,0-7 0,0 0 0,1-3 0,-3-2-137,-2-2 640,2-2 1,-8 2 0,3 3-12,0 3 98,-3 2 0,1 4 0,0 4 204,-2 4-468,-1 6 0,-4 11 0,-1 4 621,-2 5-692,0 3 1,4 1 0,-2 1-1,-2-1 1,2-1 480,1-3-581,2 3 0,0-7 1,0 4-196,0-5-156,-6-3 1,4-2-1,-2 0-752,2 0-1572,2-6-169,0-2 1399,0-6 0,0-6 1340,0-3 0,6-42 0,2-10 0</inkml:trace>
  <inkml:trace contextRef="#ctx0" brushRef="#br0" timeOffset="35">23019 10577 7726,'0'-8'2867,"-5"-5"-926,0 4-2034,1 3-4416,4-7 4509,0 11 0,-19 40 0,-5 18 0</inkml:trace>
  <inkml:trace contextRef="#ctx0" brushRef="#br0" timeOffset="36">22976 10776 7726,'0'8'3529,"0"-2"-2743,0-6 840,0 0-1484,7 0-1633,-6 0-44,6 0 1535,-1 0 0,14-12 0,10-4 0</inkml:trace>
  <inkml:trace contextRef="#ctx0" brushRef="#br0" timeOffset="37">23829 10278 7712,'-8'0'2930,"1"0"-393,2 0-2322,3 0 1,7 0-1,11 0 1,4 0-1,6 0 1,-1 0 257,-1 0-529,2-6 0,-3 5 0,5-4 0,0 3 0,-1 2-931,-3 0 0,1 0 0,-6 0-2736,-1 0 2117,-9 0 1606,-3 0 0,-18 0 0,-6 2 0,-2 3 0,-7-4 0,6 7 0,-2-5 0,4 2 98,3 0 0,2-1 0,0 1 0,-1 0 2443,1 1-1638,6-4 0,0 10 1097,4-2-1593,2-4 0,-4 7 0,6-4 0,0 4 0,1 1 996,4 0-1335,-3 1 0,5 4 0,-3 0 344,0-2-591,7 5 1,-9-6 0,3 4 0,-4-1-1,-1 0-953,0-1 770,0-9 0,0 4 1,0-4-1140,0 4 1212,-6-5 1,3-2-1,-7-4 1,-1 1 0,-1 2-413,-3-2 616,1-2 0,5-1 478,-1 0-137,7-6 1,-3 3 0,7-5 1367,4 2-1274,3 1 0,11 5 0,0 0 346,-2 0-630,5-6 0,-6 4 1,5-3-1,-2 4 0,0 1 34,-2 0-868,-1 0 0,-2 0 0,0 0 0,1 0 0,-1-2-2721,0-3 3012,0 4 0,-4-6 477,-1 7 0,-12 0 0,1 0 0</inkml:trace>
  <inkml:trace contextRef="#ctx0" brushRef="#br0" timeOffset="38">24270 10350 7713,'0'-10'65,"0"1"0,0-2 452,0-2 0,0-1 1,0-1 660,0 1 87,0 6-432,0-4 1,2 10-244,2-3-161,-2 10 1,4 8-1,-6 7 314,0 2-445,0 2 1,0 5 0,0-1-1,0 0 1,0 1 596,0-1-754,0 1 0,0-2 1,0-2 293,0-1-545,0-1 0,0-1 0,2-3 0,1-3 0,2-2-1383,-2 1 491,-1-8-1453,4 0 1879,2-7 0,4-2 0,-1-3 0,-1-4 0,-1-4-3592,-1-1 4168,5 0 0,-18-57 0,4 28 0,1 1 0</inkml:trace>
  <inkml:trace contextRef="#ctx0" brushRef="#br0" timeOffset="39">24242 10449 7713,'-15'0'1124,"6"0"271,0 0-376,5 0 0,0-5 0,8 1 886,6 0-1753,2 3 0,3-1 0,0-1-435,4-2-98,-3 1 1,10 4 0,-8 0 0,1 0 0,0 0-1688,0 0 1415,0 0 0,-4 0 1,-1 0 652,0 0 0,6 0 0,3 0 0</inkml:trace>
  <inkml:trace contextRef="#ctx0" brushRef="#br0" timeOffset="40">24953 10278 7743,'7'0'3936,"0"0"-3314,-7 0 1495,0 0-1294,6 0 1,-4 2 0,2 3 398,-2 4-949,4 10 1,-4-3 0,3 5-67,-4-1 0,-1 1 0,0 4 0,0-1 299,0 1-686,0-5 1,0 6 0,0-6 0,0 1 0,0-1-1254,0-2 312,0-9 1,0 4-1444,0-4 1691,0-2 1,2-1-1,1-8-2231,2-2 2480,6-4 624,-10-13 0,13-20 0,4-9 0,-2-8 0,0 0 0</inkml:trace>
  <inkml:trace contextRef="#ctx0" brushRef="#br0" timeOffset="41">25180 10236 8314,'8'-8'2376,"-2"0"-696,-6 3-208,0 4-715,0-6 0,0 14 0,0 4 1,0 5 816,0 3-1155,-6 6 1,4-3-1,-2 6 363,2 1-700,-4-1 1,4 1 0,-3-1 0,4-1 0,1-2 94,0-1-266,-6 0 1,4-2-1,-3-3 1,4-4-1,1 0-1619,0-1 852,0-6 1,0 0-1403,0-4 1387,0-2 0,0 3 0,1-10-1469,4-4 1456,-3-10 0,9 3 884,-7-3 0,-8-22 0,-6-10 0,-2-3 0,0-1 0</inkml:trace>
  <inkml:trace contextRef="#ctx0" brushRef="#br0" timeOffset="42">24967 10421 7747,'-14'0'600,"6"0"1,-5-5 952,4 0-872,-4 0 1,5 4-1,5-2 1,6-2 1477,7 2-1974,2-5 1,9 6 0,2-2-143,4 2 1,-3-3-1,0 1 1,-1 0-121,-1 3-330,-1-6 0,-5 6 0,1-4-923,2 4-34,0 1 1,-5 0 0,0 0-1900,1 0 3263,-7 0 0,-65 25 0,17-9 0,1-1 0</inkml:trace>
  <inkml:trace contextRef="#ctx0" brushRef="#br0" timeOffset="43">24910 10534 7747,'-14'0'179,"1"2"1,2 1 1224,2 2-832,5 0 0,-4-5 81,4 0 1,4 0-1,0 0 1,9 0 1037,9 0-1509,4 0 1,6-5-1,2 0 241,3 2-833,-3-5 0,10 6 0,-5-4 1,-1 1-1,1 1-2377,-3 1 2208,-2-5 1,-2 6 0,-1-3 0,-3 4 0,-5 1 578,-4 0 0,-19-19 0,-6-5 0</inkml:trace>
  <inkml:trace contextRef="#ctx0" brushRef="#br0" timeOffset="44">25578 10250 7747,'0'-14'701,"0"-7"1,0 5 113,0-2 1856,0 2-1334,0 8-1004,0 2 0,0 21 0,0 6 0,0 3 1300,0 2-1351,0 1 0,0 2 1,0-1 197,0 1-386,0-1 1,0-1-1,0-2 1,0-3-1,0 0 368,0 0-372,0-10 0,0 6 599,0-8-842,0-4 0,0-1 0,0-10-324,0-4 38,0-4 1,2-7-1,1-4 1,2-3-1,-2-3-907,-2-3 1037,-1 3 1,0-10 0,0 7-493,0 2 0,0 5 0,0 4-1164,0 2 1325,0 7 0,0 8 1,0 10 639,0 5 0,-6 53 0,-2 14 0</inkml:trace>
  <inkml:trace contextRef="#ctx0" brushRef="#br0" timeOffset="45">21810 11686 5994,'0'-8'220,"0"0"404,0 3-220,0 4-20,0-6 0,0 6 0,2-2 442,3-2-306,-4 0-205,6-1 0,-7 3 5,0-7 33,0 7-136,0-3 0,0 4-120,0-3-90,0 4 1,-2-5-36,-3 6 87,4 0 0,-12 0 1,4 0-1,-4 1 154,-1 4-201,0-4 0,-1 11 0,1-6 13,0 2 1,1-3-1,2 4 1,2 0-80,-2-1 105,4 5 0,-4-5 7,7 6 1,-3-4 0,4-1 49,-2 2-49,1 2 1,10-4 7,3 1 1,4-2 0,1 3 0,0-3 51,1-2-77,-1-1 0,0-1 1,-1 3 110,-4 1 0,4-5 0,-4 3 169,4 0-122,1 2 0,-4 2 86,-1-1 1,-6 1-1,2 4 474,-3 0-529,-2-6 0,-5 5 0,-1-5-172,-2-1 1,-2 5 0,-6-8-1,-1 1-524,-2 1 413,0-4 1,3 4-1,-1-4-150,-2 3 1,0-4-1,5 4 1,0-4-1268,-1-1 471,1 0-59,6 0 0,-3-1 0,8-2-1289,5-2 1390,4-6 956,8 9 0,32-23 0,8 1 0</inkml:trace>
  <inkml:trace contextRef="#ctx0" brushRef="#br0" timeOffset="46">21967 11686 7814,'0'-14'-532,"0"4"2241,0 1-831,0-1 0,0 1 0,0-1 1630,0-1-2126,0 5-256,0 0 0,0 7 148,0 4 0,-5 3 0,0 6 0,2 0 12,2 0-201,1 1 1,-5-1 0,0 0-263,2 0 55,1 7 0,2-5 0,0 3 1,0-4-1,0 0-920,0-1 863,7-6 0,-1 4 1,5-4-101,-1 0 0,1 3 1,6-6-1,2-2-117,-2-1 309,5-2 0,-6-2 0,3-3 113,-3-4 1,-2 1-1,0-1 1,-1-4 144,-3-4-105,2 1 0,-5-6 0,2 4-1,-4-1 1,1 0-1,-1 5 1,-2 0 103,-1 0 126,-2 6 1,0 0-135,0 3 8,0 4 0,-2 5 0,-1 11 383,-2 0-379,0 1 1,4 3 0,-2 2 15,-2 1 0,0-3 0,5 4 1,-1 1 144,-4-2-256,3 5 0,-4-6 1,6 4 68,0-1-72,0-7 0,0 8 1,0-6-1,0-1 1,0-3 0,0 0-109,0-1 154,0-6 537,0 4 192,0-10-772,0-2 1,0-3 215,0-7-1354,0 1 1,0-1-1,0 1-2873,0-2 2479,0 4 0,0 0 1454,0 2 0,13-28 0,2-13 0</inkml:trace>
  <inkml:trace contextRef="#ctx0" brushRef="#br0" timeOffset="47">22536 11999 7751,'7'0'716,"1"0"0,-3 0 1234,5 0-1254,-4 0 1,0 1 0,-7 4-290,-4 4 0,2 4 0,-5 1 0,0-1-175,0-4-159,-1 4 0,-4-5 0,2 6-56,1 0 0,2-4 0,-3-1 0,2 1-710,-2-2 342,5 4 0,-5-8-1403,6 5 372,-6-6 1,8 3 1381,-7-6 0,51-44 0,8-11 0</inkml:trace>
  <inkml:trace contextRef="#ctx0" brushRef="#br0" timeOffset="48">23133 11657 7780,'14'-7'99,"-6"-1"0,-2 5 1,-1-4 1017,0-1-639,-1 5 1,-4-5 41,0 3 0,-1 4 1,-4-4-179,-4 4-198,-4 1 0,-1 0-73,-1 0 0,1 1 1,0 2-1,0 4 44,0 1-112,-1-5 1,1 8-1,0-5 12,0 2-214,6-5 1,-5 10 0,4-4-372,-4 4 535,5 1 0,2-4 0,4-3-105,-2 0 155,2 4 1,-4-8 0,7 5 0,4 0 362,4 0-364,-2-5 0,5 3 0,-2-6 280,3 0-235,1 7 1,0-6 0,0 4 0,0-2 0,1 0 189,-1 2-181,0 0 1,0-4 0,0 2 179,1 2-127,-7 6 0,4-8 1,-4 7 195,0 1-92,-2-5 1,-6 7 522,0-4-566,0-2 1,-1 4 0,-4-7 0,-6 1 0,-5 0 640,-3 0-649,-6-1 0,9 1 0,-4 0 260,-1-2-579,-1-1 1,0 2-1,1 1 1,2-2-1795,0-1 1430,0-2 0,5 0-241,0 0-692,6 0 0,3 0-1853,10 0 2924,-3 0 1,10 0 370,-2 0 0,34-13 0,10-3 0</inkml:trace>
  <inkml:trace contextRef="#ctx0" brushRef="#br0" timeOffset="49">23289 11729 7780,'8'-8'-454,"0"-5"1,-5 4 2131,2-4-651,0 5 1,-4 0 1051,4 3-1873,-4 4 1,6-4 1055,-7 10-1026,0-4 0,-2 12-134,-3-4 0,4 4 0,-4 1 0,4 1 179,1-1-529,-7-6 0,6 4-99,-4-2 0,3 2-238,2 3 388,7-1 0,-4-6 1,6-4 85,2-2 0,-3 3 1,2 0-1,1-2 103,1-2 60,3-7 0,-1 0 0,-2-5-5,-2 1 0,3-4 1,-4-5-1,2 0 91,-1-2-113,2-1 1,-9-1 0,5 1 13,-1 1 1,-3 2 0,-4 5-1,0 0 56,0-1-348,0 7 234,0 2 1,0 9 0,0 5 0,0 8 241,0 5 143,0 2 1,0 1-1,0 0-65,0 1 0,0 2 0,0 1 0,0-1 379,0-3-553,0 3 0,0-7 0,0 5-74,0-1 0,0-7 0,0 2 0,0-3-84,0-2 110,0-6-13,0 5 1020,0-11-753,0 4 0,0-8 18,0-2 0,0-4-504,0-7-531,0 1 1,0 5-188,0-1 1,5 6-545,0-6-2392,0 7 3807,1-10 0,-5-7 0,6-10 0</inkml:trace>
  <inkml:trace contextRef="#ctx0" brushRef="#br0" timeOffset="50">23929 11928 8822,'0'-8'2127,"5"-5"-144,-1 4-1051,1 2 1,-5-1-41,0 4 0,0 8-394,0 1-317,0 0 1,0 7 112,0-2-224,0 3 1,-1-1-1,-3-1-465,0-1 246,-7-1 1,7-1 0,-3-2-836,0 1 482,-4-6 1,3 7-324,-6-3-494,6-3 0,0 4-1549,3-6 2868,4 0 0,20-13 0,12-3 0</inkml:trace>
  <inkml:trace contextRef="#ctx0" brushRef="#br0" timeOffset="51">24412 11601 7845,'8'-15'1879,"-1"6"263,-7-1-1948,-7 7 1,-1-3-1,-6 6 1,0 0-1,0 2 1,-1 2-1,1 6 359,0 2 1,0 3-416,0-1 0,-1 0 1,3 2-1,1 1 34,1 2-161,1 6 0,1-9 1,1 5-1,3-2 1,-1 1-234,2 2 177,1-4 1,7 2 0,1-6-110,2 1 204,8-7 0,1 3 1,6-7-1,-1 0 1,1-3 228,7-1-140,-1-6 0,6-4 0,-9-7 56,-2-2 11,3-6 0,-11 7 0,3-5 1,-5-1-1,-5 0 442,-4 1-621,-3-1 0,-9-5 0,-4 3 230,-6 2-496,1 3 1,-11 7-1,4 2 1,-4 2-1,0 5-1845,3 4 1626,-3 1 0,12 1 0,-4 4-2229,3 5 2130,8 2 0,0 7 0,5 0 1,-2 0 556,2 2 0,52 20 0,-18-15 0,1 0 0</inkml:trace>
  <inkml:trace contextRef="#ctx0" brushRef="#br0" timeOffset="52">24825 11444 7737,'0'-14'488,"0"6"0,0-5 869,0 4-983,0-4 0,1 5 0,4 4 0,4 2 0,4 2 0,1 0 1470,0 0-1644,1 6 0,-1-2 0,2 5 1,1 2-1,2 2 842,-2 1-787,-1 0 1,-3 7-1,-2 1 15,-2 0 0,-5 5 0,0-3 0,-2 2 684,-2 3-734,0 6 0,0-5 0,-2 3 232,-2-3-369,2-2 1,-11 1 0,4-1 0,-4-1 0,-1-3-374,0-5-282,0 3 0,-1-10 1,1 4-1427,0-3 684,0 3 0,4-13 0,1 5 1314,-2-2 0,-2-14 0,-1-8 0</inkml:trace>
  <inkml:trace contextRef="#ctx0" brushRef="#br0" timeOffset="53">21498 11473 7764,'-15'-15'385,"6"3"0,1 1 1,0 3-1,0 2 1,-3 2 1887,-1 3-1990,-3 1 1,1 1 0,-2 4 0,-1 6 0,-4 7 0,-1 5 0,-1 6 1823,1 4-1860,1 3 0,7 5 0,0-1 0,1-2 0,3 1 0,6 2 0,2 2 985,2-1-1020,0 1 0,6-7 0,4-2-27,3-4 0,1-2 1,2 1-1,1-3 333,2-2-413,6-3 0,-9-9 0,4-1 335,1-1-253,-5-7 1,4 8 0,-5-6 458,-1-2-318,-6-2 1,-2-2 125,-6-4-784,0-3 0,5-1 0,-1-1-3585,0-1 1482,4-1 1,-5 4 2432,6 3 0,26 3 0,11 2 0</inkml:trace>
  <inkml:trace contextRef="#ctx0" brushRef="#br0" timeOffset="54">19863 11530 6556,'-8'-8'2221,"0"-3"-1303,3 6-683,4-6 1,-7 9-1,3-3 1,-5 4 0,-2 1-1,-4 0 1,-1 1 907,-2 4-1103,0 3 1,4 5 0,0-2-1,-1-2 1,0 4 78,3 4 0,2-4 0,-1 4 1,2 1-190,6-3 45,2-5 1,-3 3 0,0-4-47,2 4 1,8 1 0,5 0-1,2-1-51,2-4 125,7 4 1,1-7 0,5 5 7,-3-1 0,1-6 1,-6 6-1,-2-1 3,-1-1 118,-2 5 0,-6-5 88,-3 6 0,-4 0 0,-2-1 0,-5-2 273,-9-2-422,-5-5 0,-9 4 0,1-5-130,-1 1 0,3 1 1,0-5-1,4 0-75,2 0 43,1 0 0,4 0-559,1 0 402,0 0 0,6-1 1,5-3-909,6 0 1003,5-1 0,8 3 0,1-1 195,2-2-7,0 1 0,0 4 0,2 0 0,-1 0 0,2 0 231,0 0-195,-4-7 1,7 6 0,-4-6 21,1 1 1,-3 3-1,3-6 1,0-3 117,0 0-198,-5-2 0,4 4 0,-5 1-2,3-2 1,-5-2 0,2-1-1,-7 0 387,-2-1-342,-3 7 1,-4-4 300,0 2-292,0 4 0,-6 0 0,-4 6 0,-2 0 0,-2 0 417,-1 0-424,1 0 1,0 1 0,0 4-91,-1 4 50,1-2 1,5 5 0,-1-2 0,1 3-39,1 1-144,2 0 1,6-5 96,0 1 0,0-1 0,1 4 0,4-3-410,4-6 328,4 4 1,1-6 0,0 2-155,1-2 297,-1-2 0,0 0 0,0 0 0,1 0 0,-1 0-32,0 0 279,0 0 0,-4 0 0,-2-2 83,-2-2 531,5 2 160,-9-4-28,10 6-245,-10 0-715,4 0 1,-6 1-1,0 4-309,0 5 54,0-4-577,0 0 263,0 1-148,0-6 585,0 5 1,0-7 155,0-4-79,0-3 1,5-1 0,1 1 0,0 0 0,2 2-57,0-1 172,-5 3 0,5 4 1,-4-2 100,0-3 2,7 4 1,-8-6 0,7 9 496,1 3-573,2-4 0,-4 12 1,1-5 83,1 0-290,-5 4 0,7-8 1,-4 3-1,4 1 0,1-1-463,0-1 451,0-1 0,1-5 0,-1 0-24,0 0 99,0 0 1,0 0 0,-1-2 0,-2-3 481,-1-4-308,-7-4 1,8-1 217,-6 0-282,-1 0 1,-4 4 0,-1 2 0,-4 2-437,-4 3 220,-4 1 0,-1 2 0,-1 2-253,1 3 290,0 2 0,5 3 1,-1-1-1,1 2 0,1 2-339,3 1 434,-3 0 1,6 1 0,-2-1-107,2 0 80,2-6 1,0 0 0,2-5-1,2 2 1,6-2 188,3-1-96,1-2 0,0-2 0,0-3-43,0-4 19,1-4 0,-3-1 0,-1-2 0,-1-3 0,-1-5-83,-1-2 48,-1-3 0,-3-1 1,1-1-50,-2-3 78,-1 1 0,-2 5 0,-2-1 1,-1 3 279,-2 2-364,1 10-71,-3 7 218,6 14 1,-10 7 0,6 11 0,2 5 0,1 3 1290,2-1-1111,0 4 0,-1-6 0,-3 3 79,0-3-457,-1-1 1,5-2 0,0-4 0,0-4-1,0-3-786,0-2 156,6-6 0,-3 3 108,7-6-434,-1 0 1,6-5 0,-1-2-1,0-3 1056,0-4 0,26-54 0,-17 24 0,0 0 0</inkml:trace>
  <inkml:trace contextRef="#ctx0" brushRef="#br0" timeOffset="55">20687 11757 7695,'8'0'0,"0"-5"2487,-3 1-130,-4-1 146,6-2-3419,-7 6-52,0-5-17,0 6 1,0 1 0,0 4 984,0 4 0,-13 48 0,-3 13 0</inkml:trace>
  <inkml:trace contextRef="#ctx0" brushRef="#br0" timeOffset="56">20687 11970 7685,'0'8'1968,"0"0"786,0-3-959,0-4-1946,0 6 0,0-9-3636,0-3 3787,0 4 0,-6-43 0,-2-4 0</inkml:trace>
  <inkml:trace contextRef="#ctx0" brushRef="#br0" timeOffset="57">20005 12823 7987,'0'-14'184,"0"5"0,0-1 0,0-1 1854,0-2-1177,0 5 0,0 1-433,0 2 1,0 5 254,0 0-538,0 6 0,0 8 1,0 2 120,0 3 1,0-2-268,0 7 1,0-2 0,0 4 0,0-3-90,0 3 84,0 0 0,0-2 1,0-2-1,0-1 1,0-2-184,0 1-224,0-4 0,0 0-35,0-7 264,0 1 770,0-2-686,0-2 1,0-17 45,0-3 21,0-4 1,-5 3 0,0-3-1,2-2 1,2-2-93,1-4 125,0-1 1,0-1 0,0-2-45,0-3 111,0 3 0,4 0 0,3 6 0,1 0 0,3 2 179,1 3-224,2 3 0,1 7 0,0 1 90,4 2-79,-3 1 1,5 5-1,-7 2 1,0 2 91,0 6-69,-6 2 1,3 3 62,-6-1 0,0 0 0,-5 0 0,-2-1 236,-2-4-340,2 4 1,-11-5 0,4 5-225,-4-4 106,-1 4 1,0-10 0,0 6 0,-1 1-370,1-2 160,0 4 1,4-5 0,1 4-320,-2-2 348,5-6 1,-1 10-1,7-3-439,0 2 858,0 2 0,0-4 0,2-2 131,3-2 1,2 5 0,8-3 477,-1 0-183,0 5 1,-4-10 0,-1 5 320,2-2-807,2-1 0,1-1 1,0 3-1,0-1 1,1 0 209,-1-2-304,0-3 1,0-1 0,1 0 169,-1 0-241,0 0 0,5 0 0,0-1 0,-2-3-49,-1 0 117,-2-7 1,-4 7 0,-2-5 8,-2-2 0,3-2 1,-2-1-1,-1 0 0,0 0-84,-1-1 1,-5 0 0,0-3 11,0-1 44,0 0 0,0 5 0,0 0 525,0 0-296,0-1 40,0 8-284,-6 0 1,3 7 0,-7 2 0,-1 3 0,0 4-103,2 4 163,-4 1 0,5 0-313,-6 0 298,6 1 1,2-1 0,6 0-1,0 0 1,0 0-299,0 1 272,0-1 1,1-5-1,4 1-57,4 1 42,4-5 1,6 2 0,2-5 0,1 2 0,1-2-241,-1-1 225,5-2 1,-6-2 0,4-3-101,-1-4 202,-7-4 1,4 4-1,-7-1 1,0-1-1,0-1 138,1-3-152,-1 1 0,-2 5 0,0 1-56,-3 1 55,-6-4 1,10 8-1,-4-5-19,4 2-4,-5 1-8,-2 5 242,-6 0 946,0 0-1051,-6 7-92,4-6 1,-6 6 0,5-6-207,-2 4 119,-6-4 0,8 12 0,-6-3 0,-1 2 222,2 2-167,-4 1 1,9-1 0,-5 0-23,1 0 2,3-6 1,4 5-1,0-4 1,0 4 205,0 1-172,0 0 0,6-4 0,5-2 140,6-2 1,1-1 0,4-5-1,0 0 53,0 0-167,-5 0 1,9 0 0,-7-2 51,-2-3 0,-1 4 1,-3-5 129,-4-1-81,4 6-37,-12-12-735,6 11-1564,-7-4 1394,0 6 1,-7 0-2820,-2 0 2446,2 0 1170,-5 0 0,-9 6 0,-9 2 0</inkml:trace>
  <inkml:trace contextRef="#ctx0" brushRef="#br0" timeOffset="58">20915 12937 7970,'-8'-14'535,"-3"4"0,4 2 0,1 0 1823,0 1-1987,1 3 1,5 0 0,0 8 0,2 6 1181,2 3-1353,4 1 0,2 0 1,-2 0-1,0 0 0,-2 1 28,0-1 1,5 0-1,-3 0 1,0 0 330,-3 1-522,3-1 1,-5-5 0,5 1-191,-2 1 0,0-5-32,-1-1-197,3 3 0,2-8-98,-1 0 871,-6-6 0,5-9 0,-5 0 0,2-3 0,0-2-145,1-2-292,-4 4 0,4-9 1,-6 5-137,0 0 132,0 2 1,0 5 0,0 1 0,0 0-465,0 0-154,0 6-816,0 1 973,0 7 1,6 0-369,4 0 607,2 0 1,-2 5-524,-1 0 367,-6 0 1,4-4 0,-6 2-1022,4 2-152,-3 0 1601,10 1 0,-4 8 0,6 9 0</inkml:trace>
  <inkml:trace contextRef="#ctx0" brushRef="#br0" timeOffset="59">21441 12852 7970,'0'-8'422,"1"-3"0,3 4 1683,0-1 0,1-1-307,-5-5-1083,0 6-888,0 2-2967,0 6 2141,0 0 0,0 6 999,0 3 0,-13 67 0,5-29 0,1-1 0</inkml:trace>
  <inkml:trace contextRef="#ctx0" brushRef="#br0" timeOffset="60">21441 13093 21143,'-8'-8'-1908,"2"2"0,25 25 1,4 5-1</inkml:trace>
  <inkml:trace contextRef="#ctx0" brushRef="#br0" timeOffset="61">23673 6056 7888,'0'-8'4785,"0"-4"-4090,0 10-565,0 2 1,0 10 0,0 7 0,0 3-1,0 3 1,0 2 0,0 2 656,0 1-753,0 1 0,0 4 1,0 0-1,0-1 0,0-2 63,0-2 0,0 2-112,0 3 0,0-9 1,0 1-329,0-3 143,0-6 222,0 5 321,0-14 1,0-2-334,0-10 0,-6-2 0,-2-8 0,-2 0-346,1-4 273,-1 3 1,-2-5 0,1 9 61,1 2 1,5-2 0,-4 4 68,-2 0-92,5 1 0,-1 6 0,6-2-13,-4-2 0,3 2 0,-2 7 110,2 6 84,2-4 0,0 7-8,0-4 0,6 4 0,5 0 0,5-2 56,3-2-532,6-6 0,-7 4 0,4-7 92,-2 0 1,1 0 0,-4 0 0,2-2-354,-1-3-291,-2 4 1,-2-10 0,-2 4 878,-2 0 0,-4-16 0,-6-7 0</inkml:trace>
  <inkml:trace contextRef="#ctx0" brushRef="#br0" timeOffset="62">26474 8359 7950,'0'-8'651,"0"-4"1,0 2 0,0-2 2379,0-3-2291,0 7 1,0 1 0,-2 3 151,-2 0-794,2-1 1,-12 5 0,1 0 0,-6 2 0,-3 2 70,-3 6 1,-8 2-1,-5 3 1,-3-1 102,-2 0-437,0 0 1,1-4 0,-1-1 18,0 2 1,1-4 0,1-1 0,3-1-438,5-1 498,3 1 1,1-5-1,2 0-53,4 0 160,8 0 0,4-1 1,7-4 60,0-5 13,3 4 1,7-5-1,4 5-249,2-2 0,2-2 0,2-4 0,2 0-171,1 0 376,0-1 1,-10 6 0,0 1 195,3 2 1,-6-1-1,0 4 37,0-2-389,-4 1 71,4 4 1,-10 6-1,-3 4 1,-1 4 650,-3 5-446,5-3 1,-5 6-1,5-5-105,-2 2 1,5 1 0,-4-2-1,3 1-29,-1-2-121,0-7 0,5 2 1,0-2-177,0 2 1,2-4 0,2-3 0,6-2-642,3 2-995,1-3 1,2 4 1894,2-6 0,36-25 0,14-7 0</inkml:trace>
  <inkml:trace contextRef="#ctx0" brushRef="#br0" timeOffset="63">22280 12610 8032,'8'0'903,"-2"-2"0,-5-1 1317,4-2-713,-3 1-139,4 4-1083,-6 0 1,-2 0 0,-2 1-1,-6 2-14,-2 2 1,-3 6 0,1-1 0,0 4-140,0 5-21,0-3 1,-1 9-1,1-4-124,0 1 1,0 1-1,-1 6 1,1-1-44,0 1-59,6-1 1,2 5 0,6 0 47,0-1 23,0-2 0,1-2 0,4 1 0,3-1 0,3 1 172,3-1-95,-9-6 0,16 4 0,-9-7 175,6-2-127,1-1 0,-5-4 0,0-1 0,0-3 1,0-1 665,1-4-501,-1-2 1,0-1 433,0 0-91,1 0-20,-8 0-305,0-6-932,-7 4-377,0-4-371,0 6-1339,-7-6 1,4 4 2754,-6-3 0,-20-2 0,-9-1 0</inkml:trace>
  <inkml:trace contextRef="#ctx0" brushRef="#br0" timeOffset="64">22763 12738 8109,'8'-6'290,"3"2"0,-6-5 0,-1-1 1357,3 3-796,-6 0 0,6 6 402,-7-4-1092,0 3 1,-2-4 0,-3 6 0,-4 0-1,-4 0 382,-1 0-395,0 0 0,0 2 0,-1 1-92,1 2 1,-2 4-1,-1-3 1,-2 2 15,2 3-29,1-4 0,2 4 1,-1-5-186,1 2 0,5 0 0,1 3 0,0-3-456,0-2 356,5-1 79,-3 1 1,7 2-11,4 6 248,3-6 1,8 0 0,1-5-24,2 2 0,0 4 0,-3-2 1,1-1 103,2 0-45,0 5 1,-5-7 0,0 5-46,1 2 0,-1-3 1,-2 1-1,0 1 139,-3-2-129,-6 4 1,5-8 55,-3 5 1,-4 1-1,3 2 569,-8-2-499,3 2 0,-12-10 1,4 3-112,-4-4 1,-1 4 0,0 0 0,-2-2-190,-3-2-35,3-1 0,-4 5 1,5 0-197,1-2 1,0-1-1,0-2-656,-1 0-1036,1 0-1462,6 0 2750,2 0 0,44 0 0,9 0 0</inkml:trace>
  <inkml:trace contextRef="#ctx0" brushRef="#br0" timeOffset="65">22948 12852 8109,'0'-22'304,"-2"3"0,-1 3 477,-2 2 1129,1 6-446,4-5-1272,0 11 1,4 2-1,1 10 1,0 3-1,0 1 1186,-1 0-1053,1 0 1,-5 5-1,0 2-119,0 1 1,0-5 0,0 2-1,0-3 341,0-2-636,6 0 1,-4 5-39,3 0 1,-4 0 0,-1-5-317,0 1 416,0-7 550,0 4 1,2-12-374,3 0-100,-4-6 1,6-13 0,-6-2-52,4-1 1,-4-1 0,6-6 0,-3-1-430,1-3 436,0 9 0,-5-9 1,0 11 28,0 0 1,0 1-11,0 7-349,0 6 380,0 2 1,0 19-1,0 4 353,0 3-282,-6 1 0,4-5 0,-3 1-89,4 2 1,1 0 0,-2-5 0,-1 1-594,-2-1 344,1 0 1,4 0-1,0 0-649,0 1 0,0-6 0,0 1-2278,0 1 2178,0 1 1,0-2-560,0-1 1519,0 1 0,18-9 0,6-2 0</inkml:trace>
  <inkml:trace contextRef="#ctx0" brushRef="#br0" timeOffset="66">23332 13093 7999,'0'-9'4043,"0"-1"-2931,0 7-455,0-3-235,0 6 1,0 1 0,0 4 383,0 5-741,-7 2 1,6 3 0,-4-1 74,4 0 0,-4 0 1,-2 0 137,0 1-493,3-1 1,-7-5 163,7 1-652,-7-1 1,7 1-1025,-5-1-738,-1-6-327,3 4 2792,0-7 0,26-45 0,5-10 0</inkml:trace>
  <inkml:trace contextRef="#ctx0" brushRef="#br0" timeOffset="67">23701 12795 6863,'0'-8'356,"0"0"1,0 3 1905,0-4-1242,0-4 1,0 4 990,0-1-1752,0 7 1,-6-3 0,-3 6 353,-4 0-529,-1 0 1,0 1-1,-2 2 1,-2 4-1,-1 1-341,2 3 250,1 1 1,-1 3 0,1-1-342,3 0 1,4 0 0,-2 0-294,1 1 539,7-1 1,-3-5 0,8-1 31,2-1 1,6 2 0,7-3 0,4 1 142,1-1-38,-5-1 0,10-4 0,-5 2 41,0 2 0,4 2 0,-8-4 1,0 1 249,-2 0-128,-2 3 0,0-3 1,0 4 82,1-2 0,-8 5 1,-2-2 344,-3 4-342,-2-5 0,-2 5 276,-3-4-438,4-3 1,-12 5 0,2-4-1,-5-1 1,-3 2-135,2 0-304,1-5 1,-3 3 0,0-4 91,2 3-385,-5-4 0,11 6 0,-3-7 1,1 0-1227,0 0-207,5 0 926,-4 0 1,12 0 1115,0 0 0,50-26 0,20-5 0</inkml:trace>
  <inkml:trace contextRef="#ctx0" brushRef="#br0" timeOffset="68">23957 12866 7992,'-8'-14'933,"2"-1"0,6 6 1287,0-1-943,0 7-968,0-3 1,0 8-1,0 2 1,0 6 512,0 2-470,6 3 0,-4 0 0,3 3 307,-4 1-591,-1 0 0,5 0 0,0 0 0,-2 0 0,-1 0 322,-2 0-426,0-1 0,0-8 0,0-1 0,0 2-555,0 2 726,0-5 449,0 5 1,0-13 0,1 0-594,4-8-75,-4-11 0,6-3 0,-7-7-294,0 1 272,0-1 1,0 1 0,0 0 0,0-1 0,0 1-289,0-1 280,0 7 0,0 2-109,0 5-8,0 7 0,0 4 1,0 8-758,0 6 825,0 3 0,0 7 0,0 2-126,0 0-340,6 5 1,-4-9-1,2 5 1,-2 1 0,0 0-2103,2-1 2731,-2-5 0,29 21 0,1-1 0</inkml:trace>
  <inkml:trace contextRef="#ctx0" brushRef="#br0" timeOffset="69">24299 13093 7975,'7'-14'1243,"0"6"1,-2-4 1693,-1 2-28,1 4-984,-5-1-1177,0 7-701,0 0 1,-2 7 0,-1 2 327,-1 4-506,-8 1 0,6 0 0,-5 1 0,3-1 0,0 0-995,0 0-195,5 0 0,-8-4 0,6-1 159,2 2 0,-3-3 1,1 2-421,2 1 1582,1-5 0,21-12 0,5-10 0</inkml:trace>
  <inkml:trace contextRef="#ctx0" brushRef="#br0" timeOffset="70">24597 12923 7975,'0'-14'241,"0"-1"0,0 6 1,0-1 2248,0-1-1863,-6 5 1,3 0 0,-7 6 88,-1 0 0,-2 0 1,-1 1-1,0 4 436,0 4-1022,0 4 1,-1 1-1,1 1-65,0-1 1,6 0 0,2 0 0,1 0-211,0 1-61,1-1 1,8 5 0,4-2-519,5-4 382,-2 1 1,16-11-1,-4 5 1,4-2-1,2-2-285,-1-3 616,1-1 1,-6-6-1,1-4 872,1-2-731,-4-3 0,-1 0 1,-5-3-1,-1-2 1,-2-2 629,-2-4-665,-4 0 1,-7 2 0,-4 2-307,-5 1 8,-2-4 1,-9 14 0,-2-2 0,-4 5 0,-2 5-1115,1 2 311,-7 1 0,10 0 0,-2 1-370,5 4-28,3 9 1404,11 2 0,14 23 0,10-1 0</inkml:trace>
  <inkml:trace contextRef="#ctx0" brushRef="#br0" timeOffset="71">24910 12667 7988,'0'-14'1460,"6"6"0,-4-5-155,3 4-346,2 2 1,-3-4-1,5 8 878,2 5-1467,-5-2 0,7 17 0,-3-1 263,2 4 1,-2 4 0,-2 6 0,0 2 974,-1 1-1189,-3 0 1,2 0-1,-6 0 421,0-1-858,0 4 0,0-6 1,-2 2-1,-2-5 0,-6-5-1162,-3-2 720,-7 6 1,4-11 0,-3 3-969,3-7-862,2 2 0,0-7 1,0 5 2289,-1-2 0,-18-12 0,-5 2 0</inkml:trace>
  <inkml:trace contextRef="#ctx0" brushRef="#br0" timeOffset="72">25692 13122 8497,'0'-8'3459,"0"0"-2007,0 3-1046,0 4 1,0-4 0,0 10 0,-2 4 0,-2 4 0,-4 3-234,0 3 0,-5-4 1,4 4-1,-4-3-1630,-1-2 1228,6 0 1,-5 1 0,4-3-530,-4-2 1,4 2-1,1-2 758,1 3 0,3-12 0,4-2 0</inkml:trace>
  <inkml:trace contextRef="#ctx0" brushRef="#br0" timeOffset="73">26900 12567 7942,'0'-14'653,"2"5"0,1-1 0,2-1 2476,-2-2-2803,-1 6 0,-4 0 0,-3 7 1,-6 0-1,-5 0 0,-4 0 152,-2 0 1,3 7-1,-5 2 1,-1 4 67,-2 1-473,-1 0 1,4 7 0,2 2 45,1 4 1,2 2-1,5-1 1,1 2 266,4 3-296,3-3 0,6 10 0,1-7 72,4-2-133,3 6 0,6-9 0,0 2 1,0-6-1,1-3 318,-1-4-349,0 5 0,-4-6 0,-1 1-78,2-6 0,-3 0 0,0-4-242,-2 0-1114,5-3-666,-9 8-743,4-10-490,-6 4 1432,0-6 1903,0-6 0,13-21 0,3-11 0</inkml:trace>
  <inkml:trace contextRef="#ctx0" brushRef="#br0" timeOffset="74">27213 12695 7940,'-6'-14'703,"4"5"1,-4-1 1923,0-1-2035,-2 5 0,-2-5 1,1 6 832,-2 2-1121,-2 1 1,4 2 0,-1 0-80,-1 0 1,-6 5 0,-1 1 0,3 2-12,-1 3-239,11 2 1,-14-4 0,11 1-518,0 1 435,-4 1 1,10 3-1,-3-1 1,4 0-560,1 0 408,6-6 0,4 5 0,7-5 72,2 0 0,6 3 0,-1-5 0,1 2 183,-1 3 63,3-5 1,-7 5 0,4-4 365,-5 1-297,-3 1 0,-4 1 1,-1-1-1,-3 2 445,-1 2-184,-3 1 1,-5-1 0,-4-2 492,-5-2-762,-2-6 1,-4 8 0,-1-6-1,-4 0 1,-1 0 197,-3-1-859,-2 1 1,3-5 0,2 0 103,2 0-945,1 0 1,4 0 0,3-2-1644,2-2 3024,4-4 0,56-19 0,14-3 0</inkml:trace>
  <inkml:trace contextRef="#ctx0" brushRef="#br0" timeOffset="75">27526 12738 7940,'-8'-14'1464,"-5"-1"1,10 1-236,-6 0-368,6 0 0,-4 4 1,7 1 578,0-2-1413,0 4 0,2 1 0,3 6-93,4 0 1,4 0-1,1 0 1,2 0 195,3 0-78,-3 0 1,9 0 0,-6 2 174,-2 2-344,-1-2 1,-2 11-1,0-5 1,1 1-1,-1 1-68,0 1 264,-6-5 0,0 7 0,-5-4 79,2 4 0,-1 1 0,-5 0 0,-2 0 324,-2 1-461,-6-8 1,3 6 0,-6-3 158,0 2-337,-1-4 1,1 3 0,0-6 0,1 0-503,4 1-774,3-4 787,-1 4 767,12 0 1,-3-4-1,12 2 1,0 0-1,0-1 147,0 2-201,1 6 1,-1-8 0,0 5 521,0-2-365,0 5 0,-4-3 1,-2 6 842,-2 0-837,-1 1 0,-7-8 0,-2 0 541,-6-1-774,-3-4 0,-1 9 1,0-6-1,-2-2 0,-1-2-346,-2-1-422,0 0 0,0 0 0,0 0-2268,2 0 1267,1 0 1,2 0-495,-1 0 2266,8 0 0,57 7 0,21 0 0</inkml:trace>
  <inkml:trace contextRef="#ctx0" brushRef="#br0" timeOffset="76">28052 13079 7940,'0'-14'1375,"0"4"-809,0 1 3404,-6 6 29,4-10-3423,-4 12-395,6-6 1,-6 9 102,-4 3-310,4 2 1,-7 3 0,5-1 0,-1 1-1,-1-1-427,-1 1-739,5-1 0,-7 1-2243,4-1 2025,2 1 1,-4-1 0,5-1 1409,-2-2 0,43-26 0,6-12 0</inkml:trace>
  <inkml:trace contextRef="#ctx0" brushRef="#br0" timeOffset="77">28479 12695 7940,'-15'-8'668,"1"-4"1,5 10 0,-1-4 351,-1 0-769,-2 4 1,4-4 0,0 6-1,-3 0 1,0 0 751,-2 0-923,6 0 1,-5 4-1,5 3 1,-1-1-1,1 2 218,1 0-335,3-5 1,4 10-7,0-4-36,-7 4 0,6-4 0,-4 1 0,4 1 15,1 1 125,0-4 1,1 3 0,4-4 453,4 1-435,4 1 1,1 0 0,2 1 0,1-1 0,2 1 667,-1-1-567,4 1 0,-5-1 0,5 1 222,-1 1-302,-2-5 1,-5 5 0,-1-4-1,-2-1 1,-3 2 442,-2 0-26,5-5 0,-9 5 88,2-4-411,-8 4 1,-4 0 0,-8-3 0,-2-3 0,-2-2-67,-2 0-584,4 6 0,-7-5 0,5 4 186,-2-3-775,4-2 1,-2 0 0,5 0 0,1 0-3513,0 0 3381,6 0 1175,2 0 0,50-7 0,11 0 0</inkml:trace>
  <inkml:trace contextRef="#ctx0" brushRef="#br0" timeOffset="78">28734 12695 7955,'-6'-14'327,"5"0"0,-6 1 2128,1 4-1808,4-4 0,-6 7 1027,4-4-1202,2-2 1,-3 10-450,10-3-50,3 4 0,6 1 0,0 0 1,2 0-1,2 0 171,1 0-193,0 0 1,-4 1 0,3 2 105,1 2-111,0 0 0,-10 0 0,1 1 0,1 0 216,1 1 102,-4 4 0,-1-3 435,-7 6-585,0 0 0,-7 0 1,-2 0-1,-4 1 0,-1-3 31,0-2-130,-1 2 1,6-4-1,0 5-643,-3-4 391,6 4 1,-5-10-1,6 7-420,2 1 629,2 1 0,2-2 0,4-2 93,4-2 0,4 4 0,1-4 1,0 0 431,1 1-307,-1 4 0,0-5 339,0 3 1,1 4 519,-1-3-494,-6 2 0,-8-2 547,-10-1-1213,-9-6 1,-1 5-1,-6-5 1,4 2 0,0-2-589,0-1 402,5-2 0,-4 1 0,7 3-2623,0 0 716,-1 1 2204,1-5 0,38 13 0,9 2 0</inkml:trace>
  <inkml:trace contextRef="#ctx0" brushRef="#br0" timeOffset="79">29218 13036 7955,'8'0'599,"0"-4"1580,-4-1-1720,-2 0 0,4 4 1,-4-2 1840,3-2-1673,-4 0 0,4 5 1,-8 2 876,-2 2-1306,-6 4 0,3 5 0,-6-2-266,0-2 0,-1 1 0,3 4 1,1 0-33,1 1-70,1-8 1,-1 4 0,2-4-2203,2 1 704,-5-5 0,8 10-2810,-7-4 4478,7-3 0,35-25 0,15-12 0</inkml:trace>
  <inkml:trace contextRef="#ctx0" brushRef="#br0" timeOffset="80">29659 12724 8312,'-15'-15'475,"1"8"1,5-4 0,-1 6 194,-1 2 0,3 1 1,-1 2-1,-2 0 876,-2 0-1088,-1 0 0,1 6 0,2 4-257,2 2 1,1 4 0,-2 2 0,6 1 36,2-2-321,2-1 0,0 0 0,2 1 97,2 2 1,6-2-1,7-6 1,4-3-241,1-1 165,2-3 1,4-4-1,0 0 375,1 0-127,-7 0 1,0-6 0,-5-4 0,2-2 0,-1-2 1129,-2-1-1056,-8-5 1,3 3-1,-7-6 391,-1 3-721,-1-5 0,-10 9 0,-4-3 0,-7 3 0,-4 2-939,-2 0 91,5 6 0,-6 1 0,7 7 0,2 0 0,1 2-3762,2 3 4098,0 3 1,4 6 580,1 0 0,12 13 0,-1 3 0</inkml:trace>
  <inkml:trace contextRef="#ctx0" brushRef="#br0" timeOffset="81">29872 12582 8016,'14'-15'324,"0"1"1,-1 0 681,-4 0 0,4 4 0,-3 2 1122,2 2-415,-4 1-1426,5 5 1,-7 2-1,5 3 1,-3 4 370,-2 4-502,5 1 0,-7 6 1,3 4-1,0 3 1,-4 1 674,-1 1-581,-2-1 0,-2 1 0,-1 1 300,-2 3-380,-6-3 0,-2 5 0,-7-5 0,-1 1 0,-1 2 88,0-1-238,5-2 0,-9-3 1,6-2-299,-2-1 72,4-7 1,-7 7 0,6-8 0,2-5-668,1-3 437,8-4-119,-5-4-1,12 0 0,-10-1-878,6-4-359,0-3 0,7-1 1793,3-1 0,27-14 0,13-5 0,6-6 0,-1 0 0</inkml:trace>
  <inkml:trace contextRef="#ctx0" brushRef="#br0" timeOffset="82">19052 14188 7651,'0'-8'712,"0"-5"1609,0 4-1252,0 3 1,0-2 410,0 3-1352,7 3 0,2-4 1,8 6-1,6-1 0,2-3 419,5 0-445,8-1 1,-7 5 0,6 0-161,-3 0 0,0 0 1,-6 0-1,-1 0-1174,-3 0 618,-10 0-628,-2 0 1023,-10 0 1,4 1 0,-9 3 0,-5 0 0,-8 1-1447,-4 1 1357,3-4 1,-6 9 0,6-6 164,-2-2 0,0 3 0,5 1 481,0 1-266,-1-5 0,6 3 0,1-4 638,2 2 1,-4-1 275,6 7-336,-1-7 0,5 5 826,0-3-1176,0 3 1,0 6 0,0 0 0,0 0 179,0 1-440,0-1 0,0 0 0,0 0-204,0 0 31,0 1 0,0-1 0,-2-2 0,-1-1-893,-2-1 903,1-7 1,-1 5-1,-1-5-396,-2 2 207,4 0 1,-8-5-96,2 0 417,4 0-165,0 0 602,6 0 0,6 0 1,5 0-1,5 0 607,3 0-966,0 0 1,0 0-1,0 0 161,-2 0-545,-1 0 0,-2 0 0,0 0 0,1-2 0,-1-1-2046,0-2 1859,0 0 0,-4 5 1,-1-1-2219,2-4 2011,-4 4 690,5-6 0,-4-18 0,6-7 0</inkml:trace>
  <inkml:trace contextRef="#ctx0" brushRef="#br0" timeOffset="83">19550 14174 7998,'0'-14'734,"0"-1"1,0 1-1,0 0 663,0 0-730,0-1 1,0 6 697,0 0 1,-2 5-601,-2 0-557,2 2 1,-4 8 0,6 5 903,0 7-925,0-2 1,0 10-1,0-2 1,0 3-1,0 1 549,0 1-606,0-1 1,0 1 0,0-2 201,0-4-383,0 4 0,1-10 1,2 6-1,2-1 0,-2-2-565,-1 1-133,4-2 0,-4-10-811,2 1 1113,4-1 0,-4-1 1,5-5-1,2-4-1386,2-4 1381,1-6 1,-1 3 0,-2-8-430,-2-3 259,1 3 0,2-4 0,-1 6 1,-3-1-1,-2 1-1155,-2 0 1777,-3 0 0,-7 1 0,-4 2 0,-2 2 202,-2 5 1,-1-3 0,1 3 0,-2 0 0,-1 1 673,-2 1-283,0 2 0,5-5 1657,0 0 1,-1 1 306,1 4-1320,6 0-144,2 0-1473,6 0 0,2 0 0,2 0 0,6-2-546,2-3 599,3 4 0,4-5 0,0 6-3556,-2 0 2894,-1 0 989,4 0 0,34-13 0,14-3 0</inkml:trace>
  <inkml:trace contextRef="#ctx0" brushRef="#br0" timeOffset="84">20119 14060 8009,'0'-8'3898,"0"0"-2297,0 4-777,-7 2 1,4-3-138,-6 10 1,5 3 0,0 8 0,2 3 527,2 4-932,0-2 1,0 6-1,0-4 240,0 4-411,0-5 0,0 5 1,0-3-1,0 1 1,0-1 74,0-5-126,0 3 1,0-6 0,0 3 82,0-4-910,0 0 1,-1-6-2340,-4 1 1468,3-7-1235,-4 3 1952,6-6 0,0-1 0,0-4 920,0-5 0,17-30 0,10-14 0,1-5 0,-1 1 0</inkml:trace>
  <inkml:trace contextRef="#ctx0" brushRef="#br0" timeOffset="85">20247 14117 8009,'0'-14'3562,"0"6"-1670,0-5-868,0 12-344,0-6 0,0 9 0,0 3 0,0 4 1477,0 4-1828,6 1 1,-5 6-1,4 3 579,-3-1-712,-2 5 1,0-10 0,1 7 0,2-1 0,2 1 327,-2 0-540,-1-7 1,-2 5 0,0-4-315,0 0 1,0 1-1,0-4-1625,0-1-928,0 0-133,0 0 234,0-6 1083,0-1 1246,0-7 0,-2-7 0,-1-2 453,-2-4 0,-12-58 0,9 28 0,0 1 0</inkml:trace>
  <inkml:trace contextRef="#ctx0" brushRef="#br0" timeOffset="86">20147 14216 8009,'-22'-7'169,"0"-5"1,4 6 1186,-1-2-937,-6 5 0,9-8 0,-3 6 959,4 2 1,0 2 188,1 1-1356,6 0 1,4 0-1,8 0 301,6 0-355,9 6 1,3-5-1,8 4 1,1-3-1,4-2 155,2 0-341,-6 0 1,4 0 0,-7 0 0,-1 0 0,-2 0-1436,-1 0 859,-7 0 0,4 0-1968,-7 0 1429,-6 0 0,2 1 1144,-10 4 0,-36 13 0,-20 4 0,-6 4 0,-1 1 0</inkml:trace>
  <inkml:trace contextRef="#ctx0" brushRef="#br0" timeOffset="87">20090 14302 8016,'-14'8'0,"0"3"0,-1-7 2239,8 1 65,0 1-1534,7-4 1,2 4 0,3-6 757,4 0-1501,10-6 0,-2 4 0,7-4-325,1 0 1,-3 4 0,2-2 0,0 2-555,-2 2-578,5-6 0,-10 4 1,5-3 1429,-1 4 0,17-12 0,0-3 0</inkml:trace>
  <inkml:trace contextRef="#ctx0" brushRef="#br0" timeOffset="88">20502 14117 8320,'0'-14'432,"0"-1"0,5 1 1,0 0 1229,-2 0-1279,5 0 0,-5 4 1,7 2-1,1 2 0,1 1 1427,3-1-1605,-1 4 1,0-4-1,0 8 1,0 1 0,1 3 243,-1 2-556,-6 1 1,3 7 0,-6 2 304,-2 1-271,-2 6 0,-1-3 1,-1 5-1,-4-2 1,-6-1-235,-6 1 213,1 2 0,-5 0 1,7-4-1,0-4 1,1-3-478,4-2 459,-4 1 0,11-6 487,-2 1-250,2-7 0,5 3 1,5-6-1,6-2 1,4-2 516,2-6-748,-4-2 1,9 2 0,-6 1-8,-1-2 1,-3 0 0,0 1 0,-1 4-2441,0-1 189,-6 6-704,5-5 3068,-12 12 0,-7 14 0,-10 10 0</inkml:trace>
  <inkml:trace contextRef="#ctx0" brushRef="#br0" timeOffset="89">19066 14885 8257,'-14'0'180,"0"0"1,0 0-1,0 0 1,-1 0 0,1 0-1,0 0 2019,0 0-1410,-1 0 0,6 0 0,1-2 0,3-1 1364,7-2-1970,-2 0 1,13 5 0,-4-1 0,4-2 524,1-2-553,0 0 1,0 5 0,1 0 44,-1 0 1,5 0-1,0 0 1,0 0 419,1 0-646,2 0 1,5 0 0,-2 0 122,-1 0 1,0 0 0,4 0 0,2 0 281,3 0-457,-3 0 0,5 0 1,-6 0-10,-1 0 0,1 0 0,1 2 0,1 1-42,2 2 123,0-1 1,-4-4-1,-1 2-112,1 3 0,-1-4 1,1 4-1,-1-3-18,1-2 141,-1 0 1,5 0-1,0 0 164,-1 0 0,0 0 0,-1 0 1,2 0 238,-1 0-412,-2 0 1,0 0-1,2 0 14,1 0 1,1 0-1,-2 0 1,1 0 104,-1 0-195,4 0 1,-1 0 0,4 0 147,-1 0 0,-6 0 0,3 0 0,-1 0 58,4 0-61,-3 0 0,0 0 1,-7 0 285,1 0 1,-1-5 0,-1 0 0,-2 2 230,-1 1-498,-7-4 1,4 4-577,-7-2-630,-6 2-661,-2 2-795,-6 0 0,-1 0-249,-4 0 2200,-3 0 0,-6 6 0,0 2 627,-1 0 0,-37 11 0,-9-3 0</inkml:trace>
  <inkml:trace contextRef="#ctx0" brushRef="#br0" timeOffset="90">21682 14160 8214,'0'-8'-536,"0"0"-767,0 3 1052,0 3 251,0-4 0,0 38 0,0 7 0</inkml:trace>
  <inkml:trace contextRef="#ctx0" brushRef="#br0" timeOffset="91">22408 14103 8227,'0'-8'1593,"0"-5"418,0 4-1769,0 2 1,1 1 0,2 8-1,2 2 1,-2 7 0,-1 5 447,-2 3 1,0 6-590,0-1 0,0 3 1,0 1-1,0 1 63,0-1 1,0-4-1,0-2 1,0 0 390,0 0-760,0-4 1,0 2 124,0-6 685,0-6-238,0 5-588,-6-18 0,4 2 0,-3-14-155,4-2 0,-1-7 0,-1 3 1,-2-4-600,2-1 774,1-7 1,4 3 0,1-4 80,2 1 0,6 2 1,-2 6-1,4 3-400,1 5 704,0 4 0,2 7 1,2 3 217,1 3 0,0 4 0,-5 1 0,-2 5 644,-2 5-690,3-2 1,-12 6-88,4-3 0,-4-3 0,-2 8 0,-4-3-81,-4-2-128,-4 1 0,-3-1-447,-3 0 1,8-1 0,-3-2 0,1-3-768,1-2 817,-3 5 1,6-8 187,0 7 0,4-1 0,-3 5 5,2 1 293,1-1 0,6-2 0,3-1 45,0-1 1,7-2-1,-1 3 1,2-3 483,3-2-554,-1 5 0,2-9 0,1 2-51,2-2 0,5-2 0,-4 0 0,1 0-1464,-1 0 1195,-1-6 1,0-1-1,0-4-52,-1 2 0,-3-1 0,0-2 1,-3 1-165,-2 1 609,2 7 41,-10-10 0,4 10 54,-6-6 999,0 6-993,0 9 1,0 3 0,0 10 0,0-3 560,0-2-579,0 1 0,0-1 1,0 0-194,0 0 0,2 0 0,1 1 0,3-3 524,2-2-653,2 2 0,4-10 0,0 3-562,0-4 0,1-1 1,0 0-1,3-1-120,1-4 613,0-3 0,-10-6 0,1 0 44,1-1 0,0-4 0,-2 1 0,-4-1-63,-3-2 114,-2 5 0,-2-6 0,-3 6-20,-4 2 44,-4-3 1,-1 15-1,-2-3 1,-1 4-1,-4 1 50,-1 0-62,5 0 0,-4 6 0,7 4 69,0 2-85,-1 3 0,6-6 0,1 0 0,2 3-811,3 0 589,1-4 0,5-2 0,5-4 11,6 3 0,5-4 0,0 4 0,5-3 261,3-2-37,-5-7 1,5 4-1,-4-5 819,4 2-616,2 1 1,-7 0 0,-3 1 0,-3 1 0,-2 1 1238,0 2-896,0 0 0,-4 2 601,-1 2-904,-6 4 1,4 6-1,-7 1 1,0-1 375,0 0-888,0 0 0,0-4 0,0-1-464,0 2 462,0-4 0,6-1 1,4-6-869,2 0 890,2 0 1,-1-2 0,-2-2-237,-1-6 502,-1-3 0,4-2 0,-2-3 1,-3-2-1,-2-1 120,-3 1-101,-1-6 0,-2 11 1,0-4 21,0 3-33,-7 2 0,-1 1 0,-6 4 0,0 4 0,-2 3 57,-3 2-115,3 7 0,-9 0 1,6 8-176,2-1 166,7 0 1,-2 0 0,4 2 0,0 1-1,2 2-583,-1-1 464,6-9 1,-4 4-1,10-4 44,4 4 0,5-5 0,4-3 0,2-4-220,2-1 90,2 0 0,5 0 0,-3-1-197,-2-4 343,3-3 0,-5-6 0,5-2 0,-2-1 0,-3-4-178,-1-1 253,-2 5 0,-7-10 0,0 3-64,-3-3 87,-6 5 0,3-5 0,-6 5 0,0 0 1,-1 5 125,-4 6 595,4-2 1,-7 11-48,3-2-359,3 2 0,-9 10 0,7 5 1,-1 6-1,0 1 1920,0 1-1774,1 4 1,4-3 0,0 6 747,0 1-1047,0-7 0,0 5 0,0-5 0,0 0 0,1-3-245,4-3-50,3-2 0,6 0-1335,0 0 687,0-6 0,1-1 1,-1-7-1,0 0 1,0 0-3338,1 0 3535,-1-7 1,-2-1 0,-1-6-922,-1 0 1514,-1-7 0,-14-14 0,-7-8 0,-1-7 0,1 0 0</inkml:trace>
  <inkml:trace contextRef="#ctx0" brushRef="#br0" timeOffset="92">23417 14216 8097,'-8'7'1687,"2"-6"0,7 6-883,4-7-625,3 0 1,13 0-1,2 0-257,4 0 1,-3 0 77,0 0 0,25-7 0,11-1 0</inkml:trace>
  <inkml:trace contextRef="#ctx0" brushRef="#br0" timeOffset="93">24512 14117 8021,'0'-14'286,"0"-1"1,0 1 0,0 0 0,-2 0 2421,-2 0-2197,2 6 1,-6 1 0,3 7-1,-4 0 1,-4 0 741,-1 0-1137,0 0 1,0 5 0,-1 1 0,1 2 0,0 3-89,0 2 1,-1 1-1,3 0 1,1 1 24,1-1-891,7 0 0,-8 0 461,6 1 1,1-1-1,5-2 1,5-1-582,9-1 770,-1-7 1,13 8 0,-4-5 319,4 2 2,2-4 0,-2 7 1,-2-5-1,-3 2 0,-1 1 490,-4-1-112,-1 5 0,-4-10 101,-2 6-266,-4 1 0,-7 3 0,-4-2 1,-6-3-1,-7-2 734,-5-3-1122,-4 5 1,-2-7-1,1 4-234,0-3-591,-1-2 0,7 0 1,3 0-1,3 0-2721,2 0 3037,0 0 0,6-2 550,3-3 0,54-21 0,14-12 0</inkml:trace>
  <inkml:trace contextRef="#ctx0" brushRef="#br0" timeOffset="94">24725 14117 8021,'0'-8'2707,"2"-3"-1973,2 6-262,-2 0 0,4 7 259,-6 3 0,0 4 1,0 9-1,0 2 1069,0 2-1533,0 2 0,0 4 0,0-1 276,0-3-509,0 3 0,0-10 0,0 5 0,0-1 0,0-4-465,0-1 321,0-2 1,0-4-18,0-1 0,0-7 30,0-2 35,0-7 1,0-7 0,0-2-380,0-3 267,7-3 1,-6-8 0,4-1 0,-3-4 0,-2 0-331,0 1 466,0 7 0,0 1 0,0 7-64,0 2-349,0 1 0,-2 8 0,-1 5-1257,-2 6 1162,0 12 1,5 2-1,0 7-1515,0 1 1492,0 2 1,0 1 568,0 1 0,19 18 0,5 5 0</inkml:trace>
  <inkml:trace contextRef="#ctx0" brushRef="#br0" timeOffset="95">19621 15382 8183,'-2'-14'309,"-1"0"1,-3 1 1307,-2 4-1446,-2 2 1,1 7 0,0 0 0,-3 0 0,0 2 0,-2 3 0,-1 4 332,1 4 1,-5 3-335,0 2 1,0-2-1,5 3 1,0-3 502,0-2-512,-1 0 1,6 1-1,1-1 1,2 0 236,3 0-286,1-6 0,4 3 0,2-4 128,6 1-168,9-5 0,-3 8 0,4-5 0,-1 0 0,0 2 177,-2 0-324,6 2 1,-8-1 0,4 1 46,-3 1 0,-6-3 0,-3 1 0,0 2 113,-4 2-66,-2-5 0,-2 4 0,-4-4-1,-4 0 0,-4 3 0,-3-5 0,-1 1-61,-2-1 27,-6-1 0,4 0 0,-3-1-139,5-1 1,-1-1-1,1-2 1,2 0-33,1 0-111,8 0 0,-5 0 71,4 0 0,4 0 0,5 0 0,8 0-473,5 0 880,7 0 1,2 0 0,8 0-188,3 0 0,-1-5 1,4-1-1,-1-2-379,-3-3 308,4 5 0,-6-7 0,3 4-36,-3-4 1,-3 3-1,-3 1 1,-5-2-108,-3-2 164,-2-1 1,-5 0 0,-1 0 146,-2-1 0,-1 1 0,-5 0 378,0 0-280,-6 6 1,-2-3-1,-6 6 51,0 2 1,-1 1 0,1 4 0,0 3 76,0 4-227,-1 4 1,3 1 0,1 0 85,1 0 0,2 2 0,-3 2 0,3 1 285,2-2-438,1-1 1,5-2-1,0 0-198,0 0 0,7-1 1,2-2-1,4-3-466,1-2 466,7-1 0,-6-5 0,6 0-285,-1 0 1,-2-2 0,4-2-1,-2-6-310,-2-2 668,-2-3 0,-2 0 1,0-3 619,0-1-192,0 0 1,-1 5-1,-2 1 1,-3 2 0,0 3 1613,0 2-1097,-5 1 106,3 5-659,1 0 0,-6 2 1,4 3-1,-3 4 1,-2 4 776,0 1-792,0 0 1,0 0-666,0 1 78,0-1 1,0-5-1,0 1-1597,0 1 647,0-5 327,0 1 600,0-7 1,1-5 0,2-3 0,4-3-1,1-5-191,3 0 622,1 0 0,4 2 0,1 0 328,2 0 1,2 0 0,-4 1 0,2 4 649,-1 4-789,-3 3 1,1 2 0,2 0 374,1 0-281,0 0 0,-5 7 0,0 2 0,0 4 0,-1 1 637,-4 0-1091,4 0 1,-5-1 0,4-2-193,-2-2-477,3-5 0,-6 7 0,8-7-814,-1 0 1363,0-3 1,-4-7-1,-3-4 58,0-2 1,2-3 0,-2 1 0,-1 0 446,0 0-89,-1 0 1,-5-1 469,0 1-456,0 0 0,-2 6 1,-2 3-1,-6 4 0,-2 1 375,-3 0-546,1 6 1,0-3 0,0 7 36,-1 1-23,8 1 0,-4 3 0,4-1 0,1 0-548,0 0 211,1 0 0,5-4-220,0-1 441,0-5 1,6 2-1,4-6 1,2-2-1,2-1-90,1-2 261,-1-6 0,5 2 0,0-8-29,-2-2-137,-1-7 0,-2 4 0,-1-6 0,-4-1 0,-4-1-191,-3-3 50,-2 3 1,0-3 0,0 9 46,0 5 0,-2 5 1,-3 6-139,-4 8 191,3 7 0,-6 13 1,8 5 1155,1 7-758,-5-2 0,6 6 1,-3-4-1,4 1 0,1-3 1744,0-5-2091,0 2 0,0-6 0,0 2 409,0-4-1277,6-9 0,-3 2 0,7-4 0,1 0-3926,1-3 3615,3-3 1203,-1-9 0,32-58 0,-19 23 0,-1-1 0</inkml:trace>
  <inkml:trace contextRef="#ctx0" brushRef="#br0" timeOffset="96">20986 15439 8097,'0'8'1244,"-2"-2"-731,-2-6 3662,2 0-1090,-4 0-3470,6 0-352,0 0-1122,0 7 1083,0-6 776,0 5 0,0 20 0,0 5 0</inkml:trace>
  <inkml:trace contextRef="#ctx0" brushRef="#br0" timeOffset="97">20957 15752 8097,'8'-7'3260,"-1"6"0,-7-12-850,0 4-2416,6 2 0,-4-5-4600,2 2 4606,-2 4 0,-2 12 0,0 10 0</inkml:trace>
  <inkml:trace contextRef="#ctx0" brushRef="#br0" timeOffset="98">21014 15482 7898,'-6'-8'331,"3"-5"0,-5 4 0,0-2 1349,0 1-1294,-1 4 0,-1 1 1,2 2 44,2 4 0,1 1 0,5 8 89,0 1-635,0-5 106,0 7-103,0-6-107,6 1 226,-4-1-42,11-7 0,-10 0 0,5-2-209,-2-3-1402,-1 4-1017,-5-12 2663,0 12 0,-19 32 0,-5 17 0</inkml:trace>
  <inkml:trace contextRef="#ctx0" brushRef="#br0" timeOffset="99">20943 15752 8085,'0'8'3260,"0"-2"-2066,0-6-295,0 6-305,0-4-565,0 4 0,2-6 122,2 0 1,0 0-1,5 0 23,2 0-291,-4-6 1,5 4-658,-2-2 0,-2-3-1937,1 3 1821,-6-1 890,3 5 0,-31 0 0,-6 0 0</inkml:trace>
  <inkml:trace contextRef="#ctx0" brushRef="#br0" timeOffset="100">22337 15325 7905,'0'-8'1802,"0"1"-8,0 2-1560,0-3 0,-2 0 1,-3 3-1,-4 4 631,-4 1-723,-1 0 1,0 0-1,-1 0 1,1 1 363,0 4-423,0 3 1,0 6-1,-1 0 1,1 1-1,0-1 23,0 0-112,6 0 1,-3 0 0,4 1-103,0-1 1,3 0-235,0 0 252,2 0 1,8-6-1,4-3 22,2-3 207,9 4 1,0-4-1,4 2 1,-1-2 0,1-2 631,2 0-596,-5 0 0,3 0 1,-6 1 112,-2 4-8,-1-3 1,-2 9-1,-1-5 1,-3 2 824,-6 3-883,-2 2 1,-2-4 0,-2 1-90,-2 1 1,-4 0 0,-8 0-1,-2-3-46,-1-2-427,1 5 1,2-9-1,-2 4 55,-1 0-133,0-4 0,0 4 1,1-6-1,0 0-2725,2 0 500,8 0 512,-4 0 1682,10 0 449,-4 0 0,56-38 0,14-9 0</inkml:trace>
  <inkml:trace contextRef="#ctx0" brushRef="#br0" timeOffset="101">22564 15368 8501,'0'-8'3701,"0"-5"-3247,0 6 430,0-1 1,0 3-1,-2 11 782,-2 8-1382,2 1 1,-9 5 0,6-4-260,2 3 1,2-3 0,1 4 0,0-1-184,0 0 26,0 0 1,1-5-1,4-1-1298,4-4 1092,4 4 0,1-11 0,0 2 0,1-2 1,-1-4-1201,0-2 1563,7-4 0,-6-8 0,4-3 67,-3-5 0,-2-3 0,1 1 0,-1 2 334,0 5-45,-6 3 0,0 2 375,-3 0-510,-4 6 1,5 8-1,-6 11 1,2 6 0,1 7 1421,2 3-1171,0 1 0,-5 5 1,0 1 427,0-3-704,0 6 1,0-7 0,1 1 0,2-4 0,2-5-103,-2-1-269,-1 4 60,-2-9-913,0 4 0,0-13-2080,0-7 0,0-7-1426,0-7 4509,-6-7 0,-40-32 0,15 19 0,0 0 0</inkml:trace>
  <inkml:trace contextRef="#ctx0" brushRef="#br0" timeOffset="102">22024 15055 7986,'-14'-14'1587,"4"6"1,1 2 1307,-3-1-2375,0 6 0,-2-5 0,-1 7 0,0 5 0,-3 7 0,-2 6 0,-1 5 190,1 6 1,1 0 0,4 8-1,1 3 117,0 5-659,6-2 0,2 11 0,6-3 110,0 3 1,6-2 0,5-3-1,5-1 356,3-3-499,6-8 0,-4-3 0,4-7 32,-1 0-106,-1-5 1,1-4-1,-2-8 1,-1-4 0,-4 0 390,-1-4-495,-2-1 0,-4-4 1,-1-1-1202,2-2 76,-5-6 1,6 3-1506,-8-6-2353,1 0 5026,-5 6 0,-6 8 0,-2 8 0</inkml:trace>
  <inkml:trace contextRef="#ctx0" brushRef="#br0" timeOffset="103">23275 15766 7860,'8'0'1230,"3"2"0,-6 2 1435,-2 6-2425,-2-4 1,-1 7-1,-1-5 1,-2 1 302,-2 1-628,-6-7 0,8 3 0,-7-6 0,-1 0 156,-2 0 14,-1-6 1,6 3 313,4-7 1,2 1 377,2-6-453,6 8 1,-3-1 352,7 3-361,-1 3 0,6-2 0,-1 7 0,-1 3 1012,-4 2-1040,-3 1 1,-6 6 0,0 0 409,0 4-655,0-3 0,0 6 0,-1-4 0,-4 1 1,-4-2 103,-4-1-878,-8-2 1,6-1 0,-6-2-2827,0-2 2618,6-6 0,-11 8 1,7-6-1,2-2 939,1-1 0,21-21 0,4-5 0</inkml:trace>
  <inkml:trace contextRef="#ctx0" brushRef="#br0" timeOffset="104">23886 15439 7988,'8'-14'367,"-2"4"0,-6 1 1,0-2-1,2 0 1548,3 1-1123,-4 4 1,4 1-412,-10 0 0,-3 1 0,-7 4 1,-3 1 294,-1 4-524,0 3 0,4 6 0,-3 0 1,-1 1-1,2 0 806,1 4-857,2-3 1,0 5-1,-1-7-281,1 0 1,5 0-266,-1 1 156,7-1 1,-2-5-1,10-1-114,5-2 294,9-1 0,3-5 0,8 0 0,3 0 1,3 2-194,0 3 484,6-4 0,-12 7 0,3-5-99,-3 2 163,-8 6 1,-2-5 0,-7 5 0,-3-1 0,-6 1 1322,-2 1-1289,-2-4 0,-8 5 0,-5-5 567,-4 0-740,-8 4 1,7-8-1,-5 4 1,-1-2 0,2-3-531,3-1 265,-3-2 1,6 1 0,-3 2-1754,3 2 512,2 0 0,0-5-1541,0 0-228,6 0 3168,1 0 0,70-25 0,-23 9 0,-1 0 0</inkml:trace>
  <inkml:trace contextRef="#ctx0" brushRef="#br0" timeOffset="105">24227 15539 7935,'0'-15'3688,"-1"7"-2096,-4 4 1,2 2 623,-6 2-1903,5 6 1,-2 2-1,6 7 1,0-1 0,0 0 837,0 0-881,0 0 0,0 5 0,0 0-135,0-1 1,0-3 0,0 0 32,0-1-924,0 0 424,0 0 151,0 1 0,0-9 80,0-6 42,6-6 1,-4-10 0,3-3 0,-4-6 0,-1-5-283,0-4 347,0-5 1,0 4 0,0-3 22,0 5 186,0-3 1,0 12 0,0 0 0,0 7-38,0 3-118,0 6 0,0 5 0,0 11 1,0 7-1,0 6 367,0 4 22,0 2 0,-4 1 0,-1 1 390,2-1-724,1 1 1,2-2-1,0-2 1,-2-3-1,-1-1-553,-1-4 273,-1-1 1,5-7-4988,0 1 3659,0-7 1,1 3 1492,4-6 0,9-19 0,8-5 0</inkml:trace>
  <inkml:trace contextRef="#ctx0" brushRef="#br0" timeOffset="106">24654 15738 7052,'0'-8'2369,"0"0"1,2 5-10,2-2-1586,-2 0 1,6 5 206,-3 0 44,-4 0-435,5 0-861,-6 0 1,-6 0-551,-3 0 1,1 0 284,-2 0 1,6-1-212,-6-4 655,7-3 1,-3-2 0,7 3 157,4 0 85,-4 2 0,12 5 414,-3 0 1,-4 2 0,0 3 0,-1 4 1299,0 4-1498,-1 1 0,-8 2 1,-3 1-145,-1 2 1,-3 2-1,-6-4 1,-3 2 9,-3-1-366,6-3 0,-5 0 0,5-1-459,-2 0 0,0-6 0,4-3 0,1-4-4364,0-1 3638,6 0 0,0 0 1318,3 0 0,29-25 0,1-7 0</inkml:trace>
  <inkml:trace contextRef="#ctx0" brushRef="#br0" timeOffset="107">25194 15425 7878,'8'-8'3033,"-2"-5"287,-6 4-2828,0 2 1,0 3-1,0 8 1,0 6 0,0 3 1655,0 1-1994,0 6 0,-1-4 1,-2 3-1,-2-2 1,2 1 62,1 1-254,2 0 1,0-10 0,0 1-1,0 1 22,0 1-8,0 3 501,0-7-496,0-2 0,0-8 0,0-2-139,0-6-78,0-9 0,0-3 1,0-8 60,0-3 1,-1 3 0,-2-3 0,-2 3 240,2 1-5,1 7 1,2 2-1,0 5 303,0 1-169,0 6 1,2 19 0,1 13 804,2 4-759,-1 2 0,-4-1 0,0-1 8,0 1 0,0-2 0,0-4 0,0-2 209,0-1-490,0-10 0,0 9 449,0-10-97,0-2-237,0-1 0,2-8 1,1-2-412,2-6 0,-1-7 0,-4-4 0,0-1-898,0-3 926,0-2 1,0-2-1,0 1 6,0 0 0,0 1 0,0 3 1,0 5 92,0 3-550,0 2 483,0 6 1,0 3 0,0 10 0,-1 5 352,-4 2-350,4 9 1,-6-4 0,7 5-276,0-1 1,-1 3 0,-2-4 0,-2 1-695,2-1 83,1-1 1,2 0 0,0 0 1149,0-2 0,6-1 0,2-2 0</inkml:trace>
  <inkml:trace contextRef="#ctx0" brushRef="#br0" timeOffset="108">25678 15240 7878,'-8'-14'310,"1"0"0,7-1 1,0 1-1,2 1 2090,3 4-2084,-4 3 1,7 1 0,-3 0 0,4 2 0,4 1 0,0 4 1632,-4 3-1667,4-4 0,-5 14 0,6-1 1,0 6-1,0 6 200,1 2 1,-3-1-1,-1 9 1,-3 1 491,-1-1-731,4 2 1,-10 1-1,4 1 10,-3-1 0,-2 6 0,-2-8 0,-4 3 750,-9-2-805,1 3 1,-11-11 0,4 3-24,-1-3 0,0-3 0,-3-2 0,1-3 362,-1-1-477,4-2 1,1-7-1,6 0 25,-1-3 1,1-6-610,0 2 259,6-4-240,2-1 0,6-1-1856,0-4 130,6 4-3463,-4-6 5694,10 7 0,-4-38 0,6-9 0</inkml:trace>
  <inkml:trace contextRef="#ctx0" brushRef="#br0" timeOffset="109">19322 16107 8304,'0'-8'2586,"0"0"-584,0 4-640,0 2 107,0-4-1241,0 6 1,5 6 0,0 5 0,-2 5 445,-1 3-544,-2 0 1,4 1 0,1 4-85,-2 3 1,0 0 0,1-2 0,0-1 159,-1 1-395,5-4 1,-5 4-1,5-6-727,-1-2 455,4-1 1,-8-8-1,6-3 1,2-4-454,2-1 844,-5-6 0,3-2 1,-6-6 193,-2 0 0,3-1 0,-1 1 0,-2 0 244,-1 0 79,-2-1 0,0 1 1306,0 0-797,0 6-995,6 2 1,-4 7 161,2 4 0,-2 0 1,0 7-1,1 4 118,1 0-165,8 0 1,-5-2-1,8 0-122,-1 1 22,6-1 0,-4-2 0,5-1 0,-2-3 1,0-1 199,-2-4 4,-1-2 0,-2-1 0,-1-1 32,-4-4-29,4 3 0,-12-10 0,4 2 0,-3-2 0,-2-2 206,0-1-365,0 7 1,-2-4-1,-3 2-431,-4-2 1,1 2 0,-2 2-1,-1 0-764,-1 0-219,4 5 1,-5-3 0,4 6-319,-4 0 839,-1 0 0,0 0 0,-1 0 0,0 0 0,-3 0 869,-1 0 0,-31 0 0,-4 0 0</inkml:trace>
  <inkml:trace contextRef="#ctx0" brushRef="#br0" timeOffset="110">19294 16264 8068,'-8'0'1860,"0"0"454,3 0-1202,4-7 1,-7 6 470,3-4 0,4 2-461,-4-2-941,10 3 1,1-5 0,5 3-325,-2 0 1,2-1-1,7 5 1,1-2-379,-2-2-757,-1 2 1,-5-4-518,3 6 0,-3 0 0,8 0-706,-3 0 2152,-2 0 1,1 0 348,-1 0 0,13-7 0,3 0 0</inkml:trace>
  <inkml:trace contextRef="#ctx0" brushRef="#br0" timeOffset="111">20275 16079 8068,'0'-8'510,"0"-5"0,0 4 1412,0-4-1381,0 5 0,0-4 1,-2 4 120,-2 0 1,-4 1-483,-6 7 0,-1 0 1,1 0-1,-2 2 469,-3 3-593,-3 3 0,-1 6 1,0 0-1,3 0 1,1 1 168,-2-1-270,6 0 1,-1-5 0,8 1 246,2 1-344,1-5 1,5 7-1,3-5 1,5 0 488,6-4-240,10-2 1,-1 3-1,9 0 17,1-2 1,-1 0-1,-7 0 1,-1 2 162,1-2-125,-4 5 0,-1-5 0,-7 6 188,-4 3-198,4 0 1,-12 2-1,4 1 1,-5-1-1,-5 0 822,-4 0-776,-4-6 1,-6 5 0,-1-5 241,-2 0-610,4 4 1,-8-10 0,2 3 0,-1-4-1,-1-1-2649,3 0 2415,5 0 1,-2 0 0,5 0-1237,1 0 0,5 0-1806,-1 0 3446,7-6 0,47-8 0,20-9 0</inkml:trace>
  <inkml:trace contextRef="#ctx0" brushRef="#br0" timeOffset="112">20531 16079 8078,'-8'-7'513,"2"6"1,6-12 0,-2 5 0,-1-1 1530,-2-1-1718,0 1 1,7-1 0,3 3 0,4-1 0,4 1 0,1 1 996,0 3-1207,1 1 1,-1 2 0,0 0-1,2 0 1,1 0 312,2 0-300,0 0 0,-5 0 0,0 0-50,1 0 1,-6 7 0,-1 2 0,-2 4 224,-2 1-98,-3 0 0,-1 0 0,0 1 118,0-1-237,-6 0 1,-4 0 0,-7-1-1,-2-2 1,2-2-26,1 2-102,2-4 0,-1 4-443,1-6-201,6 6 32,-4-10 639,16 6 0,0-6 0,13 2 554,2 2-421,6 0 0,-7-4 1,4 2-1,-2 4 1,-2-1 566,-3 0-297,0 5 0,-6-4 1,-1 4 1020,-2-2-1085,-1 1 0,-7 4 0,-2-1 1,-7-2-1,-5-3 819,-3-2-1130,-6 5 1,2-9 0,-5 2 427,0-2-791,5-2 0,-3 0 1,4 0-1,-1 0 1,4 0-3028,4 0-629,0-6 294,8 4 2386,0-4 0,9 6 1324,3 0 0,28-7 0,13-1 0</inkml:trace>
  <inkml:trace contextRef="#ctx0" brushRef="#br0" timeOffset="113">18995 17159 8023,'0'-14'1424,"0"5"1141,0-1-2227,0 7 1,0-2 0,0 10 965,0 4-1126,0 4 0,0 6 0,0 1 1,0 1-1,2 1 0,1-1 0,2 1 929,-2 0-1099,-1 2 0,-2-1 0,0-1 20,0-1 1,0-1 0,0-2 0,0 1-24,0-2-429,0-7 0,0 2-488,0-2-2,0-4 494,0 0 1,0-7-340,0-4 1,0-4-1,0-9-723,0-1 1268,0 0 1,0 0-1,0-1 114,0-2 1,0-2-1,0-4 1,0 1-211,0 3 566,0-3 1,-5 5 0,0-5 111,2 4 1,1-3 0,4 6-1,3-1 859,4 1-562,4 1 0,3 6 0,1 4-228,2 4 0,0 3 0,-5 2 0,0 0 465,1 0-753,-1 7 1,-2 0-1,-2 8 43,-5-1 0,-4 0 1,-1 2-1,0 1 6,0 2-114,-6 0 0,-2-5 0,-6 1-291,0-1 1,-1-1-1,1-2 1,0-4-659,0 0 703,-1 4 1,-2-8 0,1 5-379,4-2 1,1-1 8,-4-5 503,7 6 1,4-4 135,8 3 1,1 2 0,8 1 0,3 2 531,-1-1-232,1-6 1,0 9 0,1-6-35,2 2 1,2 0 0,-4 1 0,2-3 185,-1 1-409,4-6 1,-6 6 0,4-7-93,1 0 0,-6 0 0,4 0 0,-1-2-316,1-3 95,-4 4 0,1-12 0,-6 4-25,1-4 1,0-1 0,-2 0 0,-4-1-100,-3 1 174,-2 0 0,0-2 64,0-3 0,-5 3 0,-1-1 0,-2 6-82,-3 6 120,-2 4 0,-1 1 0,0 0 1,-1 0 1,3 6 0,1 3 0,1 4 222,-1 1-109,5 7 0,-2-5 0,5 3 47,-2-4 0,0 4 0,5 0 0,2-1 52,3-3-163,-4 0 0,12-6 0,-4-1-35,4-2 0,6 1 1,0-4-1,0 2-305,1-2 193,-4-8 0,6 2 1,-4-7-103,1-1 1,0-3 0,-4-3 0,3-2-178,1 1 315,0 3 0,0-4 1,0 0 18,-2 1 0,3 4 0,-1 3 0,-1 3 11,-2 2 170,-9 1 0,6 5 322,-3 0-61,-4 0-288,0 0 0,-6 2 917,0 2-232,0-2-225,0 4-436,-6-6 1,-2 0 0,-6 0-494,0 0 161,-1 0 0,6 0 1,-1 0 74,-1 0 0,-1 5 0,-3 1 0,1 1-282,0-1 457,0 5 0,4-3 1,1 6-25,-2 0 1,5 1 0,1-1 0,3 0 372,2 0-228,0 0 1,2 1-1,3-1-49,4 0 1,5-1 0,4-4 0,2-4-230,2-3 134,2-2 0,0 0 0,-1 0-124,3 0 0,-4-7 0,0-2 1,-2-4-42,-2-1 89,4 0 0,-8-5 1,2 0 11,-5 1 1,-6-2 0,3 1-1,-2 2-62,-3 1 130,-1 2 1,-2-1 110,0 1 1,0 5-127,0-1-129,0 7 0,-5-2 296,0 10 1,0 3-1,5 6 1,0 0 983,0 1-962,7-1 0,-4 0 1,5 0 43,-2 0 0,4 1 1,-4-3-1,0-1-102,1-1-126,4-1 0,-4 1 0,6-1-57,-3 2 1,2-4 0,-4-1-1,2-1-157,-1-1 42,-6 1 1,10-5 293,-4 0 0,-2-1 0,-1-4 276,0-5-298,-4-2 1,4-3-1,-6 0-251,0-4 0,0 3 0,0-5 1,0 2-71,0 0 149,0 1 1,0 3 0,-1 3-155,-4 2 1,3-2-292,-2 2-24,2 4 307,2-1 0,6 7 0,4 0 0,4 0 107,5 0 46,-3 0 1,4 0-1,-5 0-26,-1 0 0,-5 0 0,1 0-173,1 0-53,-5 0 1,2 0-2222,-3 0 445,-4 0 390,6 0 1,-7 2-1607,0 3 3309,0 3 0,31 12 0,9 2 0</inkml:trace>
  <inkml:trace contextRef="#ctx0" brushRef="#br0" timeOffset="114">20446 17173 8023,'7'-6'3229,"0"5"-1118,-1-12-1263,-4 11 1,6-4-722,-4 6-3239,-2 0 2287,4 0 825,-6 0 0,-25 57 0,-7 14 0</inkml:trace>
  <inkml:trace contextRef="#ctx0" brushRef="#br0" timeOffset="115">20389 17472 11727,'0'-8'6517,"0"0"-4576,0 3-1436,0 4-1384,6-12 0,-4 10-1227,2-6 1,-1 5-705,2 0 823,-3 2 1987,4 2 0,7 25 0,3 7 0</inkml:trace>
  <inkml:trace contextRef="#ctx0" brushRef="#br0" timeOffset="116">21782 16960 8076,'14'-14'400,"-4"1"1,-2 2-1,0 2 1845,-1-2-1045,-3 4 0,0 1-584,-8 6 0,-4 6 0,-7 4 0,1 3 194,0 1-549,0 0 0,0 2 1,-1 1 24,1 2 1,-3 5 0,1-4 0,3 2 423,1 4-471,-1-6 1,0 7 0,2-3-67,2 3 1,6 1-1,-2-1 1,5-2 149,5-1-183,-4 0 1,17 2 0,-4-2 28,2-5 0,6-3 0,0-2 1,2 0 345,-1 1-427,-5-8 1,7 1-1,-6-4 108,-2 0-424,-1 1-595,-8-5-568,-2-6 0,-6 3-847,0-7-2705,0 7 2136,0-3 2807,-6 6 0,-15 12 0,-9 4 0</inkml:trace>
  <inkml:trace contextRef="#ctx0" brushRef="#br0" timeOffset="117">22450 17017 8150,'0'-14'457,"0"6"1,0-5 0,0 4 1533,0-4-924,0-1 0,-1 4 0,-4 3 942,-5 0-1766,-2 3 1,-2 4 0,-1 0 0,1 1 0,0 4 0,0 3-1,0 1 773,-1 1-904,-5-1 1,4 5 0,-3 2-77,3 3-84,2-3 1,5 3-1,1-8 1,1-2 0,4 2-417,2 2 170,1 1 1,1 1 0,4-3 0,4-1-222,4-1 638,8-7 0,-1 10 0,5-6-75,-1 1 0,0 3 1,3-4-1,-2-1 43,-1 0 12,-7 5 0,3-4 0,-5 4 231,-1-2 0,-6 1 700,-3 4-832,-10 0 0,-5-1 0,-7-2-128,-2-2 1,-6-6-1,1 4 1,-1-2-185,1-1-33,-3 1 0,10-5 0,-5 0-1613,1 0 399,9 0 1,-1 0-3911,3 0 4392,4 0 1,6-5 0,11-1 874,7-2 0,29-14 0,13-8 0</inkml:trace>
  <inkml:trace contextRef="#ctx0" brushRef="#br0" timeOffset="118">22649 17117 8612,'8'-7'1971,"0"6"-953,-3-4 192,-4 3-37,6 2 0,-7 7 0,0 2 1,0 4 1489,0 1-2115,0 0 1,0 0-1,0 1-180,0-1 1,0 0 0,0 0 115,0 1-455,0-1 1,0 0 428,0 0-1348,0-6 448,0 5 480,0-12-78,0 6-180,0-20 0,0 3 0,1-10 0,2-2 0,2-5-852,-2-5 908,-1-7 1,-2 9-1,0-3-334,0 3 399,0 1 0,0 2 0,0 4 0,0 4-1458,0 3 1339,0 8 1,0 8-1,0 10 160,0 2-76,0 2 1,0 7-1,0 3 1,0 2 0,0 3-844,0-1 561,0 1 0,0-6 1,0 0-1979,0-3 1638,0 5 1,0-7-1,0 4 756,0-2 0,25-7 0,7-7 0</inkml:trace>
  <inkml:trace contextRef="#ctx0" brushRef="#br0" timeOffset="119">23062 17330 8088,'0'-8'5519,"0"-5"-3300,0 12 1,-2-6-370,-3 7-1760,4 7 0,-6-4 1,7 6-1,0 2 1,-1 2-673,-4 1 395,4-6 0,-7 5 0,4-4-709,0 4 1,-1-4 0,3-1 0,-1 0-1616,-2 0 802,1-5 0,2 4 1709,-3-7 0,16-32 0,-1-8 0</inkml:trace>
  <inkml:trace contextRef="#ctx0" brushRef="#br0" timeOffset="120">23573 16946 8088,'0'-8'1669,"0"2"-813,0-1-239,0 0 0,-6-1 0,-3 3 0,-4 3 2211,-1 2-2459,-7 0 1,4 2-1,-5 1 39,1 2 1,-2 6 0,2-3-1,0 1 1,1 1-601,7-7 1,1 10-301,2-4 340,4 4 1,0-4-1,7-1 1,4 0-1,4-2-322,4 1 410,8-3 1,1 1 0,6 1-81,0 2 175,1-5 1,-5 10 0,-1-5 0,1 1 0,-2 1 938,-3 1-628,-3-5 1,-2 7 673,0-4-786,-6 4 1,-1 1-1,-9 0 1,-4 1 0,-7-3 922,-4-2-935,-9 2 1,4-5 0,-5 2 272,4-4-802,-4 3 1,9-7 0,-4 4 0,2-3 0,1-2-2099,-2 0 212,12 0 1,-10 0 323,9 0 625,4 0 0,1 0 1248,10 0 0,41-19 0,15-5 0</inkml:trace>
  <inkml:trace contextRef="#ctx0" brushRef="#br0" timeOffset="121">23886 17031 8183,'0'-14'312,"-1"0"1,-2 0 1049,-2-1 1,0 1 816,5 0-495,0 6-271,0-5-1280,0 12 1,0-4 0,0 10 680,0 4-657,0-2 0,0 5 1,0-2 241,0 2-321,0 3-483,0-7 105,0 4 361,0-10-456,0 4 223,0-6 193,0 0 0,0-6 267,0-4-90,0 4 0,0-2 345,0 3-551,0 4 0,2-6 1,1 9 880,2 3-667,-1-4 1,-4 12 0,0-2 484,0 6-520,7-1 0,-6 9 0,4-6 0,-4 0 1,-1 0 196,0 0-358,7 0 1,-6-5-1,4 1 71,-3-1 1,-2-5 1262,0 1-1159,0-7 0,0 2-745,0-10 176,0-3 0,0-6 0,0-2 0,0-3 0,0-5-1579,0-2 1433,0-3 0,-5 7 0,0 1-2455,2 1 1396,1 4 1589,2 2 0,13 64 0,3 22 0</inkml:trace>
  <inkml:trace contextRef="#ctx0" brushRef="#br0" timeOffset="122">24256 17273 8061,'6'-14'7042,"-4"6"-5795,4-5 1,-6 13 474,0 0-1496,0 7 0,-1 7 0,-4 0 1,-3 0-1,-2 0-53,1 1-504,-1-1 0,-4 0-297,0 0 1,0 0 0,0 1-298,-1-1-1433,7-6 0,1 3 434,2-6-535,3-1 2459,-4-4 0,25-44 0,5-11 0</inkml:trace>
  <inkml:trace contextRef="#ctx0" brushRef="#br0" timeOffset="123">24697 17003 8073,'0'-14'155,"0"-1"1,0 1 621,0 0 1,0 0 0,-2 1 1029,-3 4-1211,4 2 0,-12 7 103,4 0 1,-4 0-418,-1 0 0,0 2 1,-1 1-1,1 3 372,0 2-471,0 2 1,-1 6 0,3 1 0,1 2 0,3-2 378,2-1-469,1 5 1,5-6 0,0 6-40,0-1-76,0-4 1,6 3 0,4-8-1,2-1 1,4-1-15,3-1 14,3-2 0,7-6 1,-1 0 70,0 0 118,-5-6 1,2 3-1,-6-7 1,-2-1-1,-1-3 1028,-2-5-1121,-6 3 1,-2-10 0,-6 3-236,0 1 0,-3-3 0,-5 6 0,-7 2-427,-6 1-155,-3 2 0,1 6 0,-1 3-162,-1 4 161,4 1 1,1 0 0,5 1-1,3 4 1,1 4-3259,1 4 3469,7 1 533,-3 0 0,31 13 0,7 3 0</inkml:trace>
  <inkml:trace contextRef="#ctx0" brushRef="#br0" timeOffset="124">24896 16861 8073,'22'-15'779,"-2"1"0,-5 5 0,-1 1 326,0 2-106,0 1 1,-4 5 0,-1 0 1497,2 0-2037,2 0 0,1 6 0,-1 5 0,-2 5 1049,-2 3-1130,-6 6 1,4-7 0,-7 5 0,0 3 0,0 0 1381,0 3-1473,0 6 1,-7-4 0,-2 6 756,-4-3-797,-7-1 1,2-3 0,-4 0 0,2 0 0,2-4 526,3-4-639,-6-3 0,5 0 1,-3-2 7,3-4-88,9 1 0,-6-12 0,3 2-56,-2-2 0,-2-2 0,4-6-2790,1-4 1915,6-3 0,-4 4 1,6 1-1,-3 0-2545,0 0-2952,-1 5 6372,5-3 0,19-1 0,5 0 0</inkml:trace>
  <inkml:trace contextRef="#ctx0" brushRef="#br0" timeOffset="125">30185 3014 8201,'22'-6'264,"-2"4"0,-10-9 0,-2 5 1,-4-1 1547,-5 1-1613,1 1 0,-13 7 0,5 3 0,-1 4 0,1 4 1114,2 1-1209,-5 0 0,7 0 0,-3 1 1,-1-1-1,1 0-80,1 0-9,-5 0 0,8 1 0,-5-1-186,2 0 1,-1-1 0,4-2-366,-2-2 256,-6 1-84,10-2 260,-6-2 0,7-9 1,0-5-1,0-6-651,0-2 679,7-6 0,-4-2 1,5-8 74,-2-1 0,4 0 0,-4 6 1,0 2 437,1 1-327,-3 7 1,1-4 222,0 7-250,6 6 1,-8 4-1,6 8 1,3 7-1,-1 7 1256,-2 5-1040,4 4 0,-5 2 0,6-1 529,0 1-712,-6-1 1,5-1-1,-4-2 1,2-1 0,0-1 224,-1 0-850,-7-3 1,8-6 236,-6 1-465,-1-8 1,-4 3-983,0-10 579,-6-3 0,-2-11 0,-6-1-302,0 1 1442,-7-6 0,-14-21 0,-9-12 0</inkml:trace>
  <inkml:trace contextRef="#ctx0" brushRef="#br0" timeOffset="126">30071 3113 8222,'14'0'932,"-6"0"0,-2 2-58,-6 3-625,7-4 0,-4 6-103,6-7 1,1 1 0,4 2-1,2 2-1220,3-2 803,-3-1 0,9-2 0,-5 0-380,3 0-948,0-6 1599,-1 4 0,6-22 0,3-9 0,0 1 0,-1 1 0</inkml:trace>
  <inkml:trace contextRef="#ctx0" brushRef="#br0" timeOffset="127">30426 2957 8610,'0'-14'1426,"0"4"-662,0 1-489,0 6 99,0-4 0,2 7 1,1 2-1,2 3 892,-2 4-941,-1 4 1,-2 3 0,1 3 620,4 4-839,-3 4 1,4-3 0,-5-1 0,3 1 0,0 0 494,-1 0-832,5-7 1,-6 5 0,4-5 239,1 2-962,-6-6 1,5 0-1,-4-5-1724,3-1 1609,-4 0 0,6-9 81,-7-3 0,0-7 986,0-7 0,-13-51 0,-3-7 0</inkml:trace>
  <inkml:trace contextRef="#ctx0" brushRef="#br0" timeOffset="128">30441 3085 8227,'-8'0'713,"0"0"328,3 0-59,4 0-421,-6 0 1,9 0-25,3 0-494,2 0 1,12 0-1,2 0-830,1 0 533,2 0 0,-1 0 1,1-2 253,1-2 0,28-11 0,7-7 0</inkml:trace>
  <inkml:trace contextRef="#ctx0" brushRef="#br0" timeOffset="129">31123 2943 8155,'-6'-8'1288,"3"-5"-270,-7 4-833,1-4 1,-1 5 0,1 4-1,-2 2 1,-2 2 0,-1 0 58,0 0 0,-1 0 1,1 2 36,0 2-393,6-2 0,-3 10 0,6-2 49,2 3 1,-3 1-1,1 0-105,2 0 131,1 0 1,9 1-1,2-3 3,4-2 0,1 2 1,0-4-1,2 2 139,3-1-72,-3-6 0,4 10 0,-4-5 396,3 0-323,-10-2 1,10-1-1,-11 1 1,2 1 409,-1-1-302,-6 5 1,2-8 0,-10 5 452,-4-2-634,-4-1 0,-3-5 0,-1 0 0,-3 2 0,-1 1-239,1 2-369,1-1 0,4-4 1,1 0-10,0 0-758,6 0 0,0 0 1342,3 0 0,61-31 0,8-9 0</inkml:trace>
  <inkml:trace contextRef="#ctx0" brushRef="#br0" timeOffset="130">31379 3000 8266,'0'-15'154,"-2"3"1,-1 1 1053,-1 1-893,-1 1 1,5-1 0,-2 1 0,-1-2 666,-2-2-889,1 5 1,8 0-1,3 5 40,1-2 0,1 1 1,5 4-1,0 0-39,1 0-71,-1 0 1,0 0 0,0 0-188,1 0 114,-1 6 1,-2-3 0,-1 5 0,-3 0 0,-1 0-145,-4 3 181,-2 2 0,-1 1 0,-1 0 214,-4 0-191,-3 0 0,-6 1 1,-2-1-1,-1 0 1,-2-1 55,1-4-332,3 4 0,0-5 108,1 6 118,6-6 1,4 0-1,8-5 1,6 2-1,4-1 384,5 3-258,3-6 0,5 6 0,-2-7 368,-1 0-387,-7 0 1,4 4-1,-7 1 1,-1 0 633,-4 1-496,-3-4 0,-7 4 0,-5-4 477,-9 2-733,-5-2 1,-9 9 0,1-6-1,-2-1 1,0 1-2615,1 0 1705,-2 0 0,15-1 960,-3 1 0,35-6 0,9-7 0</inkml:trace>
  <inkml:trace contextRef="#ctx0" brushRef="#br0" timeOffset="131">27512 2943 8271,'0'-8'442,"0"0"0,0 3 972,0-4-1279,0 2 0,6 1 0,4 5 0,2-3 0,4 0 0,3 1-45,5 1 0,4 2 1,4 0-1,2 0-34,3 0-68,1 0 1,-2 0 0,-3 0-140,-3 0 1,-8 0-1,-1 0-286,-1 0 151,-10 0 16,3 0-162,-13 0 0,-2 0 0,-3 0 1,-6 0-1336,-6 0 1525,1 0 0,-5 0 0,7 0-88,0 0 438,0 0 0,4 2 0,1 1 1193,-2 1-863,4 1 1,0-3 480,2 2-545,3 4 0,-4 2 0,6-1 0,0 2 1302,0 2-1450,0 8 0,1-6 0,3 4-118,0-3 0,1 3 1,-5 2-1,2-1-90,2 1-56,-2 4 0,4-8 1,-6 5-89,0-1 1,5-2 0,0-5-779,-2 0 686,-1 1 1,-4-3 0,-3-2-189,-4-6 1,-4 3-1,-1-3 1,-2 0-839,-3-3 1192,3-1 0,-4 0 0,6 0 225,-1 0 0,6 0-31,-1 0 1,7-6 1,3 4-1,11-2 143,7 2 0,2 0 0,6-1 0,-3-1 758,2 0-882,2 3 1,2-4 0,-2 0-458,-4 2 1,4 0 0,-5 0 0,2-3-1837,0-2 1673,-7 4 458,10-8 0,1-34 0,9-16 0</inkml:trace>
  <inkml:trace contextRef="#ctx0" brushRef="#br0" timeOffset="132">28080 2971 8271,'-6'-14'1110,"3"6"-652,-6 3-161,5 4 1,0 1 290,8 0 0,0 6 0,3 4 1,0 2 775,-4 2-1046,5 7 1,-5-5 0,5 4-11,-2 1 0,0-4 0,-2 5 0,0 0-163,0 1-86,-3-6 0,1 8 1,1-4-216,2 1 1,-1-5 0,-4 2 0,0-3-1304,0-2 479,0 0 0,0 1-2229,0-1 3209,7-6 0,1-34 0,6-13 0</inkml:trace>
  <inkml:trace contextRef="#ctx0" brushRef="#br0" timeOffset="133">28080 3142 9410,'-7'0'1554,"0"0"60,20 0-1396,3 0 0,7 0 0,1 0-244,1 0 0,2 0 1,2 0-1,-1 0-1112,1 0 290,-7 0 0,3 0 0,-6 0 848,-2 0 0,12-32 0,1-7 0</inkml:trace>
  <inkml:trace contextRef="#ctx0" brushRef="#br0" timeOffset="134">28649 2929 8302,'0'-15'1413,"0"7"0,-1 1-829,-4 2-183,3 3 1,-4-2-1,4 8 964,-2 6-1092,2 2 0,-4 4 0,6 2-11,0 0 0,0 6 1,0-3-1,0-1-12,0 1-202,0 4 0,0-9 1,0 4 80,0 1-428,0-5 0,0 4 0,0-6 0,0 1-1252,0-1-277,0 0 1,0-4 1827,0-1 0,19-75 0,-7 25 0,-1 1 0</inkml:trace>
  <inkml:trace contextRef="#ctx0" brushRef="#br0" timeOffset="135">28734 2914 8302,'0'-8'548,"5"1"1469,0 2-1020,0 3-501,-5-4 0,0 8 1,0 2 999,0 6-1211,6 2 0,-4 9 0,2 3 336,-2 2-495,4 3 1,-4-1 0,3-1 0,-4-2-1,1-1 103,2 1-529,-2 2 1,4-5 0,-6-1-443,0-1 1,0-7 0,2 3-1778,3-3 679,-4 2 1840,6-13 0,-33-46 0,-5-20 0</inkml:trace>
  <inkml:trace contextRef="#ctx0" brushRef="#br0" timeOffset="136">28592 3028 9170,'-6'-8'3092,"4"2"-2027,-4 6-884,6 0 1,2 0 0,4 0 0,7 0-448,4 0 246,8 0 1,-3 0 0,7 0-276,-1 0 1,1 0 0,-1 0-1,-1 0-2410,-3 0 1930,3 0 0,-16 0 775,3 0 0,-35 6 0,-4 2 0</inkml:trace>
  <inkml:trace contextRef="#ctx0" brushRef="#br0" timeOffset="137">28592 3099 8302,'0'14'720,"0"-4"427,0-1-616,0-5 0,2 3 181,3-2 1,3-3 0,6 2 0,0-2 800,0-2-1515,7 0 1,1 0-1,5 0-1298,-4 0 1164,4 0 1,-5 0 0,7 0 0,-2-2 0,-4-1-3196,-4-1 1901,-3-1 1430,-2-1 0,1-34 0,-1-14 0</inkml:trace>
  <inkml:trace contextRef="#ctx0" brushRef="#br0" timeOffset="138">29133 2914 8397,'0'-14'348,"0"0"1,0 0 713,0 0 43,0 6 1,0 0-90,0 3 1,0 5-41,0 0-835,0 6 0,-5 10 0,0 3 154,2 5 0,-3-2 1,1 2-1,0 1 12,-1 2-337,4 1 1,-4-4-1,6-2-575,0-2 329,0 6 0,-5-10 0,0 2 0,2-2-834,2-2 1799,1 1-439,0-7-280,0-8 0,0-13 0,0-8 0,0-2 0,0-6 198,0-2-238,0-9 0,0 9 0,0-6-138,0 3 1,0 7 0,0 8-1,0 3-632,0 2-1261,0 6 1,1 3 2100,4 10 0,-10 72 0,5-26 0,-1-1 0</inkml:trace>
  <inkml:trace contextRef="#ctx0" brushRef="#br0" timeOffset="139">27924 3497 8341,'-14'-6'45,"4"4"0,2-4 0,1 1 1712,-1 1 166,-2-1-1234,2 5-444,2 0 0,8 1 0,2 3 0,6 0 1052,2-1-1115,3-1 1,-1 3-1,0 0-8,0-2 0,5-2 0,0-1 0,0 0 347,2 0-456,1 0 1,2 0-1,-1 0 451,2 0-455,2 0 1,7 0-1,0 0 1,1 0-1,1 0-48,1 0-40,1-6 0,0 4 0,-2-2-79,-1 2 1,-1 2-1,-2 0 1,3 0-77,1 0 241,2 0 0,0 0 0,-2-2-29,-1-2 0,4 2 1,-2-3-1,-1 4 40,-3 1-137,-3 0 1,-1 0 0,1 0 35,3 0 0,-5 0 1,4 0-1,-4-2-209,2-3 222,2 4 1,1-5-1,0 6-25,-1 0 1,4 0 0,2 0 0,5 0-97,4 0 91,-9 0 1,14-2 0,-11-1-36,-1-2 0,6 0 1,-8 5-1,-2 0-354,0 0 377,-6 0 1,5 0-1,-7 0 43,1 0 0,-1 5 1,1 0-1,1 0-118,3 1 255,3-5 0,2 6 0,0-7-60,2 0 0,2 1 1,4 3-1,1 0 84,-1-1-79,-8-1 1,2-2-1,-6 0-113,3 0 1,1 0 0,3 0-1,-2 0-79,-1 0 152,0 0 1,5 0 0,-1 0 82,1 0 0,4 0 0,2 0 0,0-2 652,0-2-611,5 2 1,-10-4 0,4 6 346,-4 0-453,-1 0 0,-1-5 0,1 0 0,0 2 1,-2 0 83,-3-2-151,3 4 0,-10-6 1,6 7-189,-3 0 199,-7 0 0,-2 0 1,-6 0-1,-1-1-176,-2-4-276,-2 3-2747,-6-4-344,-2 6 2768,-12 0 788,-2 0 0,-28-2 0,-12-2 0,-2 0 0,-1 0 0</inkml:trace>
  <inkml:trace contextRef="#ctx0" brushRef="#br0" timeOffset="140">29858 4364 8007,'-8'0'-192,"1"-1"671,7-4 131,-6 4 0,5-7 251,-4 3 1,3 2-136,2-7-505,0 7 1,0-5 206,0 3-140,0 4-222,0-5 0,-6 6-30,-4 0-10,-2 0 1,2 1 0,1 2 0,-2 4 0,-2 1 45,-1 3-29,6-5 0,-5 7 0,4-4-242,-4 4 201,5-5 1,1 4 0,3-2-302,0 2 249,-1 3 1,6-3 0,4-2 232,5-6-144,2 4 1,7-6 0,2 3 0,-1-4 0,2 1 226,1 2-238,-6-2 1,3 6-1,-5-5 363,-1 2-168,0 0 1,0-1 0,-1 3 0,-4 1 338,-4 3-167,-3-5 1,-2 7 9,0-4-368,-7 4 0,-2-4 1,-8-1-1,-2 0 1,0-2-695,-2 1 450,5-3 0,-4-2 1,6 1-580,-1 2 1,1 0 0,0-5-523,0 0-815,6 0 974,2 0 1149,6 0 0,25-13 0,6-3 0</inkml:trace>
  <inkml:trace contextRef="#ctx0" brushRef="#br0" timeOffset="141">28692 3981 8271,'0'-15'-128,"0"1"1,0 0 0,-2 0 0,-1 0 0,-2-1 1691,2 1-1382,-5 6 1,2-4 0,-5 4-1,1-2 1,-1 2 0,-1 2 522,-2 3-595,-1 1 0,1 9 0,0 2 0,1 4 0,2 1-7,2 0 0,6 2 1,-2 1-1,3 2-162,2-1 57,0 4 1,0-7 0,2 4-12,3-3 0,2 3 0,8 0 0,-1-3 18,0-5 15,0 2 0,5-5 1,0 6-182,-1 0 151,-3-6 1,0 5 0,-1-6 0,-2 3-1,0-2 7,-3-2 10,-6 5 1,3-8 370,-6 7-291,-6-7 1,-2 8-1,-6-6 1,0-2 0,-2-2 124,-3-1-235,3 0 0,-4 0 0,6 0 166,-1 0-224,7 0 0,1 0 1,5-1-661,2-4 662,9-3 1,14-1-1,7-1-67,3-1 137,3-1 0,2-3 0,0 1 0,0-2 0,-2-1-95,-3-2 89,-3 0 0,-8 5 0,-4-2 123,-7-3 1,0 3-1,-6-3 1,-4 4 280,-4 0-371,-5 1 1,-6 5 0,0 1 62,0 1-82,-1 3 1,1 5-1,0 4 1,0 5 0,-1 2 224,1 2-181,6 1 0,-3 4 0,7 0 156,0-2-203,3-1 1,1-2 0,0 0 0,0 0 0,1 1-223,4-1 83,-3 0 0,12-6 0,-1-2-85,4 1 1,2-6 0,-3 4 0,1-5-325,2-5 488,0 4 1,0-12 0,0 3-197,-2-2 308,-1-2 1,-3-1 0,-2 1 0,-2 0 425,2 0-235,-4 6 1,5 1 279,-2 7-367,-4 0 1,2 0-1,-5 2 1,2 3 378,-2 4-392,5-2 1,-5 5-184,7-2 1,-6-2 0,6-1-247,1 0 177,1-2 0,-2-5 0,-1 0-221,2 0 327,2 0 1,-3 0 0,-1-2 0,1-3-1,-1-3-114,1 0 151,-7-4 1,8 9 0,-5-5 240,2 1-61,-5-4 0,3 8 3,-6-6-1093,0 6 517,0-4 228,0 7 634,0 0-452,7-6 78,-6 4 1,6-10 0,-7 2-78,0-2 0,0-7 0,0-2 0,0 1 72,0-1-79,0-4 1,-2 4 0,-3-4-173,-4 1 108,3 7 1,-7-4 0,5 7 0,-1 1 0,-1 4-106,-1 4-57,5 4 0,-5 7 0,6 3-62,2 4 487,-5 8 1,6 1-1,-3 6 1,4-1 0,1-2 441,0-1-619,6 0 0,1-2 1,4-3 117,-2-3-164,-6-2 1,10-2 0,-5 0 0,1-5 0,1 0-9,1-4 31,-5-2 1,2-1 0,-5-1-218,2-4 1,0 2-1,-4-5-969,4 2 57,-3 1 120,4-1-88,-6 4 0,0-3 1057,0 10 0,6 41 0,2 16 0</inkml:trace>
  <inkml:trace contextRef="#ctx0" brushRef="#br0" timeOffset="142">29659 4251 8271,'0'-15'-80,"-7"1"1,4 0-1,-6 1 1999,-2 4-1601,-2 3 0,-1 7 1,0 4-1,-1 6 1,1 5-1,0 4 1,0 2 1666,-1 4-1809,-5 7 0,6-3 1,-2 5-1,6-2 1,3 2 175,-1 1-269,4-4 1,-2 2 0,6-5 84,0-1 1,5 1 0,1-1 0,2-1-282,3-3-14,2-4 1,-1-10-1,0-1-255,-3 2-57,0-5 1,6 5 0,-1-6-2315,0-2 2357,-6-1 0,3 0 1,-5 1-552,2 1 0,2 1 947,4-5 0,25-25 0,7-7 0</inkml:trace>
  <inkml:trace contextRef="#ctx0" brushRef="#br0" timeOffset="143">30242 4436 8249,'7'-15'170,"6"1"0,-7-5 0,4 0 0,-5 2 0,-4 1 0,-1 2 1460,0 0-1338,0 6 0,-6-3 1,-4 6-1,-2 2 1,-2 1-1,-1 4-19,1 2 0,0 0 1,0 4-1,-1-1-240,1 1-103,0-5 0,1 10 0,2-5-298,2 0 1,4 3-80,-4-6 1,4 6-269,-5-2 762,7-2 0,3-1 0,10-6 1,4 0-1,3 0 193,2 0-147,7 0 1,-9 0 0,5 0-49,-1 0 55,4 0 0,-9 0 0,3 0 0,-4 0 0,0 0 653,-1 0-498,0 0 1,-4 0 248,-1 0-320,-6 0 0,4 6 0,-7 4 0,-2 2 422,-3 3-518,-3-8 1,-6 6-1,0-5-191,0 0-18,-1 4 1,1-8 0,0 4-1,0-1-606,0 1-85,-1-4 114,7 2 599,2-6 1,8 5 0,2-1-1,6-1 1,3-1 455,1-2-229,0 0 0,2 0 37,3 0 1,-3 5-1,3 1 442,-4 2-110,0-5 0,-8 10 516,-2-4-894,-3 4 0,-4-4 0,-3-1 0,-4 0 0,-5-2-5,-5 1-374,3-2 1,-6-1 0,4 1 94,0-2-1000,-1 5 0,9-6 0,1 4 1,-1 0-2918,2 4 3291,2-4 791,6 7 0,50-5 0,14 6 0</inkml:trace>
  <inkml:trace contextRef="#ctx0" brushRef="#br0" timeOffset="144">30540 4720 8220,'0'-8'5670,"0"2"-4903,0-1-150,0 6 1,-1-6-1,-4 7-50,-5 0-574,-2 7 1,-2-4 0,-1 5-803,1-2 1,0 5 0,0-3-1,-1 2-2832,1-1 3641,6 1 0,15-9 0,8-2 0</inkml:trace>
  <inkml:trace contextRef="#ctx0" brushRef="#br0" timeOffset="145">30967 4350 8280,'0'-8'481,"-5"-4"1,-1 2 105,-2-2-174,-2 4 1,-4 1 0,-2 7 0,-3 0-1,-4 0 1434,-4 0-1685,-2 7 1,2 5 0,2 7-98,1-1 1,7-1-1,0 0 1,6 2 48,6-1-343,3-2 1,2-2 0,2 0 172,3 0-147,3 0 1,12-1-1,4-2 1,3-1-1,1-1-1094,1-1 1111,-7-2 0,4-4 0,-3 1-255,-1 2 530,-2-1 1,-6-2 0,1 1 0,-3 4 528,-2 0-479,-4-3 0,-6 3 1,-1-2 469,-4 5-405,-3-4 1,-11 5 0,0-5 0,0 1-1,0-1-21,0-3-386,-6 5 1,9-6-1,-3 2-2220,3-2 1714,8-2 709,-4 0 0,42-19 0,3-5 0</inkml:trace>
  <inkml:trace contextRef="#ctx0" brushRef="#br0" timeOffset="146">31166 4436 8276,'8'-15'2356,"-4"1"-365,-2 6-1183,-2-4-762,0 4 1,2 0-1,2 1 1,6 3-1,2-1-73,9 0 0,-5 5 1,3 0-1,-4 0 1,0 0-251,-1 0 105,0 0 0,0 2 113,1 3 0,-6 2 0,-1 8 127,-2-1 109,-7 0 1,-2-1 0,-7-2 50,-1-2-309,-2 1 0,-1 4 0,0-1-560,0-4 527,6 4 0,1-10 113,7 6 123,0 1 0,2-1 0,3-1 1,3 0-1,1-2 349,1 1-418,-1 4 0,5-5 0,1 5 480,-1-1-218,-6-1 1,3 1 0,-7-1 777,0 2-991,-3 2 0,-2-4 0,-4-1-676,-5-2 444,-2-1 0,-7-3 0,0 1 0,1 2 0,1-2-566,-2-2-454,3 6 0,1-6 1,5 4-258,-1-3-620,5-2 2027,-7 0 0,30 0 0,1 0 0</inkml:trace>
  <inkml:trace contextRef="#ctx0" brushRef="#br0" timeOffset="147">31592 4606 8214,'0'-8'456,"5"0"1230,0 4-240,-1 2-384,3-4-32,-6 6 1,4 6 120,-10 3-1025,4 4 0,-10 1 1,4 1-1,1-1 1,-2 0-513,0 0-353,5 0 0,-8 1 0,5-1 76,-2 0-737,5 0 1,-4-4 0,7-1-723,0 2 1846,0-4 0,2-1 0,3-6 276,4 0 0,4 0 0,29-38 0,12-19 0,-15 18 0,0-1 0,0 1 0</inkml:trace>
  <inkml:trace contextRef="#ctx0" brushRef="#br0" timeOffset="148">31791 4563 8205,'15'-22'-247,"-6"-4"0,-1 3 367,-2 1 272,-1 2 0,-5 6 0,0-1 270,0 1 0,0 5 0,-2 1 999,-2 1-1234,2 3 1,-11 4 0,4 1 804,-4 4-971,-1 3 1,0 6 0,0 0 0,-1 1 0,1-1 787,0 0-1190,0 6 1,4-4 0,2 3 400,2-3-405,1-2 0,5 0 0,0 1 0,0-1 0,2-1-1206,3-4 863,-4 4 1,12-12 0,-4 4-245,4-3 602,1-2 0,0 0 0,1-2 1,-1-3-244,0-4 288,0-4 1,-4 4-1,-2-1-165,-2-1-114,-1-2 1,-5 4-1,0 0-1785,0-3 1589,0 6 1,-7 0-696,-2 6 1255,-4 0 0,5 0 0,-4 25 0,4 7 0</inkml:trace>
  <inkml:trace contextRef="#ctx0" brushRef="#br0" timeOffset="149">31820 4492 8229,'0'-14'23,"0"5"0,-2-1 656,-3-1 0,4-1 0,-5-1 530,-1 3-658,6 4 1,-7 6 242,3 0-447,-3 6 1,0 4-1,2 7-47,0 2 1,4 5 0,-3-4 0,4 1 421,1 0-767,0 4 1,0-9 0,0 3-182,0-4 202,6 0 1,2-1 0,8-2 0,1-1 136,2-1 0,0-7 1,0 2 0,0-8 105,-2-2 1,4-11 0,-2 2 0,-2-3 737,-1-4-830,-2-1 1,-4-2 0,-2 1 90,-2-3-274,-1-1 0,-5 1 0,-2 2 1,-3 5-1,-4 3-484,-4 2 190,-7 6 1,-3 2 0,-5 6-94,0 0-513,6 0 0,-4 6 0,7 3 0,2 6 0,3 2 956,4 2 0,29 38 0,13 4 0</inkml:trace>
  <inkml:trace contextRef="#ctx0" brushRef="#br0" timeOffset="150">32076 4293 8342,'0'-20'0,"0"-2"0,1-2 0,4 0 1336,-3 7 1,10-4 0,-2 9 897,2 2-2026,3 4 1,-1 6-1,2 2 85,3 2 1,-4 6 0,4 7-1,-3 4 530,-2 1-509,0 1 1,-1 8 0,-3 0-1,-6 2 1,-2 2 0,-2-3 0,0 2 815,0 3-866,0-6 1,-6 4 0,-4-7 143,-3 1-323,-1 6 0,0-10 0,0 2 0,-2-5 0,-1-5 327,-2-1-796,0-2 1,6-4 0,2-2 157,2-2-1308,5-1 1,-8-5-2533,2 0 2948,4 0 0,-2 0 1118,3 0 0,-40-45 0,14 18 0,0-1 0</inkml:trace>
  <inkml:trace contextRef="#ctx0" brushRef="#br0" timeOffset="151">29545 5459 6694,'8'-14'570,"-2"4"1,-6 1 0,0-2 709,0-2-664,0-1 0,0 5 0,0-1 751,0-1-1153,-6-2 0,-4 5 1,-7 5 53,-2 6 0,0 1-227,5 5 0,0 1 0,-1 4 1,1 0-360,0 0 193,0 0 1,6 1-1,3-1-17,4 0 1,2 0 0,4 1 148,4-1 67,4 0 0,6-5 0,1 1-22,3 1 0,-6-3 0,2 0 0,-3 0 104,-2 0-15,0-5 1,0 5 309,1-4 0,-8 4 437,-2 6-790,-10-6 1,-7 0-1,-9-5-273,-1 2 1,-2 0-1,-6-4 1,-1 3-509,-2 0 420,6 1 0,2-5 0,6 0-1866,1 0 1,6 0 2128,7 0 0,57-6 0,25-2 0</inkml:trace>
  <inkml:trace contextRef="#ctx0" brushRef="#br0" timeOffset="152">29687 5502 8294,'0'-8'171,"0"-5"1,0 4 1154,0-4-699,0-1 1,0 4 0,0 1 1222,0-2-901,0 5-141,0-1-583,0 7 0,0 7 0,0 2 1,0 4 694,0 1-1049,6-6 0,-2 4 1,5-4-70,2 0 1,-3 3 0,1-4 0,3-1-527,0 0 314,2-1 0,-4-5 0,-1 0 164,2 0 0,0-2 0,1-2 0,-5-6 207,0-2-23,4 4 0,-10-10 1,4 4 349,-3-2 1,-2 0 0,0 2 929,0 0-675,0 0-386,0 6 0,0 3 1,0 10-1,0 4 731,0 4-398,0 8 0,0 1 0,-2 6-111,-3 1 1,4-3 0,-4 0 0,3-3 321,2 3-870,0-6 1,0 5 0,-1-6-544,-4-1 0,4-2-324,-4-2 188,3 0-295,2-6 0,0-8 1,0-10-3437,0-2 4579,0-2 0,51-45 0,-20 24 0,1 1 0</inkml:trace>
  <inkml:trace contextRef="#ctx0" brushRef="#br0" timeOffset="153">30526 5630 8294,'0'-8'2299,"-2"0"603,-2 3-2497,2 4 1,-6-6 0,3 6-1,-4-2 138,-4-2-526,-7-6 1,4 9 0,-3-4 0,2 0 0,-1-2-36,-1 0 0,-4-10 0,4 4 0,3-2-201,5 1 6,-2-6 0,12-1 0,-4-7 0,3 1 0,2 0-615,0-1 796,7 7 0,-4-3 0,6 6-164,2 1 141,-4 9 1,5 3 0,-4 7-490,0 4 561,5 3 0,-12 8 0,4 3 260,-3 4 1,-4 3 0,-3-1-1,-3-1 494,0 1-597,-4 2 1,4 1 0,-6-1-63,-1-3 0,1-2 0,0-5 0,0 2 297,0-2-438,6-1 1,-3-6-94,6-1 0,2-6 1,9 2-390,8-3 479,0-9 1,13-1-1,-3-6-57,3 0 0,1 0 0,1 0 0,-2 1-420,-4 4 228,-2-4 1,-5 10-309,3-7 0,-4 2 0,4-1-968,-3 4 139,-8 4 1418,5 1 0,-5 6 0,6 2 0</inkml:trace>
  <inkml:trace contextRef="#ctx0" brushRef="#br0" timeOffset="154">31208 5345 8294,'0'-14'427,"0"5"0,0-1 1155,0-1-1013,0 5 1,-1 0-1,-4 6-136,-4 0 0,-9 1-311,-1 4 1,-1-2 0,2 6-1,-2 3 9,-2 0-97,-2 2 0,2 1 0,1-1 0,2 0 0,2 0-265,4 0-55,-1-6 0,8 5 167,-4-4 0,4-1 1,8 2 168,2 1 37,4-5 0,6 2 0,2-5-42,3 2 0,-3 0 0,3-4 0,-2 2 43,2 2-64,-3 0 1,0-5 0,-7 2 21,2 2 1,-3-2-1,0 4 115,-1 1 36,-3-6 1,-4 7 164,0-3 1,-6 1 0,-3 5 0,-4-1 660,-1 1-942,-1-5 1,1 2 0,0-5-188,0 2 0,-5 4 1,0-4-1,1-2-499,3-1-760,0-2 0,6 0-2889,0 0 4254,-1 0 0,46-38 0,13-10 0</inkml:trace>
  <inkml:trace contextRef="#ctx0" brushRef="#br0" timeOffset="155">31365 5374 8294,'6'-14'249,"-4"6"0,6-5 1622,-4 4-901,-2 2 0,11-4 386,-4 6-1216,4 1 1,-4 4-1,-1 1 122,-2 4 0,4-2-152,-5 7 1,4-1-1,-4 5 1,-2 1 398,-1-1-512,-2 0 1,0 5 0,0 0 0,-2-2 0,-1 1 5,-2 1 92,-6-4 1,5 6-1,-5-7-27,1 0 1,5-1 0,-3-2 94,2-1-36,1-1 22,5-1 1,11-2 0,5-6 0,6 0 162,8 0-248,-1-6 0,6 0 1,-7-5-7,0 1 0,-1 5 0,-3-3 0,-5 1 29,-3-1-15,-8 5 0,0-4-1415,-4 7-1262,-2 0 1,-5 2 2604,-7 3 0,-37 21 0,-1 12 0</inkml:trace>
  <inkml:trace contextRef="#ctx0" brushRef="#br0" timeOffset="156">28621 6312 8220,'-8'-14'349,"-5"0"1,12-1 0,-6 3 0,3 1-1,-1 1 990,2-1-1069,1 5 0,2 1 1,0 10-1,0 4 0,0 4 1,2 3 201,2 3 1,-2-2 0,3 5 0,-2-1-207,2-4-99,-4 5 0,6-6 1,-7 3-120,0-3 0,0-2 0,0 0-1072,0 0 481,0 1 1,0-6-586,0 1 771,0-7 1,0 2 0,0-10 0,0-5-824,0-2 1067,0-3 1,-5-5 0,0-2 419,2 0-285,1-11 0,2 9 1,0-9-1,0 3 1,0 1 952,0 1-775,0-1 0,0 7 0,2 3 524,3 3-520,3 9 0,6 0 0,0 7 0,0 0 0,0 2 809,1 3-991,-1 2 1,-2 9 0,0 2 353,-3 1-337,-6 0 1,3 0-1,-6-1 1,0 0-1,0-2 292,0-2-361,-6 6 0,-2-5 0,-6 0-248,0-4-160,0-1 1,-5-1 0,0-1-1,1 0 1,3-1-665,0-1 977,1-1 0,5-5-139,-1 0 13,7 0 0,-2 1 1204,10 4-574,3-3 0,6 4 0,0-5 708,1 4-887,-1-3 0,5 4 0,0-6 0,-2 2 0,-1 1 542,-2 2-734,0-1 1,0-4 0,1 2 64,-1 3-97,0-4 1,0 5 0,2-6 0,2 0-1,1 0-531,-2 0 307,5-6 0,-5 0 1,5-5-127,-1 1 230,-2 1 0,-5-5 0,0-1 1,1 1-1,-3 0-101,-2 0 263,2 0 0,-10-2 1,3-2 70,-4-1-64,-7 0 1,3 7 0,-7 2-1,-1 6 1,-1 2 413,-3 2-388,-5 0 0,4 2 0,-3 2 181,3 6-167,2 2 0,5 4 0,1 2 0,1 1 0,4-2 102,2-1-122,1-8 1,0 4-1,1-2-63,4 2-46,3-4 0,8 3 0,1-6 0,4-2 0,1-1-444,3-2 337,-4 0 0,4-5 0,-5-1 137,2-2 1,-4-2 0,1-4-1,-3 0 261,-2 0-165,0 6 0,0-5 0,0 5 197,1 0-194,-7-4 0,3 9 0,-5-5 0,2 1 288,3 4-487,-5 2 257,1 1-825,-7 0 543,0 0 0,-7 0 115,-2 0 65,-4 0 0,-1 4 1,1 3-113,4 1 195,-4-5 1,5 8-1,-4-5 1,1 2 0,3 3 462,1 2-431,-4-5 1,10 4-1,-4-2 293,3 2-295,2 3 0,0-6 0,2 1 0,4 1 173,8 1-251,1-4 1,7-2 0,-5-6-351,2 0 285,6 0 0,-7 0 0,4-1 0,0-2 0,-1-4-44,-1 0 61,-1-3 0,-3-3 0,0 2-62,-2 2 150,3-1 0,-9-2 0,6 1 1,-1 1 605,-3-1-203,-4-1-101,-6 4-749,0-5-312,0 11 320,0-4 160,0 6 317,-6 0 0,4 2 0,-4 1-17,-1 2-69,6-1 446,-6-4-297,1 0-393,4 0 96,-4 0 1,6 2 432,0 3-264,0-4 0,0 7 0,0-3 67,0 4 92,0 4 1,0-4 0,2-1 48,2-1 0,0 4 0,5-2 286,2 4-447,-4-5 0,4 0 1,-5-5 267,2 2-322,-5-1 1,10-4 0,-4 0-1,4 0 178,1 0-266,-6 0 0,4-1 0,-2-4 28,3-5-26,-6-2 1,5-2 0,-6-1 0,0 0 0,0-3-222,-2-1-50,-3-6 0,-1 8 0,0-6-176,0 3 236,0 1 0,0 5 0,0 0-795,0-1 625,0 7 1,2 2-1,3 6-801,4 0 752,4 0 1,1 5 0,2 1-1,1 1 1,2 0-2988,-2 1 2762,5-5 679,-6 10 0,11-11 0,-5 4 0</inkml:trace>
  <inkml:trace contextRef="#ctx0" brushRef="#br0" timeOffset="157">29488 6952 8266,'-6'-14'1005,"4"6"0,-4-5 0,4 5 793,-2 0-1576,2-4 0,-4 12 0,4 0 0,-1 8 0,-3 6 151,-2 5 1,3 3 0,-5 6 0,-1 1 290,-1-1-518,4 1 1,-5 4-1,5 0 10,0-2 1,2 0-1,5-3 1,-3 0-130,0 1-163,-1-7 1,6 2 0,4-9-403,5-2 0,-2-2 1,1 2-1,2-4-2651,2-4 2649,1 3 1,0-7-1,0 4 540,1-3 0,18-21 0,5-5 0</inkml:trace>
  <inkml:trace contextRef="#ctx0" brushRef="#br0" timeOffset="158">29872 6994 8372,'-10'0'291,"3"-1"1,-1-2 589,0-2 1,-2 0 0,-4 5 591,0 0-1177,6 0 1,-5 2-1,4 3 272,-4 4-430,-1 4 1,4-1 0,3-1-31,0-1 0,-2-1 0,4 6 55,2-1-265,1 0 0,4 0 0,3 0-204,4 1 308,10-7 0,-2 4 1,7-4-1,0 2 1,0-3 712,-1 0-646,1 4 1,-2-10-1,-3 6 180,-3-1 0,-2-4 0,-1 4 333,-4 0-301,-3-4 1,-7 4 0,-4-4-84,-4 2 1,-6-2 0,-4 3 0,-4-2-47,-4 2-803,5-4 0,-3 6 1,6-7-410,1 0 0,2 1 0,2 2-1306,0 2-629,6 0 2995,2-5 0,50-13 0,11-3 0</inkml:trace>
  <inkml:trace contextRef="#ctx0" brushRef="#br0" timeOffset="159">30142 7094 8277,'-8'-6'334,"0"-1"962,4-2-691,2-4 1,-6 5 0,5-6 1109,-2 0-1637,0 6 1,12-3 0,2 5 33,4-2 1,1 5 0,2-2 0,1 3 328,2 2-312,6-6 0,-9 4 0,5-2-96,-1 2 0,-9 7 1,4 1-1,-4 2-262,-3 3 299,-2 2 1,-6 1 0,0 2 117,0 3 0,-6-2 0,-5 5 0,-5 0-3,-3 0-82,0-4 0,5 2 0,-1-5-59,1-1 1,5 0 0,1 0 86,1 0-244,3-6 0,5-1 1,4-7-30,5 0 1,2 0-1,4 0 1,1 0-1523,2 0 1207,7-7 0,-9 6 0,5-6-280,-1 1 1,-2 4 0,-5-2 736,0 2 0,25-10 0,7-4 0</inkml:trace>
  <inkml:trace contextRef="#ctx0" brushRef="#br0" timeOffset="160">30668 7222 8298,'8'0'3855,"-2"0"-2976,-6 0 1563,0 0-1886,-6 0 0,-2 6 1,-6 4-1,0 2-277,-1 3-251,8-1 1,-6 0 0,3 0-89,-2 0 0,2 1 0,1-1 0,-1 0-1318,2 0 903,-4 1 1,9-3 0,-5-1-2251,1-1 0,-2-6 2725,4 6 0,26-39 0,10-4 0</inkml:trace>
  <inkml:trace contextRef="#ctx0" brushRef="#br0" timeOffset="161">31137 6980 8298,'-14'-14'510,"5"1"0,-1 2 1633,-1 2-1656,-2 6 1,-1-5 0,0 5-1,0-2 858,0 2-1230,6 1 1,-5 7 0,4 1 0,-3 2 0,1 3 367,2 2-322,-1 1 0,1-4 1,1-1-21,2 2-262,1 2 0,5 1 0,0 0 0,0 0-806,0 1 819,6-1 0,4-2 1,7-1-36,2-1 1,5-1 0,-5 4 0,0-2 47,1-1 97,-4-7 0,5 9 1,-7-4-58,0 0 269,-6 5 0,3-5 0,-6 6 921,-2 0-1027,-8-6 0,-7-2 1,-9-6-365,-1 0 291,5 7 0,-9-6 0,6 4 0,-1-3 1,1-2-1505,2 0 63,2 0 0,7 0-1812,0 0 3218,5 0 0,49-26 0,18-5 0</inkml:trace>
  <inkml:trace contextRef="#ctx0" brushRef="#br0" timeOffset="162">31365 7009 8034,'-22'-13'-384,"3"2"2424,3 2-1083,8 5 1,2-4 146,6 4 0,1 2-581,4-3-353,3-2 1,6 5 0,0-3-26,1 4 0,-1 1 0,0 0-118,0 0-38,0 0 1,-1 6-430,-3 3 424,-4 4 0,-6 1 0,0 0 1,0 1-1,-2-1 306,-2 0-257,-4 7 0,-2-6 0,1 4 64,-2-3-45,-2-2 1,4 1 0,1-1 0,0 0 184,0 0-307,5-6 0,-2 3 155,10-6-342,3 0 0,6-5 0,2 0 0,1 0 0,2-2-2435,-2-3 2021,5 4 0,-6-7 1,3 5-415,-3-2 1085,-2 0 0,26-14 0,5-4 0</inkml:trace>
  <inkml:trace contextRef="#ctx0" brushRef="#br0" timeOffset="163">31862 7194 8321,'15'0'1725,"-6"-2"0,-1-3 3070,-2-4-3533,-1 2 0,-7 1-915,-2 6 0,-4 2 0,-6 2-653,-1 6-69,1-4 1,0 7 0,0-4-1012,0 4 0,-1 0 150,1-4 0,1 4 1,2-4-1,2 2-2413,-2-1 3649,5 2 0,-7-23 0,5 2 0</inkml:trace>
  <inkml:trace contextRef="#ctx0" brushRef="#br0" timeOffset="164">32090 7037 8321,'0'-22'760,"6"1"1,-4 7 0,3 0 1024,-4 0-1403,-1 6 1,-6 2 0,-4 6 91,-2 0 0,-3 6 1,1 3-1,0 6 778,0 4-1097,0-4 1,1 7 0,3-4-124,6 1 0,2 5 0,2-6 0,0 0-247,0-2 191,6-2 0,2-2 1,7 0-142,-1-3 114,6-6 1,-4 4 0,3-7-1,-3 0 1,-2-2 970,0-3-756,1-3 0,-6-11 0,-1-1 0,-2-2 1,-1 3 0,-5-3 0,-2 0-842,-2-1 474,-4 6 0,-2-4 1,1 9-360,-2 2-169,-8-2 1,3 10 0,-3-1 0,3 5 0,4 4-3882,2 2 3842,-3 8 770,12-1 0,20 44 0,12 2 0</inkml:trace>
  <inkml:trace contextRef="#ctx0" brushRef="#br0" timeOffset="165">32488 6938 8351,'14'-29'521,"0"7"0,-1-3 0,-2 6 982,-1 1-1015,-1 3 1,1 7-1,-1 3 598,2 3 0,-3 2-638,1 0 0,1 12 0,4 3 1,0 6 659,1 4-721,-8 8 0,0-1 0,-7 4 255,0-1 0,0 4-441,0-1 1,-7-1 0,-2-1 0,-4-1 178,-1-4-367,-6-1 1,-1-1 0,-4-2-421,1-4 0,0-2 0,-2-7 0,0 0-1111,3 1-993,5-1 1,-4-5 2510,3 1 0,-9-20 0,-9 1 0</inkml:trace>
  <inkml:trace contextRef="#ctx0" brushRef="#br0" timeOffset="166">30014 7776 8243,'-8'0'824,"-4"0"1,2 0 0,-3 0 0,-1 2 0,0 3 0,-2 4 711,-3 4-1503,3 7 0,-9 2 0,6 7 0,3-1 0,4 2 0,4 2 0,2 1-91,2-1 0,4-2 75,5-2 0,3-1 1,8-2-1,3-4 1,3-4-1,2-6-490,-1-3-281,1-3 0,0-4 0,-2 3-80,-2 0 0,4 1 0,-5-6 0,0-3 834,2 0 0,6-20 0,6-8 0,4 1 0,1-1 0</inkml:trace>
  <inkml:trace contextRef="#ctx0" brushRef="#br0" timeOffset="167">30412 7890 8202,'0'-14'312,"0"0"1,-6-1 2296,-4 1-2039,4 6 0,-7 2 0,4 6-49,-4 0 1,-1 0 0,0 0 0,0 2 628,-1 2-990,1 4 0,5 6 1,1 1 349,2-1-527,1 0 0,0 0 1,0 1-1,4-1 1,2 0-40,4 0-55,6 0 0,2 1 0,6-3-38,-2-2 1,4 1 0,-2-5 0,-2 2-17,-1 3-84,4-5 0,-4 5 88,3-6 179,-3 6 1,-4-8 0,-2 7 558,-5 1-391,-4-5 0,-2 1 1,-4-6 281,-5 4-509,-2-4 0,-4 6 0,-1-7 1,-4 1-1,1 3-1374,-1 0 849,2 1 1,5-5-1971,0 0 1504,-1 0 1032,8 0 0,32-19 0,14-5 0</inkml:trace>
  <inkml:trace contextRef="#ctx0" brushRef="#br0" timeOffset="168">30654 7919 8120,'0'-15'237,"0"1"1356,0 0-325,0 0 833,0-1-1663,0 8 1,0 2 0,0 10 915,0 4-1018,0 4 0,0 1 0,0 0-177,0 0 1,0 1-1,0-1 1,0 0-169,0 0 29,6 0 1,-3-1 0,7-2-157,1-1-99,2-7 0,1 8 0,2-6 0,1-2 0,2-2-1766,-2-1 1707,5-6 0,-6 3 0,3-7-44,-3-1 410,-2-8 0,0 4 0,-1-6 0,-2 2 370,-1 0-73,-7 0 0,3 5 16,-6 0-52,0 6 0,0 3 0,0 10 0,0 6 1330,0 6-1289,0-1 0,0 11 0,0-3 821,0 2-1183,0 3 1,0-5 0,0-2 0,0 0 0,0-2-43,0 1-271,0-2 0,0-5-2254,0 0 823,0 0 1,0-4-1,2-1 1732,2 2 0,23-23 0,11-6 0</inkml:trace>
  <inkml:trace contextRef="#ctx0" brushRef="#br0" timeOffset="169">31223 8146 7262,'8'-8'2999,"-2"0"-1637,-6 3 1551,0 4-1035,0-5-1312,0 12 0,0 2 345,0 6-1035,0 0 1,-2 0 0,-1 1 0,-3-3-1,-1-1-2019,1-1 1502,1-1 1,1 1-2867,-1-1 1408,0 1 2099,5-2 0,44-34 0,12-13 0</inkml:trace>
  <inkml:trace contextRef="#ctx0" brushRef="#br0" timeOffset="170">31635 7933 8303,'6'-14'142,"-3"4"0,5 1 980,-1-2-533,-3-2 1,-4 3-5,0 1 1,-1 4 0,-4-3 0,-6 2 820,-6 3-1255,1 1 0,-5 7 0,5 1 59,-2 2-144,2 2 1,-3 4 0,8 0 0,3 0 0,1 1-251,4-1 187,2 0 1,1 5 0,0 0-183,0-2 1,6-1 0,4-2-1,4 0-179,5 1 353,-3-1 1,6-5 0,-5 1 69,2 1 1,0-3 0,-5 0 0,-1 0 134,-4 0 84,4-5 0,-12 5-60,4-4 14,-3-2 1,-9 6 0,-4-5 0,-4 2 0,-4-2-65,1-2-326,2-1 1,2 5 0,0 0-1750,0-2-438,0-1 0,4-2 2339,1 0 0,31-13 0,3-3 0</inkml:trace>
  <inkml:trace contextRef="#ctx0" brushRef="#br0" timeOffset="171">31877 7961 8319,'0'-14'252,"0"0"0,0 0 1639,0-1-671,0 1 0,0 5 937,0-1-1918,0 7 1,0-2 0,0 10 228,0 4 1,0 4 0,0 1 0,0 2 170,0 3-515,6-3 1,-3 4-1,5-5-191,-2-1 1,5 0 0,-3 0-1,2-1-1109,-1-4 774,1 4 0,4-11 0,0 4-21,0 0 0,5-4 1,0 1-1,-1-5-293,-3-2 788,0-7 0,-3-2 1,-1-6-67,-1 2 0,-2-1 0,1 1 0,-4-2 233,-3 2 497,-2 1 0,0 6 793,0 1-746,0 6-626,0-4 1,0 18-1,0 5 152,0 5 0,0-2 1,0 4-1,0 1 273,0-2-573,0 5 1,0-10 0,0 6-423,0-3 1,0-1-1,0-5 1,1 0-2558,4 1 1857,-4-1 0,7 0 0,-5 0-2072,2 1 3185,0-8 0,27-13 0,7-10 0</inkml:trace>
  <inkml:trace contextRef="#ctx0" brushRef="#br0" timeOffset="172">32431 8217 8523,'6'-14'1857,"-4"4"825,3 1-1341,-4 6-122,-1-4 0,0 9 500,0 3-1199,0 3 0,0 6 0,0 0-444,0 0 0,-4 1 0,-3-1 0,1 0-282,0 0-1184,1 0 0,0 1 377,0-1 0,-4 0 1,4 0-3686,2 0 3031,1 1 1667,2-7 0,13-21 0,3-11 0</inkml:trace>
  <inkml:trace contextRef="#ctx0" brushRef="#br0" timeOffset="173">32730 8132 8296,'0'-14'187,"6"-1"1,-4 1 0,2 0 1881,-2 0-716,-2 6-437,0-5 0,-2 12 0,-2-3 259,-6 8-972,-3 3 1,1 8 0,1 1 735,1 2-863,7-2 0,-3 5 1,6-7-1,0 0 0,0 0-145,0 1 177,6-1 1,2 0-30,6 0 1,2-4 0,1-2 0,2-2-1607,-1-3 1385,-2-1 1,-2-4 0,-2-3 336,-2-4 1,3-5 0,-6-4-1,1-2 191,-3-2-593,-3 4 1,-2-7-1,-2 5-148,-3-3 1,-3 6 0,-6 0 0,0 4-862,0 4 364,-7 5 1,5-2 0,-3 6-330,4 0 0,2 6 1181,4 4 0,2 34 0,7 10 0</inkml:trace>
  <inkml:trace contextRef="#ctx0" brushRef="#br0" timeOffset="174">33071 7990 8270,'14'-21'82,"-4"5"0,-1-3 802,2 4-566,2 0 0,1 1 1,0 1-1,0 4 1,1 4 1630,-1 4-1408,0 1 0,0 1 0,1 6 143,-1 7 0,0 2 1,0 7-1,-1 3 1399,-4 0-1742,-2 3 1,-7 4 0,0 2 72,0 1 1,-7-4 0,-2 1-1,-4-3 663,-1-2-876,0 1 1,-5-1-1,-2-1-218,-1-3 1,0-4 0,-3-6 0,1-1-99,-1-3-1149,4 2 1,-4-10-1,4 3 365,-1-4 0,5-1 0,-2 0 0,3 0-1284,2 0 2183,0 6 0,6-29 0,2-3 0</inkml:trace>
  <inkml:trace contextRef="#ctx0" brushRef="#br0" timeOffset="175">25976 16889 8123,'8'-14'944,"-2"4"0,-6 1 1125,0-2-1722,0 5 1,2-1 0,1 9 0,2 3-1,-2 4 2026,-1 4-2121,-2 7 0,0-2 1,0 5 210,0 3 1,0 2-258,0 5 1,0-1 0,0 4 0,0 0 487,0 1-615,0 1 0,0 4 1,1-1 177,4-3 0,-3 2-137,2-7 1,-2 5 0,-2-3 0,0-2 95,0-3-230,0 1 1,0-9-1,1 7 1,3-2 0,0-4 20,0-4 41,-3-3 1,-1-6 0,0-1-181,0 2 28,0-4-240,0-1 359,0-6-1496,0-6 687,0-2 1,0-2 0,0 1 0,-1-2 793,-4-2 0,-28-26 0,-13-7 0</inkml:trace>
  <inkml:trace contextRef="#ctx0" brushRef="#br0" timeOffset="176">21114 17714 8061,'0'-8'297,"-5"-5"0,0 4 1,1-2-1,-1 0 2155,0 1-1877,0 1 0,5-1 0,-1 1 0,-4-1 149,-4 2 0,-4 2 0,-1 6 0,-1 0-81,1 0-473,-6 0 1,2 6 0,-4 4-12,2 2 0,-4 4 0,5 2 0,3 0 126,5 0-271,-1-2 0,8-2 0,-4 2 296,2 3-384,1-10 0,12 10 1,4-9-1,5 2 0,4 1 71,2-4 31,2 4 1,4-10 0,-1 5 19,-3-2 1,1 4 0,-6-4-1,-1 2 144,-3 3-47,0-5 0,-6 7 1,-1-4 24,-2 4-75,-1 1 0,-5 1 1,-2-1-1,-2-2 1,-6-1 158,-2-1-211,4-1 0,-5 6 1,4-3-206,-4-2-63,-1-4 0,-1-1 0,1 0 0,0-2-1288,0-2 91,0-1-1897,-1 0 2531,7-6 1,2 3-1,6-7 1,2-2 787,2-6 0,21-9 0,9-6 0,5-5 0,-1 0 0</inkml:trace>
  <inkml:trace contextRef="#ctx0" brushRef="#br0" timeOffset="177">21284 17742 8061,'7'-14'850,"-6"0"2241,6 6-789,-7-5-1298,0 12 1,0 1 0,0 9 0,0 5 955,0 5-1571,0-3 1,0 11 0,0-3 291,0 2-415,6-3 0,-3 3 0,5-2 1,-2 1-1,-1-1 245,1-5-597,-4 3 0,9-6-133,-6 3 154,6-3 0,-10-7 1151,4 1-1041,-3-14 0,-2-2 1,0-14-650,0-3 491,0 0 0,-7-10 1,-1-2-1,-1-1 1,1-2-839,2 1 822,-5-4 1,4 13 0,-4-2-74,2 4-939,6 15 1,-4-8-1687,7 10 2394,0 9 1,0 6 0,2 15-343,3 1-26,-4 2 0,7-1 0,-5 1 0,4 1 0,-1 2-2759,0 2 3560,5-7 0,23 11 0,11-3 0</inkml:trace>
  <inkml:trace contextRef="#ctx0" brushRef="#br0" timeOffset="178">27185 16818 8061,'8'0'301,"4"-6"235,-2-4 0,-4 2 394,-1-1-263,-4 6 0,1-8 0,1 4 0,2-1 1605,-2-3-1857,-1 5 1,-4 0-1,-3 6 757,-4 0-982,-4 0 0,-1 0 1,-2 0-1,-3 1 0,-4 4 740,-4 5-820,5 2 1,-4 2 0,6-1-112,-2-4 59,4 4 1,-2-5 0,5 6 0,3 0 191,2 1-624,-2-7 0,12 4 252,0-2 1,6-4 0,10 0 0,3-1-26,5 0 102,2 0 0,-2-4 0,0 2-188,1 2 222,-4 6 0,4-8 0,-6 7 1,-2 1-13,-1 1 48,-2 3 1,-6 4-1,-3 0-101,-4-2 235,-1-1 1,-6-2-1,-3 0 1,-4 0 0,-1 1 232,0-1-489,-1-6 1,0 3 0,-3-7 165,-1 0-563,0 4 1,5-7 0,0 4 0,0-4 0,-1-1-1670,1 0 1279,6-6 1,0 3 0,5-7-1792,-2-1 2149,1-1 526,10-2 0,46-26 0,-17 17 0,0 0 0</inkml:trace>
  <inkml:trace contextRef="#ctx0" brushRef="#br0" timeOffset="179">27270 16861 8061,'6'-8'322,"-4"-5"2693,3 4-2414,-4-4 1,6 4 0,2 1 0,4 0 1480,1 0-1700,0 5 0,5-4 1,0 7 566,-2 0-831,6 0 0,-8 0 0,4 2 0,-3 1 0,-2 3 229,1 2-325,-8 2 1,1 9 0,-4 0 374,0-2-358,-5 5 0,-2-4 0,-7 5 0,-1 1 1,-3 0-177,-5-1 89,3-5 1,-5 7-1,9-6-24,2-2 49,-2-1 0,10-2 0,-4-1 1,1-2 493,0-1-326,7-7 1,6 3 0,6-6 685,0 0-713,7 0 0,-5-2 1,3-1-1,-4-3 0,0 0-901,-1-1 458,0-4 1,0 8-598,0-6-597,-6 5 1,5-2-1848,-4 6 1583,-2 0 0,1 0 282,-4 0 1501,-2 0 0,17-19 0,-3-5 0</inkml:trace>
  <inkml:trace contextRef="#ctx0" brushRef="#br0" timeOffset="180">27299 16932 8347,'0'-8'307,"-2"-3"1,-1 4 0,-2 0 0,2-4 2526,1-2-2280,-4-1 0,4 4 0,-2 1 0,4-2 310,4-2 1,4 0-653,7 4 0,-1 3 0,0 6 1,0 0 106,0 0 1,1 0 0,0 0 0,3 0 132,1 0-305,0 0 1,-5 6 0,0 3-23,0 4-30,1 1 1,-6 0 0,-1 1 0,0-1 0,-2 2 250,0 3-260,-1-4 1,-6 11-1,-4-6 1,-6 1 0,-5 1 391,-3 0-472,-6-5 0,4 9 0,-4-7-68,1-2 47,7-1 0,-8-7 1,6 1-1,1-1 188,3-1-119,7-2 0,-2-7-415,10-4 216,3-3 0,18-1 1,3-1-118,2-1 265,3 5 0,-5-2 0,-1 5 1,1-2-1,0 2-69,-1 1 263,-5 2 1,5 2-1,-7 1 179,-3 2 0,-4 7 1,1 1-1,-6 4 1405,-2 1-1361,-2-2 1,-6-1-1,-5 3 130,-7 1 0,1 0 1,-5-5-1,0 0 181,0 0-635,4 1 0,-7-6 0,6-1-174,2-2 1,-4-1 0,2-3-788,2 2-955,1-2 710,8 4 0,2-7 1,6-4-1354,0-5 800,0 4 1,6-2 0,4 5 0,2-3 1662,2-2 0,26-8 0,6-6 0</inkml:trace>
  <inkml:trace contextRef="#ctx0" brushRef="#br0" timeOffset="181">28564 17259 8126,'8'-14'398,"-2"-1"1,-1 6 0,0-1 0,-2-1 1985,-2-1-1784,-1 4 0,-1-3 0,-2 8 876,-2 4-1287,-6-1 0,4 13 0,-4-4 0,2 4 0,-2 3 215,-2 3 1,1-2-1,1 7 1,1-1 626,-1-1-845,-2 12 1,4-11 0,1 11 0,2-4-1,1 0 608,-1 3-642,4-3 1,-4 9 0,6-6 325,0-1-376,6-2 1,2-2 0,6 1-1,2-2 1,1-4 489,2-4-552,0-3 1,0-2 0,2 1-286,1-1 1,-5-5-1,2-1-313,-3-1-404,-8-3-1642,-2-4 431,-6 0-764,0-6-1725,0 4 4662,0-10 0,0-15 0,0-11 0</inkml:trace>
  <inkml:trace contextRef="#ctx0" brushRef="#br0" timeOffset="182">29005 17387 8126,'0'-15'0,"0"1"1501,0 0 1,0 0 989,0 0-2112,-7 6 1,-1 1 0,-6 7 0,-2 2 0,-1 3 1301,-2 4-1354,-6 4 1,7 1-1,-4 0 240,2 0-371,1 1 0,9-6 0,1 1 0,-1 1 0,2 1 4,4 3-211,2-8 1,2 6-1,2-3 101,2 2 1,4-2 0,7-2 0,0-1 30,4 1-154,3-4 0,5 7 0,-1-5 32,-3 2 0,-4-3 0,3 4 0,-1 0-35,-4-1 71,-1 5 0,-6-7 1,-3 5 226,0-1 0,-2-1 0,-5 6 1,-2-1 588,-3 0-709,-3-6 0,-8 5 1,-1-6-123,-2 1 0,0 3 0,3-6 0,-1-2-263,-2-1-704,0 4 1,5-4-4694,0 3 2646,-1-4 1512,8-7 1,0 3-1,9-5 1482,3 1 0,28-35 0,13-6 0</inkml:trace>
  <inkml:trace contextRef="#ctx0" brushRef="#br0" timeOffset="183">29133 17415 8126,'6'-14'805,"-5"0"1,11-1-1,-6 3 281,2 2 279,-5-2 1,10 9-462,-4-7 1,4 7 0,1-2 591,0 4-1209,0 1 0,1 0 1,-3 1 460,-2 4-636,2-4 0,-5 12 0,2-3 0,-3 2 0,-1 2 411,0 1-351,0 5 0,-5-2 0,-2 4 28,-3-2 0,1 6 1,-7-4-1,-4 1 55,0 1-191,2 0 0,-8-1 0,7 0-209,0-3 0,0-1 0,1-5-634,4 0 818,2-6 0,9-1 111,3-7 0,4 0 0,10 0 1,6-2 716,7-3-730,4-3 1,8-6 0,2 0 1,2 0 1,-7 0-1,-8 1 1,-5 2 370,-4 1-419,3 7 42,-18-3-485,4 6-547,-13 0 822,-13 0 24,10 0 1,-11 0-55,9 0-262,4 0 106,-6 6-38,7-4-90,-6 4 211,4-6 76,-4 0 70,6 0-4699,0 0 3920,0 6-138,0-4 10,0 4 1,-1-6-90,-4 0 974,3 0 1291,-4 0-512,6 7 464,0-6 1097,0 6-634,0-7 5720,0 0-7760,0 6 75,0-5 0,0 7-156,0-3-200,0-3 0,0 6-1788,0-4 546,0-2-35,0 4 0,0-4-1691,0 3 3639,0-4 0,-38 43 0,-9 4 0</inkml:trace>
  <inkml:trace contextRef="#ctx0" brushRef="#br0" timeOffset="184">29275 17742 8103,'-8'-6'221,"-5"-1"1,4-4-134,-4 2 1547,-1 6 1,1-10 2754,4 4-2653,-4 2-1376,12-5 1,-4 10 0,10-3 743,4 4-856,4 1 1,6 0-1,0 0 1,0 0-1,0 0 849,-1 0-969,8 0 0,-10 0 1,4 0 403,1 0-516,-6 0 1,6 0 0,-5 1 0,1 3 0,2 2 541,-2 2-599,-1-5 0,-6 5 238,-1-3-137,1 2 1,-1 6-1,-1-2 1,-2-1 489,-2 1-285,-3 1 1,-1 3 0,-1-3 117,-4-2 0,-3 2 0,-8-2 1,-3 2 585,-5 3-930,-2-1 0,-8 0 0,0 0 153,-3 0-324,6-6 1,-10 3 0,4-4-1,3-1 1,4 0-1506,4-2 420,9-3 0,1-1-1273,7 0 1285,5 0 1,0 0-1,8-1 1,6-3-1,3-2 1204,1-2 0,51-8 0,12-6 0</inkml:trace>
  <inkml:trace contextRef="#ctx0" brushRef="#br0" timeOffset="185">29801 17870 8103,'14'-6'2798,"-4"3"-1218,-1-7 1,-1 5-1,3-3 1037,-2 2-1002,-5 1 802,2 5-1983,-6 7 0,-2 1 1,-1 6 121,-2 0-514,-6 0 0,3 0 1,-6 1-1,0-1 0,0 0-87,0 0-104,-1 1 0,6-3 1,-1-1-582,-1-1 0,3-6 1,-1 6-3959,-2 1 2137,5-5-1012,-1 1 3563,7-7 0,26-38 0,5-10 0</inkml:trace>
  <inkml:trace contextRef="#ctx0" brushRef="#br0" timeOffset="186">30370 17344 8103,'0'-14'646,"0"6"1,-5-5 0,-2 4 2477,0-4-2649,3 5 0,-3 2 0,3 4 0,-2-1 0,-2-2 1,-3 2 2152,-2 2-2345,-1 1 1,5 1 0,-1 2 43,-1 2 0,-1 6-223,-3-1 1,1 2 0,0 3 0,1-1 52,4 0-67,-4 0 1,7 0 0,-4 1 0,6-1-1,2 0 95,2 0-256,0 1 0,2-1 0,2 0 300,6 0-155,2 0 1,4-1 0,3-2 0,5-1-1,3-1 386,1-1-430,1 5 1,-6-10 0,-1 5 247,-1-2-250,4 5 0,-14-8 1,4 5-1,-4 0 753,-3 0-456,-2 1 0,-6 1 533,0-1-713,-6 1 1,-4 2 0,-7-1-1,-2-3 1,1-1 20,3-4-254,-6 5 1,5-7 0,-3 4-1510,3-3 469,2-2 0,5 0 0,-1 0-5724,-1 0 4467,5 0 2385,0 0 0,50-26 0,11-5 0</inkml:trace>
  <inkml:trace contextRef="#ctx0" brushRef="#br0" timeOffset="187">30569 17429 8103,'7'0'1373,"1"-4"0,-4-3-165,0-1-266,7 5 1,-7-8 0,5 5-163,2-2 0,-3 3 0,3-3 0,3 2 586,4 3-1144,1-5 0,-5 6 0,2-2 173,3 2-263,-4 2 1,6 2-1,-7 2 1,-1 6 337,-4 2-326,-2 3 1,-7 4 0,0 0 569,0-2-526,0 5 0,-8-5 0,-5 7 0,-4 0 0,-2 0 500,-2-1-606,5-5 0,-4 7 0,4-6 442,-3-2-623,10-1 1,-10-7 0,11 1-406,0 1 609,1-5 1,9 1 0,3-7 492,4 0-511,10-7 0,3 4 0,7-5 0,-1 0 0,1 2-106,-1 0 99,7-5 0,-5 4 0,1-4-93,-5 2 1,-6 6 0,-6-4-482,1 1-1064,-1 4-119,-6-4-224,-2 6 1,-7 0 0,-3 2-3300,0 2 4184,-7-2 1016,9 11 0,-23 20 0,1 13 0</inkml:trace>
  <inkml:trace contextRef="#ctx0" brushRef="#br0" timeOffset="188">31152 17699 8103,'7'-6'410,"6"5"1,-10-6 0,5 6 1675,-2-4 1,5 3 1588,-1-2-1441,-4 2 186,1 2-1127,-1 0-725,-4 0 1,4 6 0,-6 4-219,0 2-301,0 3 1,0-6 0,0 1-193,0 1 210,0 1 0,-2 3 1,-1-1-1058,-2 0 519,1 0 0,4-4-427,0-1 713,0-6 387,0 4-567,-7-7 0,6-7 1,-4-4 108,3-6 1,2 1 0,0-4 0,0 1 176,0 0 141,0 0 0,0 9 0,0 1 164,0-2 166,0 4-100,0 1 1,0 8 280,0 2 1,0 4 0,0 6 0,0 2 1059,0 3-1464,0-3 1,0 6 0,-1-5-148,-4 2 1,2 0 0,-7-4-1,-1-1-680,-1 0-640,-2 0 0,-2-1 0,-2-2-102,-1-2 0,-6 1 0,3 3 0,-2-2 1400,1-2 0,-14 1 0,-7 4 0</inkml:trace>
  <inkml:trace contextRef="#ctx0" brushRef="#br0" timeOffset="189">31606 17316 8038,'0'-8'1342,"0"0"-642,0 3 403,0 3 194,0-4 143,0 0-152,0 4-552,0-4 407,0 6-244,0 0-504,0-6-638,0 4 400,0-4-99,0 6 1,0 1 371,0 4-294,0-3 0,0 6 294,0-4-329,0 4 0,0 2 0,2-2 0,1-1 254,2 1-222,0 2 0,-5-1-16,0 1-53,0-1 0,0 5 1,0 1-1,0-1 277,0 0-267,0 0 1,4 1 0,1-1 19,-2 0-23,-1 0 1,-2-4 0,0-1 0,0 2 225,0 2 14,0-5-85,0 4 282,0-10 1,0 6 197,0-3-1004,0-4 401,0 5-429,0-6 0,0-6-515,0-3 650,0-4 1,0 4 0,0-1-617,0-1 558,0-2 1,0-1 0,0-2 0,0-1 0,0-2-733,0 2 889,0-5 1,-5 4 0,0-4 234,2 2-129,-5-6 0,7 10 1,-4-2-29,3 2 481,-4 2 122,5 6-422,-6 8 1,7 8 0,0 6 0,0 2 0,0 2 910,0 6-799,7-3 0,-6 4 0,4-4 38,-4 1 1,4-3 0,0 3 0,-2-2 753,-1-2-976,4 4 0,-4-6-215,2 2 19,-2-2 1,-2-6-125,0-1 1054,0-6-861,0 4 0,0-18 0,0-4-25,0 0-494,0-1 1,0 0-1,0-1-667,0-2 0,0-5 0,0 5 0,-2 2-2908,-2 1 2958,2 2 0,-4-1-1228,6 1 1,-2 6 2395,-3 4 0,-3 15 0,-6 4 0</inkml:trace>
  <inkml:trace contextRef="#ctx0" brushRef="#br0" timeOffset="190">31877 17117 8160,'0'-21'130,"4"5"1,1-3 0,-2 3 1952,-1 2-668,-2 6 0,1 0 991,4 4-2140,3 2 1,0-3-1,-2 10 1,1 5 820,2 2-882,-3 2 0,5 1 0,-4-1 419,1 0-458,-5 7 1,5-4 0,-5 5 0,3 0 0,1 0 631,-1 4-704,5-6 0,-8 7 0,5-5 432,-2 0-441,-1 5 1,0-6 0,1 4-1,0-1 1,2 1 375,0 2-447,-5-5 0,5 5 0,-5-5 71,2 0 0,0 3 0,-5-4 0,0-1 160,0 1-246,0-2 1,-2-3 0,-1 1 135,-2 2 0,-6 0 1,2-5 185,-4 0-222,-1 1 1,5-3 0,-1-1 108,-1-1 0,3-6 0,-1 4 141,-2-1-146,4-3-124,-5-4-213,10 0-154,-4 0-312,6 0-7536,0 0 7306,0-6-972,0 4 0,1-4 247,4 6 1555,-3 0 0,29-12 0,1-4 0</inkml:trace>
  <inkml:trace contextRef="#ctx0" brushRef="#br0" timeOffset="191">18739 15041 17135,'-1'13'-477,"-2"-2"1,-2-2 0,0 4-1,0 3 1,1 4 0,-1 2 556,-1 3-68,4 2 0,-4 7 0,4 2 0,-1 3 0,-2 6 0,2-1 0,2 0 83,1-1 0,-2-1 0,-1 1 1,-2 0-134,2-1 52,1 1 0,2 1 0,0 2 24,0 1 1,0 5-194,0-4 0,0-5 0,0-6 0,0 3 94,0 1 35,7 2 1,-6-7 0,4-3 0,-3-3 0,-2-1 12,0-1-118,0-6 1,4-1 0,1-7-90,-2 0-378,-1 0 1,-2 1-652,0-1 606,6-6 1,-4-4 708,2-8 0,11-42 0,0-16 0</inkml:trace>
  <inkml:trace contextRef="#ctx0" brushRef="#br0" timeOffset="192">18683 15226 11062,'0'-8'-276,"1"-5"1,4 4 0,4-2-75,4 1 479,1 4 0,5 6 1,2 0-1,1-2 1,3-1-1,2-2 0,3 2 124,3 2 0,-1 1 0,6 0 0,1-2 166,2-3-331,-4 4 0,8-7 0,-2 5 32,1-2 1,5-4-1,-1 2 1,-1 1 14,2 0-8,-5-5 1,8 7 0,-3-4 50,3 2-129,7 1 0,-10 1 0,6-1 1,0 0-1,4 0 225,-1 1-305,1-7 0,-1 9 0,2-3 169,2 4-199,12 1 0,-12-5 0,9 0 0,-2 2 0,-1 2-22,-1 1 22,2 0 0,-10 0 0,2 0 31,-2 0 24,4-7 1,-3 6-1,5-4 1,-2 3-1,-5 1 14,-4-4 21,1 3 1,-4-4 0,6 5 167,0-4-195,-1 3 0,3-4 1,1 4-1,3-1 1,0-2 2,0 2 9,-1 2 0,-5-4 0,0 0 1,0 2 1,0 0 0,-1 0 0,1-2 70,0 2-82,0 1 1,0 1-1,0-2-10,0-2 24,-7 0 0,10 5 0,-3-2 0,5-1 0,3-1 6,1 0-14,7 3 0,-13 1 0,6 0 19,2 0 4,1 0 1,2 0-1,1 0 1,-1 0 0,0 0 100,0 0-129,-6 0 1,3 0 0,-7 0 33,-1 0-36,5 0 1,3 0 0,5 0 0,-4 0 0,1 0 27,-1 0-53,2 0 1,5 0 0,0 0 51,-2 0-40,-1 0 0,3 0 0,-1 0 0,0 0 0,-4 0-2,-5 0-7,-3 0 1,0 0 0,4 0-38,2 0 1,-4 0-1,-3 0 1,-5 0-36,-5 0 59,3 0 0,-4 0 0,4 0-18,-3 0 63,3 0 1,-11 0-1,5 0 1,-3 0-1,-2 1 31,-2 4-47,-9-3 0,1 6 0,-4-5-12,4 2-25,-11-1 1,9-2-1,-12 1 1,1 2 0,1-2-68,0-2 92,-4 6 1,7-6 0,-6 4 5,-2-3 1,-1-1 86,-2 4-154,-6-3 53,-2 4-22,-6-6 0,0 6-94,0 4 90,0 2 0,0 3 1,0-1 395,0 0-333,0 7 0,0-4 0,0 5 0,0 0 0,0 0 225,0 3-251,7-4 0,-4 6 0,5-3 40,-2 2 1,5-2-1,-3 0 1,2 1 89,-1 2-75,-6-5 0,4 0 1,-7-3-44,0 5 41,0-4 0,-2 7 0,-3-3 0,-4 3 0,-4 1 520,-1 1-494,0-1 0,-1 0 1,1 3 85,0 2-119,0-3 1,0 6-1,1-4 1,2 1-1,1-2 123,-1-1-193,5-1 0,-7-1 0,4 1 49,-4-1 1,-1-1 0,0-2 0,0-3-285,-1-1 264,1 4 0,5-9 0,-1 3-79,-1-3 87,-1-2 0,2-3 1,1 0-1,-1 2 0,1-2 5,-1 1 23,1-5 0,-6 5 0,1-2 66,0 2-115,0-4 1,-2 3 0,-1-6 0,-5 0 0,-4 0 89,-4-1-103,-8 1 0,2 0 1,-7 0 11,1-2 1,-6 0 0,-1 0-1,0 2 22,0-2-154,-4-1 0,-1-2 0,-9 0-15,-4 0 228,-5 0 0,5 1 0,-7 2 1,-3 2-1,-1 0 97,1 1-100,1-4 1,5 6-1,-2-5-1294,-2 1 1238,-4 7 0,4-9 0,4 4 1,2-1-1,-1 0 38,-1-2-140,0-1 0,0-1 0,0 2 55,0 2 0,1 0 0,2-5 0,4 0-47,0 0 33,-4 6 0,8-4 0,-6 2-14,-2-2 41,-1 4 1,4-4-1,2 3 1,1-4-1,-1-1-102,-2 0 129,-1 7 1,-5-6 0,1 4 90,4-4-67,-4-1 0,9 0 0,-7 0 1,0 0-1,3 0 111,0 0-127,0 7 1,-1-6-1,1 4 10,2-3 0,2 2 0,4 1 0,-2-2-3,-2-1-25,2-2 1,-6 0 0,2 0-117,-8 0 100,0 0 0,-6 0 0,7 0 0,2 1 1,2 3-48,-2 0 55,5 1 0,-5-5 0,6 2-97,2 2 111,2-2 0,7 4 1,2-6-1,2 0 0,-1 0-54,3 0 49,-6 0 0,5 0 0,-8 0 16,-4 0 1,6-1-1,-5-2 1,3-2 57,4 2-55,1 1 1,1-3 0,1 1 315,1 0-244,8-3 0,-3 5 0,3-4 0,-1 1 0,1-1 376,5-2-360,3 5 1,-3-4 0,-1 6 286,3-4-315,1 3 0,6-4 0,0 6 1,1 0-1,-1-2 320,0-2-283,1 2 0,-1-4 1,0 6 308,-1 0 1,3 0 0,0 0 0,0 0-70,-1 0-121,6 0 1,-3 0-101,5 0-510,1 0-369,6 0-654,2 0 692,6 0 32,0 0 1,-13-19 0,-3-5-1</inkml:trace>
  <inkml:trace contextRef="#ctx0" brushRef="#br0" timeOffset="193">18938 16434 10928,'0'-35'-759,"2"7"673,3 0 0,-16-7 0,1 5 1</inkml:trace>
  <inkml:trace contextRef="#ctx0" brushRef="#br0" timeOffset="194">28834 9596 8124,'-14'0'160,"0"0"1,-1 0 0,1 0 0,0 0-1,0 0 1,-1 0 1065,1 0-681,0-6 0,5 4 0,1-4-41,1 0 1,14 4-466,7-3 1,14 4-1,2 1 1,5-2 113,5-3 0,-4 4 0,0-4 0,-1 3-355,-3 2 112,-2 0 0,-4 0 0,0 0-326,-3 0 1,-10 0-1,1 0-1028,-1 0 938,-7 0 1,-1 0-444,-10 0 713,4 0 0,-14 0 0,3 0 1,-6 0-1,1 0-167,1 0 352,2 0 0,0 0 0,0 0 415,-1 0 0,6 5 1,-1 0 1159,-1-2-912,5 5 0,-5-5 17,6 7 1,-4-6 0,4 6 228,2 1-711,1 2 1,2 1 0,0 0-49,0 0 0,0 0 0,0 1 0,0-1 54,0 0-413,0 0 0,0 0 0,0 1-150,0-1 0,-6 0 0,-3 0-484,-4 1 752,5-8 0,-5 5 0,4-8-12,-4-1 0,4-1 334,-1-2-182,1 0 303,1 0 0,3 0 0,11 0 193,9 0-426,-1-6 1,8 4 0,-3-3-78,5 4 0,-2-4 0,0 0 0,0 2-73,0 2-436,-4-6 1,4 6-1,-5-4 20,2 3 0,0-2 0,-5-3 0,0-1-1121,1-3 1381,-1 5 1,0-7 0,-1 2 243,-4-6 1,2 0-1,-6-6 1,0 1 542,1 0-481,-4-1 0,4-4 0,-6 1 258,0 3 1,0 5-1,0-1 1,-2 5 1923,-2 5-1189,2 2-97,-4 7-629,6 7 1,-5 7 0,0 10 0,2 2 0,1 3 1005,2-1-1148,0 1 0,0-1 0,0 1-31,0-1-54,0 0 1,0 4 0,0-2-1,0-3 1,0-2-613,0-3 230,7-1 0,-6-7 0,6 0-1803,-1 0 1267,-4-6 0,5-1 1,-2-7-1679,5 0 1538,2-7 1,-4-1 949,-3-6 0,-29-50 0,8 25 0,1 0 0</inkml:trace>
  <inkml:trace contextRef="#ctx0" brushRef="#br0" timeOffset="195">29076 9738 8170,'-8'-6'3811,"2"4"-2774,6-4-755,0 6 1,6 0 0,5 0 331,6 0-941,-1 0 1,6 0-1,-4 0 1,2 0-1,2 0-2506,3 0 2347,-4 0 486,6 0 0,14-19 0,11-5 0</inkml:trace>
  <inkml:trace contextRef="#ctx0" brushRef="#br0" timeOffset="196">29602 9525 8170,'8'-14'387,"-2"0"1092,-6-1-922,0 7 1,0 1 410,0 2 1,0 5 41,0 0-590,0 6 1,-2 13 0,-1 2 304,-1 1-582,-1-5 1,5 10-1,0-5 1,0 2-1,0-2 73,0-2-301,0 6 0,0-9 0,0 5-41,0-1-183,0-2 1,0-5 0,0 0 0,0 0-1868,0 1 932,0-8-683,0 0 1374,0-7 553,6-7 0,7-35 0,1-18 0,5-7 0,0 1 0</inkml:trace>
  <inkml:trace contextRef="#ctx0" brushRef="#br0" timeOffset="197">29815 9454 8165,'8'-6'3705,"5"4"-2932,-12-4 45,5 12 1,-6 3 0,-1 9-322,-4 1 1,2 6 0,-5-3 0,0 2 453,0 0-841,5-1 0,-3 4 1,6-2 395,0-1-641,0 0 0,0-2 0,0-3 1,0-2-1,0 1-582,0 1-560,0-7 1,0 1 106,0-4-1098,0-2 2268,6-1 0,-11-50 0,4-12 0</inkml:trace>
  <inkml:trace contextRef="#ctx0" brushRef="#br0" timeOffset="198">29616 9653 8165,'-8'-6'435,"0"2"1152,3-5 130,4 0-1018,-5 1 0,7-3 0,4 6 8,4 2-890,4 1 0,1 2 1,2 0 242,3 0-380,-3 0 1,9 0 0,-6 0-1,0 0 1,0 0-2411,0 0 2370,0 0 360,-5 6 0,-25 9 0,-6 7 0</inkml:trace>
  <inkml:trace contextRef="#ctx0" brushRef="#br0" timeOffset="199">29644 9738 8165,'-7'0'3013,"0"0"-1876,1 0-43,4 0 242,-4 0-1408,0 0 1,6 0 0,0 0-687,8 0 365,4 0 0,4 0 0,1-1 393,2-4 0,24-9 0,9-5 0,3-4 0,-1 0 0</inkml:trace>
  <inkml:trace contextRef="#ctx0" brushRef="#br0" timeOffset="200">30128 9553 8165,'0'-14'184,"0"0"0,0 0-111,0 0 556,0-1 0,1 1 1,3 0-174,0 0 0,7 4 1,-1 2-1,2 2 378,3 3-772,5 1 0,-2 2 0,5 0 198,3 0-254,-6 7 0,1 0 0,-7 9 0,0 2 1,-1 2 106,-4 2-335,-2-4 1,-9 7 0,-3-5-43,-4 3 209,-4 0 0,-7 1 0,-3-2 0,0-1 0,-1-4 67,-1-1 38,-2-2 1,0 0 0,3-1 47,5-4-98,4 4 1,7-10 0,5 5 0,7-2 651,11-2-599,5-3 0,15-1 0,1 0 121,0 0-202,6-6 0,-12 3 1,3-5-1,-3 1 0,-3 3-484,-4-3-504,-2 6-1242,-7-6 1457,-6 7 801,-2 0 0,-75 7 0,25-3 0,1 0 0</inkml:trace>
  <inkml:trace contextRef="#ctx0" brushRef="#br0" timeOffset="201">28621 10179 8165,'-14'0'-39,"6"0"1,-5-2-1,4-1 1750,-4-2-348,5 1 0,0-1 502,3 0-1403,4 1-395,-6 4 1,9 0 153,3 0 1,3 0 0,6 0 0,2 0 274,3 0-489,-4 0 1,12 4 0,-5 1-127,1-2 113,3-1 0,1-2 1,6 1-1,1 2 1,-1 2 203,0-2-172,6-1 0,-2 0 0,5 1 49,1 1 1,0 1 0,-2-5 0,-2 0 32,-1 0-51,0 6 1,10-4 0,-3 3-67,-4-4 1,2-1 0,-5 0-1,3 0 7,2 0 25,-1 0 1,-4 0-1,-1 0-12,-3 0 18,6 0 0,-9-1 0,6-2 0,-1-2 1,0 2 363,4 1-362,-5-4 1,11 4-1,-4-2 289,2 2-293,1-4 1,-3 4 0,-1-3 0,-1 4 0,-5 1 162,-5 0-234,1 0 0,-9 0 0,7-2 50,-1-3 1,-4 4-1,-2-4 1,0 4 103,0 1-92,2 0 0,4 0 0,-1 0 93,-3 0 1,1 0-1,-6 0 1,-1 0-52,-3 0-64,0 0-665,-1 0-774,-6 0-22,-2 0 583,-6 0 0,-2 0 1,-2 0 881,-6 0 0,-28 6 0,-8 2 0</inkml:trace>
  <inkml:trace contextRef="#ctx0" brushRef="#br0" timeOffset="202">31009 9610 7847,'8'0'2455,"-1"0"-1758,-7 0-97,0-6 1,0 3-141,0-7 1,0 6-371,0-6 0,-2 7 0,-1-3 0,-4 1 0,0 0-76,-4 2 15,4-5 0,-5 2 0,4-5-66,0 1 1,-5 6-1,4-6 1,-4-1-98,-1-2 120,0-1 0,4-2 0,2-1 69,2-2-177,1-6 1,5 7 0,0-4 0,2 2 0,2 1-504,6-2 545,3 12 0,1-10 0,0 11 3,0 0 0,-4 2 1,-1 6-104,2 0 331,-4 6 1,-1 3 0,-6 10-58,0 5 0,-6-2 0,-5 2 1,-7 1 143,-6 2-172,-2 1 1,-3 1-1,1-1-65,-1 1 1,1-6-1,1 0 1,2-1-138,1 0 146,13-5 0,-6 4-89,12-7 147,6-6 0,9-2 1,10-6-1,7 0 0,5 0 414,-1 0-240,6-6 1,-2 3 0,2-5 258,-3 1-463,-4-4 0,-8 5 0,-2-5 0,-1 3-377,0 2-1897,-6-5 1396,-7 9-183,-6-4 0,-1 6 1023,-4 0 0,-16 13 0,-9 2 0</inkml:trace>
  <inkml:trace contextRef="#ctx0" brushRef="#br0" timeOffset="203">30938 9539 8091,'8'-8'201,"3"0"1,-4 5-1,-1-3 1,2 0 1338,0-1-1345,-5-4 0,3 8 0,-6-6 0,2-2 0,1-2 0,2-1 763,-2-1-836,-2 1 1,-1 0 0,0 0 0,-1 0 0,-2-1 61,-2 1-160,-6 6 1,3-3 0,-6 6 0,-2 2-146,-3 2 98,3 1 0,-9 6 0,6 5 132,2 7-118,-6-3 1,8 12 0,-4-3 0,4 3 0,4 1 167,2 1-157,6-1 1,-4-4 0,7-2-4,0-2 0,2 4 0,3-5 0,4-3 62,4-5-84,7 1 1,-2-10-1,4 3 94,-2-4-114,6-1 0,-9-6 1,5-5-1,-1-5 1,-4-4-27,-1-2 122,-2 4 1,-1-9 0,-2 4 119,-2-4-29,-6-2 1,9 7 0,-8 2 0,-1 1 422,-1 0-463,-2 0 1,-2 13-347,-2 6 311,2 6 1,-6 8 0,5 2 0,-2 3 0,2 4 761,2 4-688,1 2 0,0-2 0,0-4-47,0-4-99,0 3 0,1-6 0,4 3 0,4-3 0,4-3-109,1-4 12,0-3 0,5-6 0,2 0 26,1 0-125,-5 0 1,9-8 0,-6-4 0,1-7-1,-1-2-874,-2 1 1004,4-5 1,-11 2 0,3-5-244,-1 0 278,-1-7 1,-2 3 0,-2-4 0,-2 3 0,-3 6 93,-1 6 52,-2 6 820,0 0-709,-7 14 1,1 4 0,-5 14 0,2 4-1,-1 3 1727,2 6-1586,-4-2 0,5 8 1,-2-4 1299,4 1-1470,-3 0 0,7-9 0,-4 0 1,3-1-1,4-1 405,3-3-610,-4-3 1,10-2 0,-4-1-904,0-4-370,-3 4 0,8-11-1571,-2 2 1657,-4-8 0,5-4 0,-6-6-296,-2-1 864,5 1 0,-7-5 0,4-1 1,-5-2-1,-3-4 630,-2-1 0,-6 5 0,3 2 0,-6 6 0,0-1 116,0 1 1,-1 0 0,1 1 1770,0 4-799,6 2 904,2 7-1919,12 0 0,-1 2 1,8 1-1,2 4 1,3-1-1226,2 0 997,2-1 0,2 0 155,0-1 0,25 7 0,11-3 0</inkml:trace>
  <inkml:trace contextRef="#ctx0" brushRef="#br0" timeOffset="204">31948 9383 8149,'0'-14'616,"0"-1"1,0 1 96,0 0 344,0 6 1,0-5 162,0 4 0,-7 3-144,-2 1-922,-4 3 1,-1 2-1,0 0-11,0 0 1,-2 7 0,-2 1 0,-1 1-114,2 0-39,1 1 1,7 4-1,-1 2-441,-1 3 283,5-3 1,0 4 0,6-6 0,0 1 0,1-1-483,4 0 614,3 0 1,8 1 0,1-1 90,2 0-34,6-6 0,-9 3 0,3-5 0,-3 2 0,-2 2 189,0-2 57,0-2 1,-6 0 703,-3 4-773,-3-4 1,-4 0-1,-3-4 1,-6 1-1,-6 2 474,-7-2-973,-3-1 0,4-1 0,1 2 111,1 2-1316,-4 0 1,9-5-1,-3 0-2953,3 0 4458,8 0 0,27-7 0,13 0 0</inkml:trace>
  <inkml:trace contextRef="#ctx0" brushRef="#br0" timeOffset="205">32118 9425 8149,'8'-14'955,"-1"0"1,-3 0 148,1 0-687,6-1 0,-9 6 0,4 1-24,0 2 0,2 1 1,5 3-1,-2-1 461,-2-2-769,7 1 0,0 4 0,3 0 71,-3 0-39,-2 6 0,-1-3 0,-2 7 0,-2 1 229,2 1-276,-5 3 0,1-1 0,-7 0 209,0 0-169,-7 0 0,4 1 1,-6-1-1,-2-1 0,-3-2 30,-5-2-261,3 1 0,-3-1 0,8-1-364,1-2 96,1 5 0,-1-8 1,2 7-1,2 1-149,3 2 434,1-5 0,4 4 141,3-2-19,3 2 0,6 1 0,0-2 0,0-2 0,0 3 1182,1 0-739,-7 2 1,-2-4 789,-6-1-1142,0 1 1,-2 2-1,-2 0 1,-7-5-1,-5 0 319,-3-4-691,-6-2 0,4 1 0,-4 1 94,1 2-932,0 0 1,-4-5 0,1 0 1100,3 0 0,-53-13 0,34 5 0,1 0 0</inkml:trace>
  <inkml:trace contextRef="#ctx0" brushRef="#br0" timeOffset="206">28877 10648 8060,'0'-8'637,"1"2"1,2 4 762,2-2-828,6-4 1,-9-2 397,3 1-889,-4-1-19,-1 2 0,-1-3-63,-4 7 0,-3-1 0,-6 5-147,-1 0 223,1 0 1,-5 0 0,0 0 44,2 0-21,-5 6 1,6 2 0,-5 6-1,3 0 1,-1-1-76,1-3 21,9 9 0,-2-15 0,4 10-31,-1-1 0,5 0 0,-1 1-128,2 0 145,2 0 1,6-4 0,4-2 13,2-2 1,7-1 0,2-5 0,-1 0 53,1 0-43,4 6 0,-9-4 0,5 2-12,-1-2 1,-4 0-1,3 1 1,-3 2 377,-2-2-353,0-2 0,-4 6 105,-1 2 0,-6 4 1,2 1 534,-3 0-594,-2-6 1,-7 3-1,-2-5 108,-4 2 0,-7-5 1,-3 4-1,0-2-291,-1-1-8,0 1 0,-2-5 1,0 0-239,3 0 1,5 0 0,-1 0 0,3 0-659,2 0-1545,6 0 1473,2 0 1,8 0 0,4-2 1043,8-2 0,63-17 0,-27 6 0,0 0 0</inkml:trace>
  <inkml:trace contextRef="#ctx0" brushRef="#br0" timeOffset="207">29147 10733 8091,'0'-8'-259,"0"1"0,-2 3 0,-1-2 1577,-2-2-871,1 5 0,4-5 0,0 3 1315,0-4-1111,0 3 1,0-2 281,0 3-89,0 3-524,0-4 1,0 8-106,0 2 0,0 4 0,0 7 1,0-1 360,0 0-434,0 0 0,0 5 0,0 0-126,0-2 1,1-1 0,2 0 0,2 1-64,-2 2-120,-1 0 0,-2-4 298,0-1 0,1-2 0,3-1 209,0-1 733,1-7-914,-5 3 0,0-7 1,0-4-1,0-4-588,0-4 287,0-1 1,0-7-1,0-2-140,0-4 0,0-2 1,0 1-1,0-1-327,0 1 489,-6 0 0,4 1 0,-3 3 217,4 5-578,1 3 442,0 2 139,0 12 1,0 9-1,0 13 521,0 2-486,0 2 0,0 5 0,0-1 0,0-1 1,0-2 461,0-1-515,0-7 0,0 8 1,0-6 20,0-1 0,0-2 1,0-2-155,0 0 186,0-6 130,6-2 0,-4-7 1,2-4-1,0-5-442,0-2 61,-2-9 1,4 4 0,-6-7-819,0-1 708,0-2 0,0 0 1,0 2-1,0 3 1,0 1-1545,0 4 229,0 1-1215,0 8 2212,0 2 1,5 12 0,1 5 0,1 7 543,-1 5 0,11 42 0,-1 11 0</inkml:trace>
  <inkml:trace contextRef="#ctx0" brushRef="#br0" timeOffset="208">29516 10975 8091,'-6'-8'1797,"5"-4"-236,-4 2-969,3 4 0,-2-2-242,-1 3-62,0 4 0,5-4 0,0 10-57,0 4-267,0 4 0,0-4-186,0 1 4,0-7 1,0 5-434,0-4 345,0-2 1,0 4 222,0-6 0,-2 0-90,-2 0 239,2 0 1,-4-1-175,6-4 716,0 3 1,1-4 559,4 6-326,-3 0 1,4 2-418,-6 2 0,-5 4 0,-1 7 0,-3-1 408,-7 0-880,1 0 0,-11-1 0,2-2-216,-3-2 0,-1 1 1,-1 2-1,1 0-3513,-1-3 2797,1-6 0,6 8 979,3-6 0,9 0 0,4-5 0</inkml:trace>
  <inkml:trace contextRef="#ctx0" brushRef="#br0" timeOffset="209">29076 10648 8107,'0'-14'62,"0"0"0,0 4 1,0 1-1,-2-2 793,-3-2 146,-2-1 1,-3 6-441,1 3 0,5 2 0,1 0-560,6-2 18,-1 0 1,11 5-1,-4 0 131,4 0 0,1 0 0,0 0 1,0 0-106,1 0 9,-1 0 1,0 0 53,0 0 31,0 0 1,1 2-1,-1 3 475,0 4-438,-6 4 1,-2 1-1,-6 0 270,0 0-327,0 7 0,0-4 0,-1 5 0,-2 1 0,-4-3 504,-1 1-671,-7 4 0,-1-8 1,-5 5 2,1-1 64,4-2 0,-9-2 1,6-1-1,1-3 0,3-2 134,0-3-514,7 4 294,-4-10 75,10 4 0,-3-6 0,12 0 0,7 0 893,8 0-709,5 0 1,1 0 0,2 0 387,4 0-520,-4 0 1,4 0 0,-7 0-1,-2 0 1,-2 0 222,-3 0-74,-1 0-126,-5 0-143,-6 0-1613,-1 0 1067,-7 0 0,-7 0-2080,-2 0 1537,-4 0 1,-1 0-1,1 2 1149,4 3 0,2 2 0,7 8 0</inkml:trace>
  <inkml:trace contextRef="#ctx0" brushRef="#br0" timeOffset="210">30057 10662 7928,'0'-8'564,"0"-4"1,-2 2 1608,-3-2-1955,4 4 1,-7-3-1,3 6 1,-4 0-1,-4 0 1,-1 1 762,0 1-933,-1 1 0,1 7 0,0 1 1,0 0-1,0 2 99,-1 0-182,1 2 0,2 4 1,0 0-1,5 0 0,0 1-235,4-1 216,1 0 0,2-5 0,2 1-20,3 1 132,3 2 1,6-1 0,2-1 0,1-1-1,4-1 260,1-1-184,1 5 1,1-10-1,-2 6 82,-1 2-105,-2-4 1,-5 4 0,-1-5 0,-2 1 0,-3 0 909,-2 1-827,-1-5 1,-10 10 0,-3-5 441,-5 0-470,2 5 1,-16-10 0,5 5 0,-1-2 0,-1-1-241,-1 1-30,4-4 0,-4 4 0,6-6-1223,1 0 1,3 0-1098,0 0 657,8 0 129,0 0 1638,14-6 0,38-9 0,17-7 0</inkml:trace>
  <inkml:trace contextRef="#ctx0" brushRef="#br0" timeOffset="211">30227 10719 8107,'8'-20'257,"-1"10"0,-3-9 1662,1 10-420,0 2-1011,-5-5 0,0 12 0,0 0 0,0 8 772,0 4-1014,0 3 1,0 0-1,0 3 282,0 1-398,0 0 1,0 0 0,0 0 0,0-1 0,1 1 278,4 0-302,-3 0 1,4-4-81,-6-1 283,0 0 1,0-5-1,2-1 1313,2-1-1488,-2-3 0,4-10 0,-4-3-689,3-4 422,-4-8 1,5-1 0,-4-8 0,1-1-1,2-4-1382,-2-1 1284,5 4 1,-6-6 0,2 8-267,-2 3-424,-2 8-328,0-1 1231,0 18 0,0 5 0,0 16-240,0 5-127,-6 3 1,2 1-1,-3 1 1,0-2-1,4-2-2189,1-1 2158,-4-7 415,5 10 0,7-5 0,10 6 0</inkml:trace>
  <inkml:trace contextRef="#ctx0" brushRef="#br0" timeOffset="212">30597 10961 8107,'-6'-8'0,"3"-5"0,-7 4 2635,7 3-754,-3-7-1390,6 11 0,1-2 1,2 8 848,2 6-1127,6 2 1,-9 3-1,2-1 1,-2 0-1,-2 0 153,0 1-290,0-1 0,0 0 0,-2 0 42,-2 0-233,2 7 1,-9-10 0,5 3-1,-2-3 1,-2-1-2269,2-1 1232,-4-6 0,9 8-2199,-7-6 3350,7 0 0,41-56 0,-10 20 0,-1-1 0</inkml:trace>
  <inkml:trace contextRef="#ctx0" brushRef="#br0" timeOffset="213">30981 10748 8130,'0'-15'0,"0"-4"0,0 0 1163,0 2 1217,6 1-282,-4 2-1445,4 0 1,-6 8-151,0 6 0,0 7 1,-1 11 553,-4 1-828,3 0 1,-4 0-1,6 0 330,0-2-466,0 5 1,-5-6 0,0 4 0,2-1 265,2 0-621,1 0 1,0-4 258,0-1 477,0 0 1,0-8-561,0-6 69,0-6 0,0-15 1,0-2-156,0-4 0,4-8 0,1-3 0,-2-3-314,-1-1 319,4 5 0,-4 2 1,3 9-78,-4 2 139,-1 3 1,2 9-1,1 4 1,2 8 92,-2 8 43,-2 11 1,-1 3-1,0 6 209,0 1-175,0-7 0,0 5 0,0-4 0,0 3 0,0-3-803,0-4 456,0-3 0,0-2 0,0 0-1582,0 1 1,2-1-727,3 0 1721,3-6 0,6-2-103,0-6 972,0 0 0,13-23 0,5-11 0,2-1 0,1-1 0</inkml:trace>
  <inkml:trace contextRef="#ctx0" brushRef="#br0" timeOffset="214">31365 10591 8130,'14'-14'-270,"-5"-5"0,-1 0 1233,-1 2-558,4 1 0,-5 2 0,4 0 2397,-6-1-812,4 7-1502,0 2 0,2 12 0,-1 4 813,2 3-940,-5 7 1,7 2-1,-3 7 1,1-1-1,0 0 1168,-2 1-1330,1-1 1,-2 1-1,-2-1 566,0 1-637,-4-1 1,4-1 0,-6 0-1,0-2 1,-2 2 148,-2-2-220,-4-6 1,-6 3 0,-2-4-1200,-3 1 414,3 0 1,-9-5-1,4 0 1,-1 0 0,-3 0-3130,-2 1 2935,5-1 0,-5-2 0,2 0 922,-7-3 0,-19-6 0,-10-3 0,-8 3 0,1 0 0</inkml:trace>
  <inkml:trace contextRef="#ctx0" brushRef="#br0" timeOffset="215">28493 10392 8110,'0'14'659,"-5"2"1,-1 2-1,-2 2 1,-2 1-1,1 1 1,-1 0 3490,-1 3-3956,-8 8 1,4-3 0,-4 5 0,3-2-1,3 2 1,2 0 0,3 1 649,2 0-698,1-4 0,5 3 0,2-7 0,1-1 1,3-3 223,2-5-256,2-3 0,5-2 1,3-2-155,1-2 0,0 1-188,-5-6 1,0-1 0,0-4-425,1 0-469,-8 0 0,6 0 1,-3 0-1,4 0 1121,5 0 0,9-6 0,9-2 0</inkml:trace>
  <inkml:trace contextRef="#ctx0" brushRef="#br0" timeOffset="216">26900 10122 7846,'0'-8'1031,"0"-4"1,-1 4-1,-2-2 910,-2 1-1807,0 6 1,5-7 0,0 10 0,0 6 0,0 5-1,0 5 1169,0 3-1195,0 3 0,0 7 1,0-1-1,0-1 1,0-2 380,0-1-573,0 0 1,0-2 0,0-2 106,0 1 1,0-10-1,0 3-10,0-1-57,0-1 133,0-4-214,0-8 0,0-9 0,-1-10 0,-3-5 0,-2-3-922,-2-1 885,5-7 1,-3 0-1,6-4 62,0 1 1,0 0 0,0-3-1,1 3-2,4 5-12,-3 3 0,10 9 1,-1 6 29,7 4 1,-2 7 0,4 0 0,-1 4 282,0 4-152,0 11 0,-6 0 0,-4 6 301,-4-1-311,-4-4 0,-1 10 0,0-8 0,-1 1 1,-4 0 284,-4 0-300,-4 0 1,0-9 0,2-1-199,2 2 32,-1 2 0,-4 0 1,1-2-1,2-2-413,2 2 401,6 2 1,-4 1-45,7 0 337,7 0 1,1-4 0,6-2 0,0-2 0,2-3 193,3-1-276,-3-2 1,6 0-1,-5 0 310,2 0-315,0 0 1,-5-2-1,0-1 1,1-3-1,-1-2-77,0-3 46,0 5 0,-4-7 0,-1 3-164,2-2 95,-4-2 1,5-1 0,-4 1 0,0 0 0,-2 1 7,1 4-1,-6-4-3,6 5-338,-7 0-99,0 2 674,0 6-21,0 0-26,0 6-117,0 2 0,1 2 332,4-1-286,-3-6 1,5 4 0,-3-6 0,2 2 219,2 2-65,-5 0 1,5-5 193,-3 0-193,-4 0 1,7 0 11,-3 0-163,-4 0 0,7 0 177,-3 0-185,-3 0 0,4-2-215,-6-2-111,0 2 1,-2-4-347,-2 6 474,2 0 0,-11 0 1,4 0-22,-4 0 94,-1 6 0,5-4 0,-1 4 150,-1 0-229,5-4 1,-2 6 0,3-5-236,-4 2 273,2 6 147,1-10-74,6 12 1,6-11 0,4 2 0,2-2-222,3-2 247,-1 0 0,0-5 0,0 0-103,1 2 246,-1-5 0,-2 5 0,-1-5 0,-3 0 0,-1 0 622,-4-3-639,5-1 0,-7 2 59,4 1-254,-3-1 1,-4 2-1,-3 4 1,-4 2-90,-4 2 159,-1 0 0,0 2 0,0 2-356,-1 6 307,1 3 1,5 1 0,-1 0 0,1 0 0,1 0-148,3 1 243,3-1 1,-2 0-207,-1 0 125,0 0 1,12 1 0,2-3-1,4-2-56,1-5-15,0-4 1,0-1-1,2 0-131,3 0 221,-3 0 0,6-5 0,-5-1 0,4-2 0,-1-3 167,1-2 11,4-7 1,-9 4-1,5-4 29,-1-1-133,-4 5 1,4-4 0,-5 7 0,-3 2 0,-1 3-38,-1 2-187,-7 1 1,5 5-351,-3 0 385,-4 0 1,6 2-251,-7 2 281,0-2 267,0 4-127,0 1 1,-2-6 531,-3 4-462,4-3 0,-12-2 0,3 0-127,-2 0-16,-2 6 1,4-5 0,1 6 0,-2-3 0,-2 1 20,-1-2-22,0 5 0,4-1 0,2 4 10,2-2 20,-5-6 1,9 10-1,-3-4 1,4 4-17,1 1-3,0-6 1,5 5 0,3-5 5,4 0-15,-1-2 1,15-6 0,-6 0 0,1 0 0,1 0 7,0 0 47,-5 0 0,8-2 0,-6-2 354,-1-6-266,-2 4 1,-2-7 0,0 4-1,-1-4 1,-2-1 169,-2 0-198,-6-1 1,4 1-1,-7 0 277,0 0-279,0 0 1,0 4 142,0 1-708,0 5 0,0 0 245,0 8 247,0 4 0,0 7 0,0-1 0,0 0 0,0 0 420,0 0-360,0 1 1,0-1-77,0 0-6,6 0 1,-3 0 0,7-1 154,1-3-61,1-4 0,-2-6 1,-1 0 180,2 0-175,-4 0 1,4-2-1,-5-2 1,0-6-1,1-3 735,-4-1-631,5 0 0,-7 0-259,4 0 201,-3-1 0,-2 1-431,0 0 84,0 6 1,1-3-486,4 6 500,-3 1 1,10-1 0,-2 0 0,2 0-629,3-1 800,-8 4 0,6-4-270,-3 6 144,-4-6 0,2 4-1342,-4-3 457,-2 4 1,3 1-1093,-10 0 1409,3 6 1,-10-3 716,2 7 0,-22 3 0,-11 2 0,-4 4 0,0 0 0</inkml:trace>
  <inkml:trace contextRef="#ctx0" brushRef="#br0" timeOffset="217">26716 9809 7892,'0'-14'69,"0"0"1,0 0-1,0-1 1,0 1 1015,0 0-522,0 6 0,0-5 1,0 4 1045,0-4-809,0 5-537,0 2 0,-7 6-301,-2 0 98,-4 0 1,-1 5-147,0 0 0,-2 4 0,-1-4 1,-2 0-286,1 1 295,2-5 0,2 6 0,2-6-70,2 4 79,-3-3 1,7 6 0,-5-5 0,3 3-142,2 2 235,1-5 0,0 10 421,1-4-306,-1-2 1,5 5-1,0-2 1,0 2 434,0 3-443,0-1 0,0 0 0,0 0 194,0 0-234,0 1 0,1-1 0,3 2 0,0 1 1,0 2 418,-3-2-512,5 5 0,-4-4 1,3 4 148,-4-2-140,-1 6 1,2-9-1,1 7 1,2 0 0,-2-1 57,-1 1-85,-2-7 1,0 10-1,0-5-85,0 0 79,0 5 1,0-9 0,0 5 0,0 1 0,0 0 33,0-1-8,0 1 0,0 0 1,0-2-2,0-2-28,0 6 0,0-9 0,0 5 0,0-1 1,0-2-232,0 1 226,-7-4 0,6 9 0,-4-6-438,3-1 408,2-3 1,0 4-1,0 0 1,0-1-1,0-1-318,0 2 359,0-3 0,0 4 0,0-5-157,0-1 213,0 0 1,-4 5 0,-1 0 0,2-2 0,1 1 99,2 1-133,0-4 0,0 6 0,0-5-37,0 3 18,0-4 0,0 6 0,0-5 0,0 1 0,0 2-2,0-1 10,0-3 1,0 0-1,0-1-23,0 0 28,0 0 1,0 0-1,0 1 1,0-1 0,0 0-43,0 0 19,0-6 0,0 5 1,0-4-260,0 4 262,0 1 0,0-4 1,0-1-1,0 2 1,0 2-112,0 1 203,0 0 1,0 0 0,0 1 0,0-1 0,0 0 131,0 0-99,0 1 0,0-1-101,0 0 1,0 0 0,0 0 65,0 1-261,0-8 1,2 6 127,2-3 18,-2-4 1,4 2-1,-6-3 17,0 4 66,0-3 1,0 7-5,0-4-7,0-2 0,0 5 1,0-4-11,0 7 10,0-8 0,0 1 85,0-3 1,0-2-21,0 7 84,0-7-73,0 10 1,0-6 41,0 8-191,0-1 0,0-5 0,0 1-120,0 1 1,0-3-1,0 1-296,0 2 442,0 2 0,0 1-35,0 0 0,0 1 1,0-1 199,0 0-149,7 0 0,-6 0 2,4 1 0,-2-1 0,0 0 1,2 0-139,-2 1 60,-1-8 1,-2 6 0,1-3 62,4 2 1,-3 2 0,2 1 0,0-3-100,0-2 124,-2 2 0,4-4 0,-4 5 39,3-4 1,-4 4-1,4-4 223,-4 4-297,6 1 1,-6-4-38,4-1 0,-3-4 23,-2 5 65,0-7 1,1 3 86,4-6 1,-2 0 714,7 0-531,-1 0 0,1 0-50,-1 0 0,0 0 0,6 0 113,-1 0-388,0 0 0,0 0 0,2 0 105,3 0 1,-2 0-1,6 0 1,-1 0 8,0 0 22,-5 0 1,10 0 0,-3 0 47,3 0 1,-4 0 0,1 0 0,0 0 255,-2 0-324,5 0 1,-7 0 0,5 0 24,-1 0 0,-5 0 0,5 0 0,1 0-228,2 0 182,1 0 0,-1 0 1,-1 0-19,-3 0 0,1 0 1,3 2-1,-2 1-55,-1 1 221,-7 1 1,8-5-96,-6 0 1,-1 2 0,-7 1 131,-2 2-337,-6-1 102,4-4 1,-9 0-1407,-3 0-469,4 0-2987,-5 0 1068,6 0 3782,0-6 0,-19-46 0,-5-18 0</inkml:trace>
  <inkml:trace contextRef="#ctx0" brushRef="#br0" timeOffset="218">28621 11515 7854,'0'-8'519,"1"-3"1,2 5 1050,2-2-328,0-1-447,-5 1-672,0 1 0,-2 7 1,-1 2-1,-3 1 42,-2 2-46,5 0 0,-10 1 0,4 2 0,-2 1 240,1 1-298,-2-1 0,5 1 0,-4-1 31,2 2 1,4 2 0,-5 1 0,1 0 16,1 1-57,2-1 1,1 5-1,0 0-7,2-2 1,2 0-1,-1 1 1,-1 2 32,-2 3-30,0-6 0,5 5 0,2-5 22,3 2 0,-2 5 0,5-3 0,0-1 144,0 1-113,1 4 1,0-8 0,1 5 8,1-1 0,2-2 0,1-5 0,0 0 181,0 1-214,1-1 0,-6-5 0,0-1 83,3-2 1,-5-1 77,3-5-362,-7 0-1314,3 0-699,-6 0 565,0-6-2343,0 4 3915,0-4 0,13-26 0,3-7 0</inkml:trace>
  <inkml:trace contextRef="#ctx0" brushRef="#br0" timeOffset="219">28962 11643 7854,'-8'-8'1273,"-3"0"-749,6 4 116,-6 2 0,5-6 1,-5 5-1,1-2 1,-1 2 1348,-1 2-1761,-3 1 0,6 4 0,0 1-6,-3-2 0,0 5 0,-2 2 57,-1 2-393,7-4 1,1 5 0,3-4 51,0 4 0,-1-4 0,7 1 0,2 1-233,6 2 45,2-6 1,7 6 0,2-3 85,1 2 1,-5 2 0,4-1 0,-2-2-59,0-1 169,0-1 0,-5 5 141,0 0 1,-6 1 0,-3-1 598,-4 0-535,-1-6 0,0 5 0,-1-5 125,-4-1 1,-3 1 0,-6-4 0,0 0 351,0-1-629,-7-1 1,0 3 0,-4-1-568,2 0 1,5-3 0,-2-1-549,-1 0-586,5 0 0,2-1-754,9-4 2455,4 3 0,39-17 0,9 4 0</inkml:trace>
  <inkml:trace contextRef="#ctx0" brushRef="#br0" timeOffset="220">29104 11714 8123,'0'-14'713,"0"0"1,0 4 1597,0 1-1702,0 6 0,0-5 0,0 6 110,0 2 0,0 8 1,-1 11-185,-4-1-420,3-3 1,-4 1 0,6 2-61,0 0 1,0 1 0,0-4 0,0-1-510,0 0 277,6 0 1,-3-4-328,7-1 0,-1-6 0,6 2-232,-1-3 819,0-2 0,0-7 0,0-2 396,1-4-384,-7-7 0,4 2 1,-4-5-1,0-1 0,-2 0 919,1 1-792,-6-1 1,6 2-1,-7 3 228,0 3-735,0 8-267,0-5 511,0 18 1,0 3 0,0 14 182,0 0 1,0 10 0,0-4 0,0 2 738,0 0-693,0-1 0,0-1 0,-2-1 485,-3-3-547,4 3 0,-6-12 1,7 4-1,0-3-19,0-2-15,0-6 618,0 5-561,0-11 0,0 2 1,0-8 139,0-6-2100,0 4-379,0-7-547,0 12-422,0-12-389,0 11 3548,0-4 0,13 0 0,3-2 0</inkml:trace>
  <inkml:trace contextRef="#ctx0" brushRef="#br0" timeOffset="221">29559 11956 14296,'0'8'170,"0"5"1,-1-4 0,-3 4 0,-2-1-1,-2-1 1,-3-1-426,-2 1-158,-1 2 0,0 1 0,0 0 0,0-1 0,1-2-4376,3-2 3977,-2-6 812,10 4 0,2-33 0,8-5 0</inkml:trace>
  <inkml:trace contextRef="#ctx0" brushRef="#br0" timeOffset="222">29929 11629 7827,'0'-8'1156,"0"-5"114,0 4-825,0 3 0,0-2 0,-2 5 396,-3-2-755,-2 0 1,-8 5 0,1 2 267,0 2-231,0-2 0,4 4 1,1-4 62,-2 3 0,-2-2 46,-1 6-376,6-6 287,-5 4-206,5-1 0,0-3-101,4 7 178,2-7 0,1 5 463,-4-3-485,3 2 1,-4 3 0,4-2 0,-1 0 0,-2 0-66,2 3 100,2-5 1,1 2-64,0-3-83,0-4-259,0 12 235,0-12 427,0 12 1,6-11 0,4 2 23,2-2-286,2 4 1,1-4 0,-1 3 48,0-4-75,0-1 1,0 0 0,1 0 0,-1 2 0,0 1-80,0 2 121,7-1 1,-8 1 0,4 1 164,0 2 27,-6-4 1,2 8-1,-5-2 628,0 2-530,-2 2 0,-7-1 1,-4-2 312,-5-1-553,-2-7 0,-7 8 0,-2-5 0,1 1 1,-2-1-299,-1-3-155,6-1 0,-8-2 1,6 0-909,1 0-988,3 0 1,0 0-1738,1 0 3272,6 0 726,2 0 0,57-13 0,12-3 0</inkml:trace>
  <inkml:trace contextRef="#ctx0" brushRef="#br0" timeOffset="223">30114 11729 7827,'6'-8'951,"-4"-5"0,4 10 232,-6-7-290,0 7 607,0-3-1113,0 19 1,5-4 0,-1 10 0,-1-3 666,-1-2-922,-2 7 1,0-6 0,0 4-1,0-3 1,0-2-4,0 0-403,0 1 1,0-6 297,0 1-13,0-1 1,2-1 351,2-3-401,-2-4 0,6-7 1,-5-3 75,2-4-45,-1-8 1,-4 4 0,0-7 0,0-1-1,0-2-177,0-1 282,0-1 0,0 6 11,0-1 1,0 7-1125,0-2 582,0 9 1,0 5-1575,0 10 1463,-6 3 1,5 11-1,-4 2 1,3-1 0,2 2-2994,0 0 3537,0 2 0,19 30 0,5 6 0</inkml:trace>
  <inkml:trace contextRef="#ctx0" brushRef="#br0" timeOffset="224">30426 11928 7827,'8'-7'3547,"-1"6"-1225,-7-6-899,0 7 12,6 0-1181,-4 0 0,4 7 1,-6 2 273,0 4-608,0 1 1,-5 0 0,-1 0 0,-2 1 0,-2-1-887,3 0 324,-6 0 1,5-1 0,-5-2-1449,4-2 546,-4-5 0,5 8 1544,-6-2 0,13-23 0,2-4 0</inkml:trace>
  <inkml:trace contextRef="#ctx0" brushRef="#br0" timeOffset="225">30796 11729 8422,'8'-8'1104,"-2"0"0,-4 5-333,3-2 1,-4 2 772,4 7-1209,-3-2 0,-2 15 1,0-2-1,0 2 0,0 2 1167,0 0-1408,0 6 0,-2-9 0,-1 4-106,-2 1 1,0-5 0,5 3 2,0-3 216,0-2-257,0 0 225,0-6 0,0-3 0,0-10 0,0-6 423,0-7-635,0 3 1,2-12-1,1 2-89,2-7 1,0 0 0,-5-4 0,0 1-203,0 4 237,0 1 1,0 8 0,0 3-293,0 3-159,0 2 1,0 7 0,0 9-2483,0 10 2465,0 3 0,0 12 1,0-4-1539,0 4 1722,0-5 1,4 5-1,1-5 1,0 0 374,1-3 0,15 3 0,9 0 0</inkml:trace>
  <inkml:trace contextRef="#ctx0" brushRef="#br0" timeOffset="226">31180 11558 7821,'6'-14'226,"-4"0"1,4 1 1489,0 3-1158,-4 4 0,6 1 0,-3 1 950,4 0-1132,4 3 1,1 2-1,-1 4-44,-4 5 0,4-1 1,-4 4-1,2 3 666,-1-1-710,2 7 1,-8 1 0,4 5 485,-2 0-660,-1 1 1,-1-1-1,1 1 1,-2 1-1,-1 1 494,-2 3-517,0-1 1,0-5 0,-2 1 302,-3-1-285,-2 0 0,-3-4 0,1-2 0,-2-1 0,-2-2 347,-1 1-458,-7-4 1,5 3-1,-3-8 63,4-1 0,0-7 0,1 3 47,0 0-585,0-4-1167,6 4-649,-5-6-505,12-6-1723,-6 4 4521,7-4 0,13-13 0,3-5 0</inkml:trace>
  <inkml:trace contextRef="#ctx0" brushRef="#br0" timeOffset="227">28592 11231 6602,'0'-8'355,"0"2"-328,0-1-57,7 6 1,-4-5 0,6 6 0,2 0 0,2 0 0,1 0 0,2 0 29,3 0 0,28 6 0,13 2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8:27:31.421"/>
    </inkml:context>
    <inkml:brush xml:id="br0">
      <inkml:brushProperty name="width" value="0.08571" units="cm"/>
      <inkml:brushProperty name="height" value="0.08571" units="cm"/>
    </inkml:brush>
  </inkml:definitions>
  <inkml:trace contextRef="#ctx0" brushRef="#br0">235 341 8192,'0'-12'-569,"0"0"504,0 5 44,0 5 1,0-10 152,0 5 49,0 4-64,0-6 0,0 7 91,0-5-324,0 4 239,0-6-356,0 9 174,0 0 104,0 9 0,0-4 23,0 9 1,0-7-66,0 7 0,0-7 32,0 8 0,0-1-41,0 7 0,0-7 43,0 0 0,0 0-6,0 8 0,0-1-26,0 0 1,2 0 4,5 1 0,-4-1-30,4 0 0,-5 3 34,-2 4 1,0-4-59,0 4 1,0-4 62,0-3-151,0 0 1,0 0 115,0 1-20,0-1 11,0 0 8,0 0 1,0 1 21,0-1 0,0 0 10,0 0 1,0 1 121,0-1 1,0 0-79,0 1 1,0-1 67,0 0 0,0 0-116,0 1 1,0-1-4,0 0-9,0 0-1,0 1 1,0-8-74,0 0-46,0-9 436,0 4-312,0-9-587,0-9 389,0-3 0,0-9 170,0-1 1,0 1-1078,0 0 1102,9 0 0,13-48 0,11-11 0</inkml:trace>
  <inkml:trace contextRef="#ctx0" brushRef="#br0" timeOffset="1">235 256 7899,'0'-12'134,"0"2"1,2 10-43,5 0 1,-2 0-133,9 0 1,-7 0 104,7 0 1,0 0-21,8 0 0,-1 0-44,0 0 0,10 0-9,4 0 1,5 0 33,3 0 1,-1-2 11,1-5 1,-8 5-46,1-5 1,-1 4 39,8 3 1,-1-2-40,1-5 0,-3 4 36,-5-4 1,5 5-33,-4 2 1,2-7-5,-3 0 0,3 0-4,-10 7 1,8 0 3,-8 0 0,0 0-2,-6 0 0,-1 0-14,0 0 32,0 0-18,-9 0 11,7 0-156,-17 0 139,8 0-13,-10 0 115,0 0-9,0 9-60,0-7 103,0 17-79,0-7-20,0 9 0,0 1-41,0-1 1,0 0 35,0 0 1,0-4-24,0 4 0,0-4 19,0 11 1,0-4 11,0-3 1,2 7-18,5 1 1,-4-1-23,4-7 0,-5 8 13,-2-1 1,2 0 1,5-7 0,-4 1-10,4-1 0,-5 0 13,-2 0 1,0 1 46,0-1 0,7 0-43,0 0 37,1 10 1,-8-7-32,0 4 0,0-4-92,0-3 65,0 0 1,7 1-5,0-1 0,0-7-33,-7 0 1,0-7 41,0 7-11,0-9-20,0 14 56,0-7-17,0 0 1,0-1 7,0-4-3,0-4 3,0 6 107,0-9 0,-3 0-100,-4 0 74,5 0-71,-7 0 1,6 0-3,-4 0 1,5-2-12,-5-5 1,2 4 5,-2-4-74,4 5-16,-15 2-22,6 0 0,-9 0 90,-1 0 1,8 0-40,0 0 0,0 0 23,-7 0 0,-1 0-44,1 0 0,0 0 32,0 0 0,-1 0-3,1 0 0,-3 0 30,-4 0 0,4 0 2,-4 0 1,-5 0-26,-2 0 1,2 0 7,-3 0 1,10 0 56,-2 0 0,2 0-53,-2 0 1,4 0-24,-4 0 1,-3 0 25,3 0 0,-1 0 9,8 0 0,0 0 5,-1 0 0,1 0 0,0 0 0,0 0 47,-1 0-65,1 0 56,0 0-50,0 0 61,9 0-32,2 0 1,8 0 17,-5 0-25,5 0-1,-8 0-242,10 0-53,0 0 1,38-19 0,9-4 0</inkml:trace>
  <inkml:trace contextRef="#ctx0" brushRef="#br0" timeOffset="2">1361 256 7284,'0'-12'113,"0"2"-127,0 10 210,0 0-63,-9 0-223,6 0 135,-16 10 0,10 2-58,-5 9 0,-5 0 55,5 0 0,-5 1-53,-2-1 1,-1 7 46,1 1 1,-3 1-101,-4-1 0,4-6 49,-4 6 1,2 1-7,-2-1 0,2 1 43,-10-1 1,10-6-19,-2 6 1,-3-6-37,3-2 0,-7 3 32,6 4 0,-6-4 0,7 4 1,-1-4-2,8-3 1,0-7-2,-1 1 0,1-1 39,0 7-38,0 0 1,-1 1 35,1-1 1,9-7-27,5 0-10,-4 0 5,-1 8 1,0-8-1,5 0 1,2-9-6,-2 2-3,5-5-13,-8 7 19,10-6 14,0 6-14,0-9-22,0 0-2,-9 0-87,6 0-236,-6 0 118,9 0 0,-2 0-11,-5 0-234,4 0 472,-6 0 0,18-38 0,3-9 0</inkml:trace>
  <inkml:trace contextRef="#ctx0" brushRef="#br0" timeOffset="3">405 319 8254,'0'-11'-1066,"0"-8"1291,0 7 0,0-2-11,0 0 4,0 9-52,0-5-259,0 10-102,0 0 231,0 10 1,7 2-72,0 9 0,9 0 9,-1 0 1,3 1 10,4-1 0,-1 0 5,0 0 0,0 8-4,1-1 1,-1 0 37,0-6 0,3 6-5,4 0 0,-2 3-19,10-3 1,-8-4-9,7 4 0,-6-4 7,6-3 0,-7 8-27,8-1 1,-10 0-7,2-7 0,3-6 33,-3-1 1,1 0-2,-8 7 0,0-2 110,0-5 1,1 3-107,-1-10 0,-7 9 18,0-1 1,-7-4-9,7 4 0,-7-11 89,8 3-61,-11 5-5,15-9-8,-16 15-11,6-15-114,0 6 112,-6-9-66,6 0 58,-9 0-631,0 0 369,-9 0 256,6 0 0,-6-47 0,9-12 0</inkml:trace>
  <inkml:trace contextRef="#ctx0" brushRef="#br0" timeOffset="4">1637 596 5919,'12'0'1095,"-2"0"-999,-10 0-245,0 0 160,9 0 101,-7 0-66,8 0 1,-8 0 42,5 0-66,-4 0 1,8 0 16,-3 0 0,-4 0-21,10 0 1,1 0 25,6 0 0,0 0 2,0 0 0,10 0-42,4 0 1,6 0-1,1 0 0,3 0-48,5 0 0,-3 0 68,9 0 0,-6 0-30,7 0 0,-3-7 22,3 0 1,-5-1-53,-10 8 0,-2 0 40,-4 0 1,1-7-26,-8 0 0,6 0 10,-6 7 1,-1 0 4,-7 0 0,7 0-17,1 0 0,2-7 20,-3 0 0,-5 0-25,6 7 1,4 0 20,2 0 1,-2-2-29,3-5 1,-1 4 21,8-4 0,-1 2-15,1-2 1,-1 5 24,1-5 1,-8 4 0,1 3 1,-10-7 32,2 0 0,-5 0-42,-1 7 1,-1 0 36,0 0-28,10 0 0,-7 0 65,4 0 1,3 0-54,-3 0 0,0 0 84,-7 0 0,8 0-92,-1 0 1,8-2 1,-8-5 1,7 4-41,-6-4 0,6 5 52,-7 2 1,8 0-24,-8 0 0,3 0 14,-3 0 0,-4 0-33,4 0 1,-4-7 19,-3 0 0,0 0 87,1 7-42,-1 0 0,0 0 57,0 0-103,-9 0 1,0 0 40,-5 0-31,-5 0 36,8 0-220,-10 0 194,0 0-26,-10 0-504,8 0 516,-17 0 0,-30-10 0,-20-2 0</inkml:trace>
  <inkml:trace contextRef="#ctx0" brushRef="#br0" timeOffset="5">4549 43 7325,'0'12'120,"0"0"-69,0-5 1,0-2-4,0 9 1,0-7-42,0 7 1,7 0 37,0 7 1,0 1-10,-7-1 1,0 7-59,0 1 0,0 1 58,0-1 1,7 1-50,0 6 1,0 2 39,-7-10 0,0 3-34,0-3 0,0 3 24,0 4 1,0-2-44,0-5 1,0-4 63,0 4 0,0 3 1,0-3 1,0 1-55,0-8 0,0 0 30,0 0 1,0 1-18,0-1 0,0-7 17,0 0 0,0-7-64,0 8 67,0-11-75,0 6 47,0-10 88,0 0-159,0-10 86,0 8-322,0-8 190,0 1 127,0 7 0,29-55 0,6-2 0</inkml:trace>
  <inkml:trace contextRef="#ctx0" brushRef="#br0" timeOffset="6">4528 86 8319,'11'0'-1401,"-1"0"1282,-10-10 282,0 8-201,0-8 1,2 10 92,5 0 1,-2 0 19,9 0 0,-7 0-21,7 0 1,1 0-44,6 0 1,7 0 11,0 0 1,10 0 4,-2 0 1,4-2-9,2-5 0,3 5 26,5-5 0,-5 4-69,4 3 1,-4-2 54,-2-5 0,-8 4-70,0-4 1,1 5 45,6 2 1,-1 0-3,-6 0 0,5-7-12,-5 0 1,-4 0-25,-2 7 10,4 0 0,-10 0 22,6 0-10,-15 0 1,-3 0 6,-3 0 0,-6 0 0,7 0 1,-9 0 107,-9 0 235,7 0-315,-8 0 1,8 0-10,-5 0-84,4 0 111,-6 0-83,9 0 78,0 0-19,0 9 25,0-7-36,0 8 0,0-8 69,0 5-63,0-4 0,0 9 27,0-5-13,0-5 20,0 17 0,0-7-15,0 9 0,0-7 1,0 0 1,0 0-48,0 8 0,0-1 35,0 0 1,7 0-56,0 1 1,0-1 47,-7 0 1,0 8-30,0-1 0,0 0-5,0-7 1,0 1-11,0-1 0,0 7-7,0 1 1,2-1 0,6-7 1,-6 0-1,5 1 0,-5-1 19,-2 0 0,3 0 42,4 1 0,-5-8-45,5 0 1,-4 0 129,-3 7 0,2-6-111,5-1 1,-5-7 38,6 7 1,-6-7-7,-2 7-8,0-9-3,0 14 19,0-17-10,0 8-18,0-10 1,-7 2-60,0 5 66,0-4-28,7 6 54,0-9 0,0 0 225,-10 0-232,8 0-5,-8 0 36,10 0-133,0 0 125,-9 0-108,-3 0 1,-9 0-69,0 0 35,-1 0 0,1 0 3,0 0 1,-7 0 47,-1 0 1,1 0 2,7 0 0,-8 7-8,1 0 1,-10 3 59,3-3 1,2-3-40,-3 11 1,1-11 6,-8 3 1,1 3-14,-1-3 0,1 7-4,-1-7 1,-2 7 5,-4-7 0,11 3 4,-4-3 0,6-5-32,1 5 0,-3-4 25,10-3 0,-1 7-82,8 0 66,0 0 3,0-7 11,9 0 4,2 0-225,10 0 197,10-9-699,2 6 473,9-16 0,0 17 269,0-5 0,48-33 0,11-8 0</inkml:trace>
  <inkml:trace contextRef="#ctx0" brushRef="#br0" timeOffset="7">5569 149 7251,'12'0'652,"-3"0"-754,-9 0 311,0 0-134,-9 0 1,4 3-1,-9 4 1,7-2-19,-7 9 0,6 0-164,-6 7 1,0 0 124,-7 1 0,0 1 8,-1 6 1,-6-3-86,0 9 0,-8-7 82,8 8 1,-10-1-89,3 8 0,2-8 68,-3 1 1,8-8-65,-7 7 0,9-9 33,-3 3 0,6-6-1,1-2 0,3 1 20,5-1 1,-5-7-4,5 0 0,2 0 76,-2 8 0,7-8-73,-7 0 0,7-2 109,-7 2 1,7 3-93,-8-10 1,8 2 82,-7-2 0,7-4-82,-7 4 1,0 2-3,-7-2 1,-1 3-4,1-3 1,0-5-1,0 5 1,-1-2-392,1 2 310,0-5 1,7 8-365,-1-10 197,11 0 37,-6 0 1,13 0-36,4 0 1,-3-10 241,11-4 0,55-33 0,-23 19 0,-1-1 0</inkml:trace>
  <inkml:trace contextRef="#ctx0" brushRef="#br0" timeOffset="8">4655 192 7454,'0'12'-726,"0"-3"866,0-9 0,2 3-81,6 4 0,-4-3 116,10 11 0,-7-8-53,8 7 0,-1 0-75,7 7 1,7 0 90,1 1 1,6 1-83,-7 6 0,10-6-7,-2 6 1,4 1 18,2-1 0,1 6-20,-1-7 1,-6 3-7,-1-3 1,-6-4-6,6 4 0,-9-4-49,2-3 1,-4-2 59,-3-5 0,0 5-49,1-5 1,-3 5 34,-5 2 1,5-6-85,-5-1 1,-2 0 102,2 7 0,-2-7-3,2 1 1,2-8-60,-9 7 1,3-9 0,-3 2-6,-5-5 53,8 7-152,-10-6 132,0 6-21,0-9-221,0 0 51,0-9 1,-3 6-120,-4-4 1,2 5-120,-9 2 410,10 0 0,-81-28 0,37 10 0,1 0 0</inkml:trace>
  <inkml:trace contextRef="#ctx0" brushRef="#br0" timeOffset="9">745 1403 8182,'0'-21'-591,"9"0"471,-6 0 1,6-1 180,-9 1 0,0 7 132,0 0 38,-9 9-110,6-14 1,-13 14 21,9-9 1,-3 9 130,3-2-111,5 5-58,-8 2-201,1 0 192,6 0-161,-6 0 1,2 9 64,0 6 0,0 4 44,7 2 0,0 0 32,0 0 1,0 1-37,0-1 0,0 2-21,0 6 1,0-6 14,0 6 1,0-3 9,0 2 1,0-2-17,0 9 1,0-9 13,0 3 0,0 1-59,0-1 0,0 9 54,0-3 1,7-2-82,0 2 0,0-2 71,-7 3 1,0 4-7,0-5 1,7 6-44,0 1 0,0-2-10,-7-4 0,7 4 14,0-5 1,1 3 17,-8-3 0,7 3-3,0-9 1,0 8-1,-7-1 1,0-6 78,0-1 0,7-6-68,0-1 1,0 6-3,-7 0 1,0 1-6,0-8 0,0 0 1,0 0 1,0 1 37,0-1 1,0 0 0,0 0 1,0 1-25,0-1 0,-2 7-4,-5 1 1,4-8-23,-4-7 1,5 0 43,2 7-4,0 10 1,-3-7-57,-4 4 1,5-4-4,-5-3 1,5 0-3,2 0 0,0 1 22,0-1 0,-8-7-53,1 0 0,0 0 51,7 8 1,0-8-146,0 0 132,0 0 0,0 7 11,0 1 26,0-1 1,0 0 27,0 0-53,0 1 0,0-1-13,0 0-16,0 0 26,0 1-49,0-1 53,0 0 1,0-7-136,0 1-25,0-11-26,0 6-327,0-10-779,0 0 1302,0-10 0,10-39 0,2-20 0</inkml:trace>
  <inkml:trace contextRef="#ctx0" brushRef="#br0" timeOffset="10">171 3826 8178,'0'-12'245,"9"3"0,6 9-215,13 0 0,-2 0 29,9 0 1,1-7-131,6 0 0,3-1 133,5 8 1,-3-2-142,10-5 0,-3 2 78,3-9 0,2 9-21,-10-2 0,1 3-59,-8-3 0,-6 4 72,-1-4 1,-9 2-4,2-2 0,-11 5-1,-3-5 1,-7 4-4,7 3 7,-9 0 1,7 0-33,-5 0 33,-5 0 7,8 0 18,-10 0 124,0 0-140,-10 0 257,8 0-132,-7 0-22,9 10-64,0-8 1,0 10 40,0-5 5,0-4 0,0 8 18,0-4 103,0-4-107,0 16 71,0-8-117,0 11 1,0-1-106,0 0 79,0 0 0,0 1-11,0-1 1,2 0-91,5 0 1,-5 1 99,5-1 0,-4 0-81,-3 0 0,2 3 58,5 4 1,-4-4-30,4 4 1,-5-4 21,-2-3 0,7 1 20,0-1 0,0 0-11,-7 0 0,0 1 1,0-1 0,3 0-6,4 0 0,-5 1 4,5-1 0,-4 0 199,-3 0-190,0 1 0,0-1-26,0 0 30,0 0 1,0-7-239,0 1 147,0-11-190,0 15 95,0-16 98,0 6-166,0-9 1,0-2-47,0-5-812,0 4 362,0-16 390,0 8 1,0-11 341,0 1 0,-48-47 0,-11-13 0</inkml:trace>
  <inkml:trace contextRef="#ctx0" brushRef="#br0" timeOffset="11">1 3932 8321,'12'0'779,"4"3"-618,-9 4 0,3-5-138,-3 5 0,-2 3 50,9-3-116,-9 9 1,11-4 60,-9 9 0,7-7 69,-7 1 1,3-1-174,-3 7 0,-5 0 77,5 0 0,3 3-36,-3 4 1,0-4 66,-7 4 0,7-2-73,0 3 1,3-6 6,-3 6 0,-5 1-6,5-1 1,-5-1-42,-2-7 1,8 8 81,-1-1 0,0 0-38,-7-6 1,0 1 16,0 5 0,0-4 17,0 4 1,0-4-20,0-3 1,0-7 63,0 1 1,0-1-86,0 7 0,0-7-51,0 0 90,0 1 0,0-1-13,0 0-50,0-9 17,0 4 97,0-9 512,0 0-522,0-9 5,0 6 0,9-9-65,5 5 0,5 5 55,2-5 1,1-3-9,-1 3 0,7-2-4,1 2 0,6 4-4,-7-4 0,10-2 39,-2 2 0,4 0-32,2 7 0,1-7 42,-1 0 1,-4-3-32,5 3 1,-13 5 5,13-5 0,-5-3-28,4 3 1,-7 0-6,1 7 1,-3-7-5,2 0 0,-4 0 0,-10 7-283,1 0 297,-11 0-281,-1 0 128,-10 0-1023,0 0 1,7-3 1168,0-4 0,9-23 0,-4-15 0</inkml:trace>
  <inkml:trace contextRef="#ctx0" brushRef="#br0" timeOffset="12">1000 3911 7056,'-12'0'-78,"0"0"471,5 0-168,5 0-16,-17 0 1,14 2-83,-9 5 0,7-2-54,-7 9 0,7 3 65,-8 11 0,1-2-9,-7 10 1,-3-8-95,-4 7 0,2 1 15,-9 6 0,6 1-102,-6-1 1,7 1 127,-8-1 0,8-2-58,-8-4 1,10 4 31,-2-5 1,4-4-41,3-3 1,2-4 69,5-3-42,-5 1-245,17-1 142,-8-9-437,10 6 159,0-15-72,0 6 155,0-9-455,0-9 186,10-3 529,2-9 0,18-48 0,3-11 0</inkml:trace>
  <inkml:trace contextRef="#ctx0" brushRef="#br0" timeOffset="13">235 4081 8169,'-10'-21'237,"-2"-1"13,1 11-220,1-8 103,10 16-192,0-6 1,3 16 308,4 0 1,4 10-47,11-3 0,6 5-155,0 2 0,10 3 69,-2 4 1,-3-4 46,2 4 0,0-2-8,8 2 0,-8-4-128,1 4 0,-1 3 2,8-3 0,-8 8-151,1-8 0,-3 7 19,2-6 1,3 1 93,-10-1 0,8-6-82,-8 6 1,0-6 125,-6-1-91,-1-1-45,0 0-202,-9-9 134,-3-3-286,-9-9-389,0 0-353,0-9 1195,0-3 0,19-47 0,5-9 0</inkml:trace>
  <inkml:trace contextRef="#ctx0" brushRef="#br0" timeOffset="14">1404 4230 6869,'0'-12'579,"0"3"-391,0 9 0,2 0-78,5 0 0,5 0-77,9 0 1,3-8-2,4 1 0,3 0-4,4 7 1,12 0-28,-4 0 0,4 0-17,-4 0 1,6 0 39,1 0 1,2 0 21,-3 0 0,-1 0-67,8 0 0,-9-2 42,3-5 1,4 4 13,3-4 0,-3 3-39,3-3 0,-10 4-1,3-4 0,-5-2 24,-3 2 1,1-1-8,-1 8 1,-6 0 36,-1 0 1,-7 0-32,8 0 1,-3-7 89,2 0 0,5 0-83,-4 7 0,4 0 46,2 0 1,8 0-13,0 0 1,-1 0 8,-6 0 0,-1 0-52,1 0 0,4 0-7,-5 0 1,6-7 16,-13 0 1,-4 0-6,-3 7 1,3 0-44,-3 0 1,3 0 46,-3 0 1,-2 0 23,10 0 0,-8-7-26,7 0 1,-2 0-22,3 7 1,4-7 12,-5 0 0,-2-1-4,3 8 1,-10-2-16,2-5 0,-4 5-9,-3-5-55,0 4 0,1 1 75,-1-5 0,-7 4-93,0-4 0,0 3 62,8-3 18,-1 4 0,0-6-43,0 9 32,-9 0 0,5-3-136,-10-4-25,9 5-123,-13-8 135,15 10 60,-6 0 0,10 0 38,-1 0 0,0 0-17,0 0 1,3-2 77,4-5 1,-4 5 71,4-5 0,-4 4 40,-3 3 1,0 0-50,1 0 101,-1 0-148,0 0 1,-7 0 55,0 0 0,-9-2 1,2-5 7,-4 4-46,-3-6-18,0 9 1,2 0-61,5 0 68,-5 0 0,10 0-40,-5 0 1,-2 0 31,9 0 1,-7 0 52,7 0 1,-7 0-20,8 0-19,-11 0 1,13-2-3,-10-5 7,0 4-113,3-6 121,-8 9-543,7 0 160,-9 0-149,0 0 1,10-29 0,2-6 0</inkml:trace>
  <inkml:trace contextRef="#ctx0" brushRef="#br0" timeOffset="15">4889 3422 10800,'0'21'461,"0"1"-495,0-1 0,0-5 142,0 6 1,0-6-176,0 13 1,0 4 45,0 2 0,2 5 75,5 3 0,-4-1-36,4 1 0,-3 6 36,4 1 0,-6-1-124,5-6 1,-2 7 122,2-1 0,-5-2-144,5-11 1,-4 2 124,-3-10 1,7 7-124,0-6 1,0-1 33,-7-7 1,0 1-8,0-1 0,0-7 33,0 0 0,0-7-34,0 7-145,0-9 147,0 5-165,0-10 42,0 0-53,0-10 0,0 5-270,0-9 0,0 7 151,0-7 1,0 0-48,0-7 1,0-1 402,0 1 0,38-66 0,-15 35 0,1 0 0</inkml:trace>
  <inkml:trace contextRef="#ctx0" brushRef="#br0" timeOffset="16">5080 3507 8173,'-12'-9'-43,"-7"-3"412,17-9-348,-17-1 42,17 11 0,-8-1-71,10 5 201,0 4-322,0-6 123,0 9-140,0 0 240,0 9 0,10-6-25,4 4 1,7-5-8,8-2 0,1 7-10,6 0 0,4 0-111,-5-7 1,8 0 104,6 0 0,-1 0-97,8 0 0,-6 0 97,6 0 1,1 0-7,7 0 1,-7-7-81,-1 0 0,-9-7 29,3 7 0,-5-10 18,-3 3 1,-1 5 5,-6 2 0,-4 2 162,-10-2-132,0 5 207,-9-8-265,-3 10-3,-9 0 53,-9 0 0,4 0 27,-9 0 143,9 10-173,-4 1 0,9 11 111,0-1 1,-7-7-106,0 0 0,0 0 36,7 8 1,0-1 23,0 0 0,0 0 6,0 1 1,0 6 23,0 0 0,0 3 3,0-3 0,7 3-67,0 5 1,0 4 14,-7-5 0,0-2-129,0 3 0,0-1 83,0 7 1,7-6-77,0-1 0,0-9 38,-7 3 0,7 1-12,0-1 1,0-1-37,-7-7 0,3-7 73,4 1-34,-5-1 22,8 7 0,-10-7-21,0 0 23,9-9-166,-7 5 122,8-10 4,-10 0 400,0 0-323,0-10-57,0 8 0,-2-8-12,-6 10 1,4 0-116,-10 0 0,7 0 89,-8 0 1,1 0 30,-7 0 1,-7 3 1,-1 4 0,-9-5-12,3 5 1,-5 3 55,-3-3 1,-6 7-53,-1-7 0,-9 7 61,3-7 0,1 10-57,-1-3 1,1-2 3,-1 2 0,6-7-41,15 7 1,-6-9 44,6 2 0,-3 2 6,3-2 1,4 1-14,10-8 0,0 0 16,-1 0 0,8 7-37,0 0-187,9 0 99,-4-7-7,9 0-246,0 0-7,9 0 236,-6 0-311,6 0 1,-2-3 115,0-4 0,3 5-219,-3-5 0,-2-5-109,9-2 674,-10 4 0,25-37 0,-6 0 0</inkml:trace>
  <inkml:trace contextRef="#ctx0" brushRef="#br0" timeOffset="17">5973 3550 8138,'11'-3'179,"-3"-4"156,-6 5 13,-2-8-93,0 10 1,0-2-220,0-5 167,0 5-18,0-8 5,0 10 0,0 3-39,0 4-78,0 4 1,-10 18-17,-4-1 0,-5 3-45,-2-3 0,0 5 104,0 10 0,-8-1-125,1 1 0,-7 2 116,6 4 0,-9-4-159,3 5 0,-3-6 58,3-1 1,-3-1-115,10 1 0,-3-8 53,3 1 0,6-10-57,1 2 0,0-4 68,7-3 0,2 0 24,-2 1-164,9-11 163,-14 8 0,17-14-49,-5 9 0,2-9 13,-2 2-334,5 5 186,-8-10 80,10 8-904,0-10-742,0 0 1044,0-10 727,0-2 0,11-34 0,6-14 0,1-4 0,0 1 0</inkml:trace>
  <inkml:trace contextRef="#ctx0" brushRef="#br0" timeOffset="18">5165 3698 8124,'-12'-9'92,"0"7"285,5-5-52,5 4-481,-7 3 195,9 0 1,2 0 161,5 0 0,5 3-51,9 4 1,3 4 108,4 11 1,-2-1-113,9 0 1,1 3-19,6 4 0,1-4-35,-1 4 1,1 5 59,-1 3 1,8 4 35,0 2 1,9-2-43,-3-4 0,-1 4-24,1-5 0,-9-2-64,3 3 0,-15-10-142,-6 2 0,-1-11-6,-7-3 0,5-2 9,-11 2-430,-6-5 168,0-9-134,-9 0 77,0 0 201,-9 0 0,4-2-189,-9-5 1,7-5-1156,-7-9 1541,0 0 0,-21-27 0,-8-11 0,-3-5 0,0 1 0</inkml:trace>
  <inkml:trace contextRef="#ctx0" brushRef="#br0" timeOffset="19">5335 1085 8270,'0'-22'0,"-7"1"-583,0 0 312,0 9 632,7-7 0,-2 17 256,-6-5-756,6 4 154,-7 3 117,9 0 0,0 10 56,0 4 0,0 12 150,0 2 0,0 10-257,0-3 1,0 13 53,0 1 1,0 1 56,0-8 1,7 8-46,0-1 0,0 8-25,-7-7 0,0 6 8,0-6 0,7 7-43,0-8 1,0 10-6,-7-2 0,2-3-21,6 3 0,-6-3-189,5 3 1,-5 2 138,-2-9 1,7 1-129,1-1 1,-1-5 85,-7 4 0,7-4 48,0-2 0,0-1-26,-7 1 1,7-1-7,0 1 1,0-1-4,-7 1 1,0-1 4,0 1 1,0-1-13,0 1 1,0-3 31,0-5 0,0 6 8,0-6 1,0 5-15,0 3 1,0-8 107,0 1 0,2-8-56,6 7 0,-6-6 11,5 6 0,-2-9-37,2 2 1,-5-4 14,5-3 1,-4 0 295,-3 1-291,0-1 1,0 0-23,0 0 1,0-6 75,0-1 56,0 0-53,0 7-13,0 0-14,0 1 0,0-8 6,0 0 0,0-7 288,0 7-257,0-9 1,0 14 52,0-5 1,0-2 21,0 2-228,0 0 0,0 7 24,0 1 1,0-8-132,0 0 1,0-7 129,0 7 0,0-7-61,0 8-202,0-11 114,0 15 192,0-16-111,9 15 262,-7-15-250,8 6 15,-10-9-3056,0 0 2263,0-9 850,0 6 0,28-72 0,8-8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8:27:31.441"/>
    </inkml:context>
    <inkml:brush xml:id="br0">
      <inkml:brushProperty name="width" value="0.08571" units="cm"/>
      <inkml:brushProperty name="height" value="0.08571" units="cm"/>
      <inkml:brushProperty name="color" value="#E71224"/>
    </inkml:brush>
  </inkml:definitions>
  <inkml:trace contextRef="#ctx0" brushRef="#br0">256 128 7768,'11'0'-1430,"8"0"2052,-16 0-319,16 0-118,-17 0 0,7 0 113,1 0-165,-8 0 0,8-2 129,-10-5-216,0 4 1,0-8 119,0 3-16,0 6-24,0-17-241,0 17 64,0-17 0,0 14 65,0-9 1,-3 9-107,-4-2 0,2 5 45,-9 2-58,0-10 0,-7 8 97,0-5 1,-1 5-9,1 2 1,0 0-34,0 0 26,-1 9 0,1-4 40,0 9 1,7-7-34,-1 7 1,8-7 59,-7 7-47,10 1 0,-8 6-74,5 0 1,4-7 61,-4 0 1,5 1-4,2 6 0,0-7 11,0 0 1,2-2 0,5 2 0,-2 3 37,9-10-47,0 9 1,8-11 37,-1 9 1,0-9-30,0 2 0,1-5 78,-1-2 1,0 7-52,0 1 0,1-1 2,-1-7 1,0 0 16,0 0 1,-7 2 3,1 5 1,-8-5 51,7 6-41,-9 3-35,4 1 0,-9 9 9,0 1 1,-2-8 3,-5 0 1,-5-2-22,-9 2 1,-1 2-1,1-8 0,0 6-30,0-7 0,-3 0-92,-4-7 0,4 0-17,-4 0 1,4 0 64,3 0 1,0 0-290,-1 0 143,1 0-458,0-10 187,9-1 480,3-11 0,84-27 0,-28 20 0,1 1 0</inkml:trace>
  <inkml:trace contextRef="#ctx0" brushRef="#br0" timeOffset="1">553 192 7829,'0'-14'80,"0"0"0,0 6 447,0-6-356,0 0 1,0 0-77,0 0 1,0 7 376,0-7-473,0 9-196,10-14 1,1 17 140,11-6-35,-1 6 0,0 2-7,0 0 0,1 2-45,-1 6 1,0 3 88,0 11 0,-2-1 11,-5 0 0,3 0-91,-10 1 0,0-1 112,-7 0 0,0 3-31,0 4 1,0-4 14,0 4 0,-7-4 69,0-3 1,-7 0-20,7 0 0,-10-6 92,3-1 0,5-7-6,1 7 23,-3-9 385,8 14-307,-6-17 0,18 7-13,5-9 1,5 0-79,3 0 1,6-7 66,0 0 0,8-7-112,-8 7 0,0-7-119,-6 7 0,-1-7 79,0 6 1,-7 1-239,0 7-880,-9-9 1095,5 7 0,-20-8 0,-2 10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8:27:31.443"/>
    </inkml:context>
    <inkml:brush xml:id="br0">
      <inkml:brushProperty name="width" value="0.08571" units="cm"/>
      <inkml:brushProperty name="height" value="0.08571" units="cm"/>
      <inkml:brushProperty name="color" value="#E71224"/>
    </inkml:brush>
  </inkml:definitions>
  <inkml:trace contextRef="#ctx0" brushRef="#br0">298 170 7274,'0'-11'386,"0"-1"-344,0 5 40,0 4 1,0-8-151,0 3 121,0 6-115,0-17 1,0 14 50,0-9 1,0 7-46,0-7 55,-10 9 1,6-11-19,-11 9-39,11 0 63,-15-3 0,7 8-2,-9-5 0,7 4 0,-1 3 0,8 0-32,-7 0 0,2 3 19,-2 4 0,-5-2-1,5 9 0,2-3-1,-2 4 1,7 4-4,-7-5 0,7-2-7,-7 2 0,9-7 9,-2 7 1,2-2-36,-2 2 0,5 5 33,-5-5 1,4-2-2,3 2 1,0-7 31,0 7 5,0-9-10,10 4 1,1-2 4,11 1 0,-8-1 65,0-7 1,0 0-60,7 0 0,1 0 0,-1 0 12,0 0-16,0 9 1,1-7-20,-1 6 1,-7 1-5,0-2 0,-9 2-1,2-1 17,5-6 23,-10 17-20,17-7-16,-16 9 12,6 0-18,-9 0 1,-7-6 5,0-1 1,-10-10-2,3 4 0,2 1-42,-2-2 0,-7 0 41,-7-7 0,-1 0-71,8 0 0,0 0 43,-1 0-86,1 0 0,0 0 58,0 0-335,9 0 204,-7 0 0,17-2 191,-5-5 0,4 4 0,32-34 0,6 1 0</inkml:trace>
  <inkml:trace contextRef="#ctx0" brushRef="#br0" timeOffset="1">638 22 7877,'14'0'562,"0"0"-469,-9 0 0,4 2-154,-9 5 0,3-2-18,4 9 1,-5-7 170,5 7 1,-5 0-62,-2 8 1,0-1 101,0 0 0,0 3-36,0 4 1,0-2 38,0 9 0,0-9-189,0 3 1,0 1 6,0-1 0,0 1 216,0-1-218,0-6 0,0 8 111,0-10 0,0-6 91,0-1-64,0-10 173,0 6-171,0-10 8,0 0-242,0-10 0,-2 6-284,-5-10 0,5 6-588,-5-6 1,-3 7 189,3-7 824,-9 9 0,-6-32 0,-11 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8:27:31.445"/>
    </inkml:context>
    <inkml:brush xml:id="br0">
      <inkml:brushProperty name="width" value="0.08571" units="cm"/>
      <inkml:brushProperty name="height" value="0.08571" units="cm"/>
      <inkml:brushProperty name="color" value="#E71224"/>
    </inkml:brush>
  </inkml:definitions>
  <inkml:trace contextRef="#ctx0" brushRef="#br0">192 106 7835,'12'-11'-686,"-3"-8"830,1 16 0,-8-8 221,5 4-141,-4 4-21,-3-6 27,0-1-229,0 8 1,0-10 215,0 5-299,0 5 0,-3-8 52,-4 10 0,3 0-73,-11 0 0,8 0 2,-7 0 0,7 0 124,-7 0-46,0 0 0,-8 7 10,1 0 0,7 8-25,0-8 1,2 9 27,-2-2 0,-3 5-33,10 2 0,-2 1 28,2-1 0,4-7-1,-4 0 1,5 0 29,2 8 1,0-8-30,0 0 1,2-2 18,5 2-17,5 5 1,17-17 63,-1 5 0,0 3-52,-7-3 1,1 0 139,-1-7 0,7 0-46,1 0-39,-1 0 1,-7 0-26,0 0 1,-6 7 40,-1 0 41,-9 10-28,4-6-55,-9 11 0,-2-1 3,-5 0 1,-5-7-13,-10 1 1,1-8-49,0 7 1,0-9-126,-1 2 0,1-5 101,0-2 0,-3 7-157,-4 0 1,4 0 40,-4-7 0,12 0 54,1 0 1,8 0-515,-7 0 629,9 0 0,34-28 0,18-8 0</inkml:trace>
  <inkml:trace contextRef="#ctx0" brushRef="#br0" timeOffset="1">596 191 7862,'0'-21'-766,"0"0"1102,0 0 1,2 7 229,5-1-661,-4 11 133,6-6 1,-6 3-64,4 0 0,-3 0 86,11 7 0,-8 0-146,7 0 0,-7 2 33,7 5 0,-7-4-177,7 4 201,1 5 0,3-1-23,-3 11 0,1-8 41,-9 0 1,7-7-18,-7 7 0,3 0 50,-3 8 0,-5-8-51,5 0 94,-4 0 0,-6 7-58,-4 1 0,3-8 4,-11 0 1,8-9-6,-7 2-5,0 5 1,-7-10-3,0 5 0,6-5-1,1-2 0,7 0 69,-7 0-60,9 0 127,-4 0-110,9 0-62,0 0 148,9 0 5,3 0-96,9 0 0,-2 3 29,-5 4 87,5-5-113,-16 17 1,6-14 148,-9 9 1,0-7-123,0 7 0,0-7 308,0 8-354,-9-1 0,-3 5-10,-9-5 0,-1 2-19,1-9 0,0 3-145,0-3 0,-1-5-63,1 5 1,0-2-34,-1 2 266,1-4 0,-57-22 0,-14-17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8:27:31.447"/>
    </inkml:context>
    <inkml:brush xml:id="br0">
      <inkml:brushProperty name="width" value="0.08571" units="cm"/>
      <inkml:brushProperty name="height" value="0.08571" units="cm"/>
      <inkml:brushProperty name="color" value="#E71224"/>
    </inkml:brush>
  </inkml:definitions>
  <inkml:trace contextRef="#ctx0" brushRef="#br0">361 107 6885,'0'-14'95,"0"-1"490,0 11-149,0-15-293,0 16 1,0-8 177,0 4-139,0 4 130,0-6-414,0-1 228,0 8-315,0-8 10,-9 10 106,-3 0 0,-9 0 9,0 0-68,-1 0 0,1 3 66,0 4 0,0-2 35,-1 9 0,8-7 9,0 7 0,7-2 0,-7 2 0,7 3 49,-7-10 0,9 9-15,-2-2 1,4-2 3,3 2 1,0-7 18,0 8 7,0-1 14,10 7 0,2 0-46,9 0 1,-7-6 36,0-1 0,-2-7-26,2 7 0,5-7 75,-5 7 1,-2-7-68,2 8 1,-2-8-55,2 7 0,-2-7 40,-5 7 0,-5-7 8,6 7 60,3-9 1,-8 14-58,4-5 1,-5-2 86,-2 2 0,-2-7-80,-5 7 0,2-9-64,-9 2 1,0 3 67,-8-3 0,1 0-116,0-7 1,0 0 72,-1 0 1,1 0-86,0 0 0,0 0-86,-1 0 0,1-3 31,0-4 0,7 3-167,0-11 0,2 8-189,-2-7 502,4 0 0,76-54 0,-24 27 0,-1 1 0</inkml:trace>
  <inkml:trace contextRef="#ctx0" brushRef="#br0" timeOffset="1">638 22 7733,'-12'0'-230,"2"0"1,8 0 873,-5 0-385,5 0 1,-10 0-86,5 0-77,4 0 0,-8 7-79,3 0 1,4 9 74,-10-1 0,9 3-171,-2 4 1,-3-1 61,3 0 1,-7 0 30,7 1 0,0-1-139,7 0 1,-7 0 79,0 1 1,0-1-121,7 0 0,0-7-14,0 1 63,0-11 111,0 15 8,0-16 0,2 6-21,5-9 0,5-2 11,9-5 0,0 4 149,1-4 0,-1-2-87,0 2 1,-2-3 55,-5 3-48,5 5-103,-7-8 0,2 3 13,0 0 1,-9-2-244,2 2 232,-5 4 0,1-9-18,4 5 0,-5 3-53,5-11 0,-4 8 55,-3-7 0,0 7 72,0-7 0,0 7-66,0-7 1,-3 7 335,-4-8-100,5 11-1,-8-6 1,10 10 267,0 0-372,0 10 0,0 1-4,0 11 1,0-1 56,0 0 1,7 0-47,1 1 0,-1 1-141,-7 6 0,0-6 93,0 6 1,7-6-2,0-2 0,0 1-11,-7-1 0,0 0-15,0 0 0,0-6 18,0-1 41,0 0-76,0 7 1,0-7 75,0 1-5,0-11 75,-10 6 15,8-10-261,-7 0 1,9-3-189,0-4 1,0 3-166,0-11 0,0 8 454,0-7 0,9-19 0,3-12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3.912"/>
    </inkml:context>
    <inkml:brush xml:id="br0">
      <inkml:brushProperty name="height" value="0.053" units="cm"/>
      <inkml:brushProperty name="color" value="#FF0000"/>
    </inkml:brush>
  </inkml:definitions>
  <inkml:trace contextRef="#ctx0" brushRef="#br0">21228 10648 7938,'-8'-6'745,"0"4"-255,3-3 487,3 4 1,-5-4 0,3-1-2,0-2 0,-1 3-878,5-4 1,6 6 0,5-2 0,7 3 0,4 2 0,3 0 436,3 0-570,-2 0 0,10 0 0,-4 0 5,1 0 0,0 0-123,-5 0 0,1 0 0,-2 0 0,-4 0-419,-4 0-126,-3 0 1,-6 0-1,-4 0-432,-4 0 837,-6 0 0,-16 5 0,-4 0-251,-3-2 0,-3 3 0,-1-1 0,-1-2-337,5-1 872,-1 4 1,12-4-1,-5 2 555,1-2 1,4-2 16,-3 0 538,10 0-46,2 0 1,7 6 534,0 4-1172,7-4 1,-6 7 0,4-4-78,-3 4 0,2 1 1,1 2-1,-2 1-127,-1 2-88,-2 0 0,0 0 0,0 0-110,0-2 1,0 4-1,0-2 1,-2-2-917,-2-1 694,-4-2 0,-2-1 0,2-2-1198,2-2 989,-5-5 0,3 7 1,-6-7-200,0-1 436,-1-1 1,6-2 121,-1 0 178,7 0 1,-2 0 301,10 0 101,3 0 1,8 0-1,3 0-167,5 0 1,1 0 0,0-2 0,-1-1-426,1-1-59,-4-1 0,5 5 0,-3 0-1428,-1 0 1224,5 0 1,-10-5 0,5 0 0,-1 1 0,-4-1-1590,-1 0 19,-2 0 1900,0-1 0,-12-40 0,-4-15 0</inkml:trace>
  <inkml:trace contextRef="#ctx0" brushRef="#br0" timeOffset="1">21626 10705 7820,'8'-21'969,"-1"6"686,-2-4 138,-3 9 1102,4-2-1548,-6 10-934,0 2 0,-2 9 0,-1 10 294,-1 5-440,-1-3 0,0 10 0,0-2 1,1 1-1,-1 0 581,0-2-820,0 1 1,5-1 0,0 0-247,0 1 1,0-2-1,0-2 1,0-3-139,0-1-444,0-2 0,2-7 0,1-1-182,2-1-39,6-7 1,-3 3 0,6-7-1,0-4-1331,0-5 1811,1-9 541,-1 4 0,-6-56 0,-2-7 0</inkml:trace>
  <inkml:trace contextRef="#ctx0" brushRef="#br0" timeOffset="2">21583 10861 8328,'-14'0'1301,"4"0"71,1 0-335,6 0 1,-2 0-442,10 0 1,4 0-1,10-1 1,5-2 885,3-2-1718,1 0 1,0 4 0,1-3-410,-1 0 0,-4-1 0,-2 5 0,-1 0-1173,-4 0 609,-1 0 1209,-2 0 0,-12-6 0,-4-2 0</inkml:trace>
  <inkml:trace contextRef="#ctx0" brushRef="#br0" timeOffset="3">22180 10634 7938,'0'-14'790,"0"-1"0,0 1 1276,0 0 175,0 6-209,0-5-1938,0 12 0,0-4 0,0 10 333,0 4 1,0 6 0,0 4 0,0 3 991,0 0-1072,0 11 0,0-9 0,0 9 110,0-3-410,0-2 1,0 1-1,0-2 1,0-2-1,0-3-86,0-2-399,0 6 1,-1-10 0,-3 2 50,0-2-1425,-1-1-1067,5-8 1949,0 0 0,0-9 1,0-3-1708,0-4 2125,6-4 512,-4-7 0,23-53 0,-13 27 0,0 0 0</inkml:trace>
  <inkml:trace contextRef="#ctx0" brushRef="#br0" timeOffset="4">22308 10691 7938,'0'-14'1182,"5"4"792,0 1-8,-1 5-920,-4-2 0,0 8 0,0 2 711,0 6-1396,0 9 0,0-2 0,0 7 1076,0 1-1233,0 2 0,0 0 0,0-2 1,0-1-1,0 0-82,0-2-274,0 5 1,0-12 0,0 4-1114,0-3 540,0 5 1,0-10 0,0 3-2113,0-1 1152,0-7-961,0 0 1868,0-6 1,0-6 777,0-4 0,-12-59 0,4 26 0,0 1 0</inkml:trace>
  <inkml:trace contextRef="#ctx0" brushRef="#br0" timeOffset="5">22024 10790 7961,'-14'0'746,"-1"0"1949,1 0-1888,6 0 0,-3-1 522,6-4 1,7 3-906,7-2 1,6-3 0,4 3 0,6-1 369,6-1-787,-1 4 0,10-6 0,-5 5 0,-1-2 0,1 2-656,-3 1-99,-2 2 0,1-4 1,-1-1-101,-3 2-305,-8 1 0,2 2 0,-7 0 0,-1 2-2213,-4 2 3366,-3-2 0,-50 11 0,-11-5 0</inkml:trace>
  <inkml:trace contextRef="#ctx0" brushRef="#br0" timeOffset="6">22180 10847 7961,'-14'0'646,"4"0"965,1 0-946,-1 0 1,1 0 1177,0 0 0,7 0 149,2 0-1814,6 0 1,13 0 0,2 0-494,1 0 117,2 0 1,-1 0 0,1-1-1,0-3 1,-1 0-3315,1 0 2810,-7 3 1,9 1 0,-7 0-1505,-2 0 1356,-1 0 850,-2-6 0,0-9 0,0-7 0</inkml:trace>
  <inkml:trace contextRef="#ctx0" brushRef="#br0" timeOffset="7">22664 10662 7961,'0'-14'285,"0"0"0,0 4 1,0 1 2877,0-2-2436,0 5 1,0-7 43,0 3 0,6 4-538,3 1 1,4 4 0,1-1 0,2-1 337,3-2-466,-3 1 1,4 4 0,-6 1 0,1 2 0,-1 4 391,0 1-615,-6 1 1,3 5 0,-6 0 86,-2 1-106,-1-1 1,-4 5-1,-3 1 1,-4 1-1,-4 1-285,-1 0 318,0-4 0,4 2 1,1-6-285,-2 0 258,-2 1 1,4-1 0,1 0 82,1 0 45,9 1 1,7-6 322,10 1-198,-3-7 1,5 3 0,-7-4-1,0 1 358,0 1-356,-6 1 0,0-5 236,-3 0-240,-4 0 0,4 0 1,-10 0-1,-4 0 428,-4 0-1165,-1 0 0,-5 0 0,-1 0-2457,-2 0 2350,4 0 1,-7 5 0,4 1 0,1 1 722,-1-1 0,-23 5 0,-2-3 0</inkml:trace>
  <inkml:trace contextRef="#ctx0" brushRef="#br0" timeOffset="8">21469 11302 7954,'-14'0'310,"5"-5"0,-1 1 0,-1 0 1,-2 3-1,-1 1 1505,0 0-704,6 0 0,-5 0 535,4 0-896,3 0-302,-1 0-191,7 0 1,2 0-1,1 1 766,2 4-831,6-3 1,-3 4 0,8-6 177,2 0-254,5 0 1,5 5 0,0 0-1,2-2 1,4 0 315,4 2-390,3-4 1,6 5 0,2-4-236,2 3 184,1-4 0,9 6 1,4-6-1,3 2 1,5 2 99,-1-2 169,1-1 0,-7-2 1,1 0 499,1 0-547,-5 0 1,-6-2 0,-10-1 0,-3-2 0,-1 2 1181,0 2-1305,-13 1 0,1-5 1,-12 0 353,-1 2-1285,-3 1-2189,0 2 123,-8 0 139,0 0 2768,-7 0 0,-108-56 0,41 20 0,0 1 0</inkml:trace>
  <inkml:trace contextRef="#ctx0" brushRef="#br0" timeOffset="9">26957 9042 7968,'0'8'607,"-1"-2"344,-4-6 1,2 0-465,-7 0 1,1 0-401,-5 0-40,6 0 1,0 0 0,3 0-1,-3 1 25,0 4-50,-4-3 0,4 4 77,-6-6 0,-1 2-23,1 2 0,0-2 1,0 4-1,-1-1 186,1 0-225,-6 0 0,2-1 0,-5 1 0,-3 0 0,-1-1 42,-1 1-107,0 0 0,-1 0 1,1-1 6,-1 0 0,-4-1 0,0 0 1,1 2 53,2-2-33,-4-2 0,4 4 1,-4 0-17,4-2 13,-4-1 1,4 2 0,-4 3-1,4-1 1,2 2-28,0 0 40,-1-5 0,1 8 0,-1-5 29,1 2-23,6-5 1,-4 8-1,7-4 1,2-1-1,1 0 49,2-2 38,0-3 1,1 1 0,2 1 77,2 2 0,4-1 127,-5-4 50,7 0-8,-3 0-450,6 0 1,5-6 197,-1-3-277,8 2 0,-6-5 1,5 4-1,-2-2 1,2 1-304,2-2 439,1-2 1,1-1 0,-1 0 0,0 1 0,0 2 110,0 1-49,1 1 1,-1-4-1,-2 2 518,-2 2-300,3 6 0,-10-5 230,6 3-375,-6 3 1,2-4-18,-10 6 0,-3 6 0,-6 2 0,0 2 68,0-1-66,0 1 1,-5 4 0,0 0 0,1 0 0,3 1 242,0-1-203,1 6 1,0-4 0,0 3 317,-1-3-313,1-2 0,2 5 0,1-2 1,3-2-1,1-4 269,4 0-474,2 1 1,4 3 187,6-1-113,1-6 0,15 0 1,-5-5-1,3 2 1,2-2-595,2-2 323,-5-1 1,3 0 0,-4 0-608,1 0 3,-5 0 1,4 0 0,-7 2 882,0 3 0,-44-23 0,-11 1 0</inkml:trace>
  <inkml:trace contextRef="#ctx0" brushRef="#br0" timeOffset="10">21924 12041 7995,'8'-14'488,"5"6"1,-12-4 0,4 2 1066,-3-3-1352,-2-1 1,-7 6-1,-2 4 1,-4 2-1,-1 2 1,0 0-1,0 0 184,-1 0 0,0 6-279,-4 4 1,3 1 0,-3 1 0,3 1-44,2 3 0,0 1 0,-1-2 0,1-1-33,0 0-84,0 0 1,6 5 0,3 0 55,3-2 0,2-5 0,0-3 0,0 2 246,0 2-206,13 1 1,-3-5 0,10-1 262,1-1-174,-6 4 1,11-5-1,-6 5 1,1-1-1,-1 1 426,-2 1-441,-2-4 1,-2 5-1,-2-4 175,-2 4-242,-4 1 0,-6 0 1,0 1-1,-1-1 1,-4 0 222,-5 0-373,-2-6 0,-4 3 1,-3-5 118,-5 2-165,4-5 0,-5 5 1,6-4-1,0 0 1,0-1-394,0-1 492,0-2 0,9-5 19,1 1-301,6-1 0,-2 0 0,10 0-263,4 2 567,4 2 0,6 1 1,1 0 375,2 0-315,2 0 1,4 0 0,1 0 0,-1-2 0,1-1-19,-1-2-83,1 0 1,4-1-1,-2-2-163,-4 0 232,2-4 1,-9 4 0,4-6 0,-5-1-1,-5 1-15,-4 0 197,-4 0 1,-6-1-1,0 0-27,0-4-15,-6 3 1,-2-3-1,-7 8 1,1 3-1,0 2 606,0 2-683,0 3 1,-1 2-1,1 3-19,0 0 0,1 7 0,2 0 1,2 5 178,-2 3-164,4 0 1,1 0-1,6 0 129,0-2-220,0-1 1,0-1-1,2-1 1,2 0-1,6 0-581,3 0 370,7-6 0,-3-1 0,7-7-446,1 0 497,-4 0 0,4-5 1,-4-3-1,-1-3 0,1-5-314,-4 0 436,-1 1 0,-2-1 1,0-2 708,1-1-400,-1 0 1,-5 7 0,1 1 1006,1 1-1048,2 7 1,-6-2 0,0 10 698,-1 5-681,-4 2 1,4 2-1,-4 1 1,1 0-1,1 3 578,0 1-869,-3 0 0,-1-5 292,0 0-1293,0 0 1,0-4-157,0-1 888,0-6 1,0 2 0,2-10-313,2-4 565,-2-10 1,11 3 0,-4-4-1,4 1 1,1 0 311,0 1-133,7 3 1,-5 2 0,3 2 879,-4 1-753,0 7 1,-1-3 0,0 6 0,0 2-1,0 1 880,1 1-958,-1 8 0,0-5 1,0 6 48,1-3-152,-1 2 0,0-9 1,0 5-1,2-1 1,1-4-60,2-2-351,0-1 0,0 0 0,2-1-191,1-4 533,-5-3 0,4-6 0,-7 0 0,-1-1 0,-4 0 180,-4-4-48,-4 3 0,-1-6 1,0 4-30,0-1-18,-12 0 0,2 10 1,-9 1-1,2 2 1,0 3 69,-2 1-178,-7 2 1,11 6-1,-4 5-250,3 7 232,2-2 0,-1 9 1,3-5-1,2 1 0,6-1-253,2-2 272,2-2 1,2 3 0,2-2-325,6-4 315,9 1 1,-2-13-1,7 4 1,1-3-1,2-2-161,1 0 195,-6-7 0,4-5 1,-6-9 328,2-1-239,-4-2 1,1-4 0,-8 0 0,-3-1 0,-2-1 616,-3-3-512,-1 3 1,-2-5 0,0 8 188,0 4-59,0 2 1,-2 8 0,-1 6 313,-2 7-294,-6 12 0,10 10 0,-4 8 248,3 3-211,2-2 1,0 8 0,0-4 0,0-1 0,0 1 102,0-3-517,0-8 0,0 1 1,2-5-1074,3 2-626,-4-10-1542,12 6 1607,-5-16-341,0 4 1186,-2-6 0,-6-6 847,0-3 0,0-4 0,0-1 0</inkml:trace>
  <inkml:trace contextRef="#ctx0" brushRef="#br0" timeOffset="11">24881 12070 7897,'0'-14'1016,"0"-1"0,0 1 590,0 0-970,0 0 0,0 4 0,0 1 234,0-2-692,0 4 0,-6 1 1,-3 6-84,-4 0 1,-1 6 0,-2 4 0,-3 4-166,-5 5 28,4-3 1,-5 9 0,4-6-251,-1-2 185,5 5 0,-4-6 0,8 5 1,2-4-1,3-1-385,2-3 416,1-2 1,7 1 0,4-2-22,8-5 84,1-4 1,12-1 0,-2 0-1,5 0 1,3-1 326,-1-4-186,-9 3 0,4-4 0,-5 6 81,0 0 0,4 0 1,-7 0-1,-2 0 321,-1 0-283,-8 6 0,3-3 0,-7 7 25,0 1 0,-3-3 1,-1 1-1,0 2 520,0 2-543,-6 1 0,-2 0 0,-6-1 20,0-3 0,-1 1 1,1-5-1,0 0-60,0 1-104,-7 4 0,5-10 0,-3 4-164,4-3 0,0-1 0,1 2 0,0 2-805,0-2 356,6-1-1266,-5-2 1,10 0-2252,-6 0 2292,5 0 1,0 1 1732,8 4 0,11 9 0,7 8 0</inkml:trace>
  <inkml:trace contextRef="#ctx0" brushRef="#br0" timeOffset="12">25166 12141 7897,'0'-14'279,"0"-7"0,-5 5 1,0-3-1,2 4 2096,2 0-1053,-6 7 0,6-1 350,-4 9-1454,3 3 1,2 11 0,0 2 511,0 3 1,5-2-426,0 7 1,0-5 0,-5 3 0,0-1 375,0-4-615,6 5 0,-4-6 1,2 3-1,-2-2 417,-2 2-687,0-3 1,0 5 165,0-7 1,0-5 0,1-1-1,4-1 441,-3-3 1,4-5-1,-6-6-337,0-7 0,0-2 0,0-7 1,0-4-229,0-5 123,0-4 1,0-5-1,0 1-245,0 2 1,0 7 0,0-2 0,0 4-281,0 6 73,0 2 286,0 7 1,0 14-1,0 9 1,0 12 465,0 6-79,0 7 1,0-2 0,0 6-106,0 1 1,0-4 0,0 0-1,0-4-13,0-2-312,0 3 0,0-12 0,0 4-1,0-5-1284,0-10 0,2 2-609,2-6 1424,-2-7 0,9-1 0,-6-6-301,-2-2 442,5-2 1,-7-1 0,4 0 576,-3-1 0,-15-11 0,-3-4 0</inkml:trace>
  <inkml:trace contextRef="#ctx0" brushRef="#br0" timeOffset="13">25095 12013 7824,'-8'-6'103,"2"4"1,4-9 0,-1 5 0,-4-2-1,0-3 1332,-4-2-635,4 5 0,-1-3 0,5 5 0,-3-2 1049,-2-3-1714,5 4 1,-2-4 0,10 5 0,4 0 53,4-1-99,1 3 1,0 4 0,1 0 105,-1 0 0,0 0 0,0 1 36,0 4-83,1-3 0,-6 9 1,-1-5 301,-2 2-317,-1 1 0,-5 7 0,0 2 1,0 0-28,0 0-70,0-2 0,-6-2 1,-4 0-475,-2 0 313,-3 7 0,3-5 0,1 3 0,1-4 0,-1 0-815,-1-1 733,4 0 1,-5-1-767,4-4 686,2 4 1,4-12-1,11 4-237,6-3 754,10-9 1,-2 4-1,6-6-83,1-2 30,-1 4 1,1-1-1,-2 5 1,-2-1 0,-3 0 556,-1 3-374,-3 1 0,-3 6 433,-1 4-489,-6 2 0,-2 2 0,-6 2 0,-1 2 0,-4 2 1064,-5 2-1183,-9 2 0,-1 0 0,-5-2-73,1-2-120,0-1 0,-4-4 0,1-1 1,2-2-1,2-1-227,3-1-44,1-7 1,5 3-1384,0-6-1412,6 0-257,1 0 1574,7 0 1,7 0 1755,2 0 0,-15-12 0,-4-4 0</inkml:trace>
  <inkml:trace contextRef="#ctx0" brushRef="#br0" timeOffset="14">24469 11871 7824,'14'-15'615,"-1"1"0,-2 0 1134,-1 0-1236,-7 6 0,1 2 1,-8 6-1,-6 0 0,-4 1 1,-3 6-1,-4 5 2108,-1 6-2368,-2 7 1,-3-3 0,2 8-1,1 3 1,1 5 523,1 3-518,1 2 1,7 1-1,1 3-136,4 5 1,2-1 0,7 1 0,2 0 230,3-1-441,3-2 0,11-13 0,1-3-1035,2-3 570,2-8 1,4-1 0,1-8 0,-2-4-1,-2-4-2330,-1-4 2003,-1-1 0,0 0 0,-5 0 879,-2 0 0,-8-12 0,-2-4 0</inkml:trace>
  <inkml:trace contextRef="#ctx0" brushRef="#br0" timeOffset="15">25791 12326 7830,'0'-15'1253,"2"3"1,1 1 997,2 1-1756,0 7 0,-5-2 1,0 10-1,0 5 1,0 2-1,-2 4 1517,-3 3-1849,4-3 0,-12 6 1,2-3-1,-5 3 1,-3 2 458,2-1-1038,-5-5 1,6 7 0,-5-6-223,1-2 0,3-1 0,-6-2 0,3 1-1478,3-1-1907,7-6 4023,-3 4 0,50-42 0,4-3 0</inkml:trace>
  <inkml:trace contextRef="#ctx0" brushRef="#br0" timeOffset="16">26360 12041 7830,'0'-14'19,"-6"0"0,-4 0 0,-2 1 2827,-3 4-2440,1 2 1,0 7 0,0 0 0,0 0 0,-1 2-1,1 3 1,0 4 1774,0 4-1979,0 1 0,4-1 0,2-2-56,2-2 1,-4 1-1,6 4 1,0 0 327,3 0-576,1-6 0,1 5 0,4-5 309,5 0-258,2 4 1,3-9-1,-1 5 1,2 0-1,1-2-146,2 1 306,0 4 1,-5-8-1,0 5 306,0-2-200,1 5 1,-1-8 0,-1 7 0,-2 1 631,-2 2-623,-6 1 1,4-5-1,-9 1 726,-3 1-809,-3-5 0,-7 7 1,-4-5-1,-4 0 1,0-2-802,-1 0 247,0-4 1,-4 4-1,1-6-2502,3 0 1534,4 0 0,6 0-1114,-1 0 826,8 0 1,7 0 1668,9 0 0,48-6 0,12-2 0</inkml:trace>
  <inkml:trace contextRef="#ctx0" brushRef="#br0" timeOffset="17">26573 12169 7842,'0'-14'255,"0"0"0,0 0 1636,0-1-706,0 7 1,-1-4 1026,-4 2-926,4 4-934,-6 0 1,7 7 0,0 4-1,0 5 1178,0 2-1149,0 2 1,0 7 0,0 1 570,0 0-838,0 5 0,0-10 0,0 7 1,0 0-1,0-1 217,0 1-332,0-6 1,0 2 0,0-6 333,0 0-800,0 1 0,0-6 71,0 1 408,0-7 0,5-3 1,1-11-69,2-7-150,-5 3 1,4-17-1,-7 2 1,0-5 0,0-4-838,0-2 902,0-2 0,0 0 1,0 2-157,0 3 386,0 4 0,0 12 0,0 3-415,0 3 334,0 8 1,-2 24 249,-3 12 1,4 8 0,-4-4 0,3 3 875,2 1-963,0-4 1,-1 2 0,-2-5-54,-2-1 1,0-6 0,5-3 0,0-1-407,0 1-632,0-10 1,0 5 247,0-9 0,2-3 1,1 1-825,2-6-97,-1-5 1,3-6 247,2-1-337,-2 1 1,0 0 1681,-2 0 0,3-7 0,6-1 0</inkml:trace>
  <inkml:trace contextRef="#ctx0" brushRef="#br0" timeOffset="18">26644 12098 6260,'0'-8'924,"0"0"1,-1 4 523,-4-6-1129,4-2 0,-7 2 0,5 1 0,-4-1 0,1 1 1553,0-1-686,1 7 393,5-10-1273,0 18 1,0-7 0,0 15 0,1 3-1,3 1 900,0 4-1029,1 1 0,-5 6 1,0 1-56,0-1 1,0 1 0,0 1 0,0 1-187,0 2 44,0-6 1,0-1 0,0-7-307,0-2 1,0-1-364,0-2 944,0-6 1,0-3 27,0-10 1,0-3 0,0-8-1,0-1 27,0-2-123,0-6 1,0-2-1,0-8-105,0-1 0,0 2 0,0-2 0,0 0-117,0-1 53,0 12 0,-2-6 0,-1 12 26,-1 1 1,-1 2-946,5 2 789,0 13 1,0 12 468,0 12-332,6 14 1,-4-14 0,2 11-1,-2-3 1,-2 1 203,0 1-231,0 0 0,0-4 0,0-1-200,0 0 64,0-5 1,0 2 0,0-6-161,0-2 507,0-7 0,0-6-269,0-8 107,0-4 1,0-8 0,0-3 0,0-3 0,0-2-519,0 0 198,0 1 1,0-6 0,0 1-64,0-1-208,0 7 1,0 2 0,0 6-1,0-1-2158,0 1 2169,0 6 0,0 8 0,0 11-1144,0 7 0,6 5 1677,4 11 0,12 9 0,6 7 0,3 7 0,0 0 0</inkml:trace>
  <inkml:trace contextRef="#ctx0" brushRef="#br0" timeOffset="19">27171 12525 7939,'0'-15'702,"0"1"1,-2 2 3427,-3 2-1944,4-3-1348,-6 12-743,7-5-102,0 12 1,0-3 0,-1 5-240,-4-2 0,2 5-193,-7-1-50,7 2 1,-8-2-734,6-1 1011,-6-5 1,8 2 271,-6-6 5,6 0 1,-4-2 493,7-2-281,7 2 1,-4-9 0,6 6 755,2 2-239,-4-5 149,5 7-673,-10-6 0,9 9 0,-6 3 382,-2 4-1078,-2-3 0,-2 5-861,-4-6 984,3 6 1,-9-8 0,5 5 0,-2-1-656,-3-4 481,5-2 1,-2-1-362,3 0 596,4 0 0,-6-1 58,7-4 600,0 3 0,2-4 372,3 6-220,-4 0 0,5 2 1,-6 2-1,-1 6 2065,-4 3-2320,-3 7 0,-11-3 0,-1 6-72,-2-3-345,-2 5 1,-5-7 0,1 4 0,0-2-1,1-2-3636,3-2 2754,4-9 1,5 0-1,1-6 984,0 4 0,19-29 0,4-1 0</inkml:trace>
  <inkml:trace contextRef="#ctx0" brushRef="#br0" timeOffset="20">27668 12084 7947,'0'-8'379,"0"-5"0,-1 4 1,-3-4-1,0-1 1729,1 0-1763,1 6 0,2-5 1,2 4-1,1-4 0,3 1 648,2 2-915,1 4 1,1 1 0,-1 0 0,2 2 0,2 2 70,1 1 0,0 0 1,1 0-1,-1 1 158,0 4-296,-6-4 1,5 12 0,-5-3 79,-1 2 1,5 4-1,-8 1 1,-1 4 123,-1 1-141,-2-5 0,0 10 0,-2-3 98,-2 3-139,-4-5 1,-11 5 0,-2-4 0,1 4-1,-1 0-17,4-3 15,1 3 1,2-16 0,1 3-3,4-1 151,-4-7 1,15 5-1,2-6 1,15-4 683,11-4-410,7-5 0,5-6 0,3 0-103,2 0 0,-8-1 0,3 1 0,-6 0 213,-5 0-508,-7 6 0,-5 0-148,-9 3-172,-4 4-332,-6-6-785,-6 7 0,2 2 256,-5 3-719,6-4 1,-8 7 0,6-3-2458,2 4 4301,-5-2 0,13-7 0,-4-8 0</inkml:trace>
  <inkml:trace contextRef="#ctx0" brushRef="#br0" timeOffset="21">28294 11828 7947,'0'-20'915,"0"4"1,-5-5-1,-1 7 3050,-2 0-2183,5 0-1513,3 6 0,3 1 0,6 7 22,2 0 0,2 0 29,1 0 1,5 8 0,0 5 0,-2 6 627,-1 3-716,-2-5 1,1 15 0,-3-2 0,-1 5 0,-3 4 679,-1 2-636,-3 2 1,-4 1 0,-1 3 298,-4 6-237,-9 2 1,-2 2-1,-5 0 1,1 0 0,-2-2 882,0-3-1113,1 3 0,2-17 0,2 0-8,4-6 0,-1-10 1,6-3-1,-1-5 276,-1-5-262,7-2 158,-3-7-359,6 0 1,0-2 0,0-3-306,0-4-538,6-4 1,2-1-1,8 0-2457,3 0 3035,3-7 1,6 5 0,2-3-1,2 4 352,1 0 0,22-1 0,12-1 0,2-2 0,1 0 0</inkml:trace>
  <inkml:trace contextRef="#ctx0" brushRef="#br0" timeOffset="22">27583 6653 8253,'-14'-6'0,"6"-2"0,-3-1 0,4-1 0,-1-1 766,-1 5 1,0-7-1,-1 4 1,-1-4 2067,-2-1-2557,5 6 0,4-3 0,8 8 0,6 3 450,3 3-589,7 8 1,-3-3 0,7 6-45,1 0 0,4 2 0,2 3 1,3 3 213,-3 0-202,6 5 0,-6-5 0,7 7 26,2-1 0,-1 2 1,1 2-1,-4 2 67,-1 3-118,4-6 1,-10 7 0,-1-8-102,-7-3 0,-6-8 1,-2 0 169,-4-3-139,-2-8 58,-7-2 60,-7-6-164,6 0 0,-7-5 0,5-1-865,-2-2 1,-1 3 0,3-4 0,-4-1-3445,-1 2 3430,5-4 914,-9 4 0,16-32 0,-2-5 0</inkml:trace>
  <inkml:trace contextRef="#ctx0" brushRef="#br0" timeOffset="23">28237 6582 8169,'-8'0'666,"0"0"149,3 0-513,4 0 1,-7-5-1,3 1 1,-4 1 0,-2 3 1265,1 4-1390,-3-2 0,6 9 0,-9-5 0,-2 2 0,-2 3 468,-2 2-481,4 1 0,-7 5 0,5 2 97,-3 1 1,0-3 0,-6 4 0,-1 3 569,-3 0-700,3 3 1,-6-1 0,4 1 374,-1-1-443,0-6 1,0 4 0,1-6 0,4 1 0,2-1 231,1-2-247,5-3 1,-1-2 0,7-2-15,0-1 1,1-6 49,3 6-257,4-7 169,6 3 1,0-7 0,2-3 102,2 0-1608,4-7 1,8 4-1,3-2 1508,5 4 0,14 1 0,8 0 0,3 0 0,1 0 0</inkml:trace>
  <inkml:trace contextRef="#ctx0" brushRef="#br0" timeOffset="24">28493 12397 7765,'0'-8'685,"0"0"1,1 5 0,3-4 817,0 0-897,1 3 1,-5-4-288,0 4-206,0 2 0,0-3 0,-2 9 0,-1 2 57,-1 2 1,-3-3-239,2 4 0,2-4 1,-6 4-130,-2 2 50,-2 2 1,-1-4-1,0-1 23,-1-1 122,1-3 0,5-4-31,-1 0 1,7-1-1,-2-4-82,4-4 154,1-4 1,1 3-1,4 1 253,5-2 1,2-2 0,2 1 107,1 2-226,-7 4 1,4 4 76,-2-2 0,2 4 190,3 0-281,-8 0 0,0 7 0,-7-2-111,0 5 1,-2-2-1,-3 1-570,-4 2 338,3-5 0,-7 5-198,4-6 0,-4 0-20,-1-5 268,-1 0 0,6 0 69,0 0 0,5-6 0,0-4 270,2-2 80,2-3 0,2 1 8,2 0 1,0 4 0,5 2 0,2 2 392,2 3-468,-5 1 0,4 2 0,-4 2 129,0 3 0,0-2 1,-5 6-1,2 2 643,-2 2-679,-1 8 0,-2-4 1,-2 5-96,-3-1 1,-3 2 0,-6-4 0,0 0-123,0 2-75,-1-5 1,-3 9-1,-1-6-161,1-2 92,-4-1 1,5-2 0,-7-1 0,-3-2 0,-3-3-314,-3-2-275,0 5 1,4-9 0,1 2-1632,-1-2 1386,7-2 1,-3-2 0,8-2 0,6-6-1989,9-2 2870,8-3 0,53-18 0,10-5 0</inkml:trace>
  <inkml:trace contextRef="#ctx0" brushRef="#br0" timeOffset="25">29019 12368 7787,'-6'-8'383,"4"2"1,-4 4 0,4-1 1082,-3-1 237,4-1-5,-6 5-780,7 0-436,0 0 1,8-2-91,7-2-272,-1 2 0,8-4 1,-3 6 7,5 0 1,4 0 0,4 0 0,2 0 409,3 0-453,7 0 1,0 0 0,5 0-123,0 0 92,2 0 0,-1 0 1,-2 0-1,-6 0 0,-2 0 34,-2 0-118,0 0 1,-2 0 0,-5 0 64,-5 0 6,1 0 0,-7 0 0,4 0 0,-7-2 0,-4-1 139,-4-2-205,-6 0 67,10 5 126,-11 0-21,4 0-55,-12 0-4,4 0-122,-4 0 0,-1 0 0,-2 0 1,-5 0-685,-5 0 505,3 0 1,-11 0 0,3 0-377,-2 0 436,-3 0 1,-1 0-1,-3 0 1,-5 0-1,-3 0-566,-2 0 598,-6 0 0,0 0 0,-4 0 91,1 0 30,6 0 1,-3 0 0,6 0 0,4 0 0,4 0 599,6 0-260,10 0-7,-1 0-392,12 0 0,3 0-54,10 0-94,3 0 1,6 0 0,2 0-45,3 0 548,3 0 1,6 0 0,2 0-1,2 0 1,4 0 925,5 0-996,-1 0 0,14 0 0,-5 0 438,1 0-526,-4 0 1,5-1 0,-7-2 0,0-2 0,-4 2 128,-4 1-236,-9 2 0,-7 0 0,-6 0-306,1 0-184,-7 0 0,-4 0-831,-8 0 819,2 0 0,-11 0-102,4 0 0,-4 0 1,-1 0-1,0 0-2507,0 0 2482,-1 0 1,1 5 0,0 0 595,0-2 0,18-2 0,6-1 0</inkml:trace>
  <inkml:trace contextRef="#ctx0" brushRef="#br0" timeOffset="26">30583 11672 7787,'0'-15'-224,"-2"1"0,-1 0 0,-2 0 1209,2 0-617,2-1 0,2 7 0,2 2 0,4 1 0,1 1 870,3 1-1084,-5 1 0,7 4 0,-4 2 1,4 6-1,-1 2 172,-2 3 0,2 0 1,-2 3-1,1 2 353,-2 2-526,4 2 0,-7 6 0,5 2 354,-1 1-356,-1 0 1,1 2-1,-2 1 1,-2 2 0,-3-2 656,-1-1-654,-2 5 0,-2-4 1,-2 7 251,-6-1-310,-3-5 0,-7 2 0,-4-4 1,-3 0-1,-1-1 374,-1-2-556,1-2 1,0-6 0,-1-1 184,1 3-374,6-6 0,-4-1 0,9-8 0,3-3-1429,3-2-1282,8-1-358,-4-5 1530,7 0 1298,0-6 0,2-2 516,3-6 0,9-57 0,-3 28 0,0 0 0</inkml:trace>
  <inkml:trace contextRef="#ctx0" brushRef="#br0" timeOffset="27">30611 11714 7830,'-8'-36'-117,"2"1"1,6 8 0,0 2-1107,0 1 1645,-6 7 1,4-3-1,-1 7 1797,6 3-1800,-1 4 1,6 6-1,-5 2-225,2 2 1,4 4 148,-4 7 1,6 0 0,-2 4 0,2 5 1004,-1 3-1027,2 8 1,-8 1 0,3 5-1,0-2 1,-4-1 1063,-1 2-1156,-2 7 0,4-4 0,1 1 331,-2-4-391,-1-2 1,-4 4 0,-3 1-1,-2-1 1,-3 0 479,1-5-517,-7-2 0,0-5 0,-3 0 12,3-1-94,-4 2 1,4-15 0,-3 3-1,3-3 1,2-2-17,0 0-296,6-6 0,-5-2-1733,4-6 153,2 0 151,1 0-2018,6 0 1776,0 0 1933,0-6 0,-25-40 0,-7-15 0</inkml:trace>
  <inkml:trace contextRef="#ctx0" brushRef="#br0" timeOffset="28">29204 11714 7774,'0'-14'299,"0"6"1,0-4 0,0 2 0,0-3 0,0-1 1570,0 0-36,0 6-881,0 2-710,0 6 1,0 6-1,0 4 1,0 4-1,0 3 1,0 4 860,0 1-962,0-5 1,0 12 0,0-2 17,0 4 1,0 2-1,0-4 1,0 1 221,0 3-303,0-3 0,0 5 1,0-7 158,0 1-351,0-1 0,4-1 0,3-3 0,1-6 0,3-2-225,1-2 276,9-6 1,-4-1 0,5-7-225,-1 0 320,-2-7 1,0-1 0,0-7 0,-2-3 0,-3-2 424,-4-2-431,2 4 0,-10-7 0,3 6 129,-4 2-193,-7 1 1,-2 2 0,-8 1-1,-1 4 1,-4 4-265,-1 3 14,5-4 1,-8 4 0,6-1-143,1 6-138,-4-1 1,6 11 0,-3-4-1,5 4 1,5 1-2312,4 0 2235,3 0 1,2 1 0,0-1-74,0 0 0,0-5 715,0 1 0,57 6 0,14 6 0</inkml:trace>
  <inkml:trace contextRef="#ctx0" brushRef="#br0" timeOffset="29">29573 11970 7783,'0'-28'423,"0"6"0,-1 0 0,-2 4 341,-2-1 134,-6 7 1,3 1 0,-6 6 979,-1 2-1547,1 1 1,0 8-194,0 4 1,4 7-1,2 2 1,2-1 306,3-3-300,1 6 1,2-4 0,0 5 263,0-1-544,7-2 1,-1-5 0,5 0-1,-1 1 1,1-1-900,1 0 798,2-6 1,2 3-1,2-6-200,1-2 499,0-2 0,-5-1 1,0-1-1,0-2 0,-1-5 1075,-4-5-1004,-2 2 0,-3-11 0,1 3 280,-2-5-510,-1 4 1,-7-6 0,-1 8 0,-2 0 0,-2 2-1685,3 2 1508,-6 0 0,5 6 0,-6 3-1307,0 4 1057,6 1 0,-3 1 0,6 4 522,2 5 0,20 53 0,-5-25 0,0 1 0</inkml:trace>
  <inkml:trace contextRef="#ctx0" brushRef="#br0" timeOffset="30">18270 13975 8323,'0'-14'252,"-1"-1"1,-3 1 0,0 0 0,-1 0 2335,-1-1 0,3 3-1573,-7 2-634,7 10 1,-2 8-1,8 8 1,4 3-1,1 5 20,3 3 0,-4 3 0,3 1 0,-1 2 467,-1-1-758,5-2 1,-7-2 0,5 2-46,-1 4 0,-5-6 0,2 2 1,0-6 125,-4-4 62,-1-1 0,-2-5-732,0 1 0,1-8 0,2-3-893,2-8 1213,6-3 0,-8-14 0,5-3 7,-2-2 1,4-3 0,-4 1-1,1 1 451,-1 3-408,-1-3 1,-1 11-39,1-3 1,6 10 0,-1 4 597,2 4-421,-4 7 1,5 2-1,-4 8 247,4 3 0,1-2 0,0 5 0,1-1 404,-1-4-737,0-1 0,-1-2 1,-2-1 193,-2-4-174,1-2 1,4-7 0,0 0-1,0-2 1,1-4-317,-1-9 328,0 1 1,0-13-1,-1 2-346,-4-7 244,4 2 1,-11-11 0,2 3 0,-2-3 0,-2 0-521,0 3 621,-6 4 0,-1 12 0,-4 3 294,2 3-319,6 8 1,-10 3-1,5 11 1,0 7-87,3 4 102,4 9 0,1-9 0,0 7 224,0 1-184,0-4 0,6 4 0,4-6 0,2-2 0,2-3 3,1-4-86,5 3 0,1-12 0,4 4 28,-1-4-67,-7-1 0,10-6 0,-3-5 0,2-5 0,1-4-221,-3-2 317,3-2 1,-11-9-1,3 0-122,-4 1 85,-7 2 0,-1 2 0,-7-1 0,-2 1 1,-1 1 302,-2 3-259,-6 4 1,3 12 0,-6 3 317,0 3-268,0 2 1,-1 7 0,1 4 0,0 6 0,1 7 526,4 3-340,-4 7 1,10-4-1,-5 5 986,2 0-931,1-5 1,5 6 0,0-4 0,0 1 0,0-1 997,0-2-1202,6-2 0,-2-1 1,3-2-5,0-1 1,2-7-1,-2 2-355,0-3-41,-3-8-412,2-2 826,-6-6 0,0-1 1,0-4-1,0-5 821,0-2-1402,0-2 0,0-5 1,0-2-629,0-1 913,0 5 0,0-4 1,0 7-1,1 0 1,4 1-650,5 4 812,-4-4 1,7 11 0,-2-2 53,6 2 1,-4 4 0,4 2 0,0 6 122,-1 2 155,0 9 1,-2-4 0,1 5 157,-1-1-400,0-2 0,0-5 0,0 0 0,1 1 0,-1-3 287,0-2-601,7-4 1,-4-6 0,5 0-93,-1 0 134,4-13 0,-9 2 0,3-11 0,-4 0 0,0 0-195,-1-3 410,0-2 1,-6 0-1,-3 3 51,-4 5 133,-1 4 0,-1 2 0,-4 3 81,-4 6-227,-4 8 1,-1 4-1,-1 8 11,1 3 27,6-3 0,0 9 1,5-4-1,-1-1 0,0 1 255,3-4-464,1-1 1,6-2 0,4 0-370,2 1 346,2-7 1,2-2 0,3-6 0,3 0 0,2-2-388,0-2 433,-1-4 0,6-7 0,-2 1-141,-4 0 351,4-7 0,-11 6 0,3-3 0,-5 6 0,-3 4 403,-1 1-76,-7 3 157,10 4-128,-12 6 0,5 2 0,-6 8 0,0 1 0,0 2 907,0-2-1084,-6 6 0,3-8 1,-5 4 297,2-3-595,-5-2 1,8-1 0,-5-2-831,1-2 569,3-5 1,4-4 0,0-10-2017,0-2 2011,0-9 1,6 0 0,3-4 0,4 1 0,1 1-1241,0 1 1669,1-5 1,4 13 0,0-2 887,-2 5-777,-1 8 0,0-4 0,1 7 1,2 2-1,-3 3 1606,-5 4-1332,1 4 1,-8 1-1,3 0 484,0 0-1569,-3 1 1,-4-1 0,0 0-1289,0 0 1011,0-6 0,0 5-3848,0-4 3525,0-2 1166,0 5 0,-31-17 0,-9 4 0</inkml:trace>
  <inkml:trace contextRef="#ctx0" brushRef="#br0" timeOffset="31">20616 14373 8294,'0'-14'917,"0"-1"1,0 1-1,2 0 1,1 0-1,3 0 1236,2-1-2006,2-5 1,4-1 0,2-4-1,1 0 1,2-5 0,0-5 0,0-3-96,0 0 0,-2 0 0,-6-4 1,-3 0-199,-2 5 79,-1 2 0,-5 8 0,-1 5-89,-4 8 1,2 1 0,-7 8-1,-1 2-38,-1 1 295,-9 9 1,5 1 0,-3 6-62,3 0 91,2 0 0,0 7 0,0 3 0,1 2 1,2 3 984,2-1-962,5 1 1,-2-1 0,6 1 36,0-1 0,0 0 0,2-1 0,2-3 305,6-5-521,3-3 0,2-2 0,4 0 313,5 0-330,-3-6 0,5-1 0,-2-7 0,3 0 0,0-2-98,-3-3 215,2-3 1,-10-6 0,3-2 118,-3-3-121,-2 4 1,-1-12 0,-2 5-1,-3 0 1,-2 3-66,-3 3 131,-1 8-58,-2-5-99,0 12 1,0-4-1,0 10 412,0 4-275,0 4 1,0 1 0,0 0-127,0 0 0,0 1 0,0-1-892,0 0 685,6-6 0,-3 3 1,7-6-1012,1-2 936,1-1 1,3-2 0,-1 0-1,0 0 1,2-2-580,3-3 837,-3-3 0,4 0 0,-7 2 455,-4 0-283,4 4 0,-5-4 364,6 6 870,-6 0-52,5 0-969,-12 6 0,6-3-338,-7 7-100,0-7 0,-2 5 524,-3-3-615,4-4 0,-6-1-1372,7-9 1267,7 2 0,-4-5 1,6 4-1,2-2-140,2 1 478,-5 6 0,5-8 308,-4 6-257,-3 0 0,7 5 0,-4 2 0,2 3 638,-1 4-401,3-3 1,-10 7-1,5-4-41,-2 4 1,3 3-1,-2 0 1,-1 0-430,0-4-73,-1-1 0,1 3-189,4 1 1,-2-7 181,1-4 149,1-2 0,2-8 0,-1-4-138,-1-3 0,-5-2 0,4-4 0,1-5-864,-2-3 787,4-8 0,-5 4 1,4-7-115,-2-2 0,-1 1 0,3 1 0,-3 5-370,-2 3 867,5 8 1,-9 0-178,3 3 558,-4 9-414,-1-3 1,0 20-1,0 2 527,0 4 0,0 7 0,0 4 0,-1 3 1822,-4 1-2091,3 1 0,-4-1 0,6 1-85,0-1 0,-2-1 0,-1-2 0,-2-3 3,2-1-359,2-2 1,1-5-1,1 0-298,4 1 1,-2-8 0,7-2-1036,1-3 1132,1-2 0,-1-7 0,2-2-43,3-4 1,1-7 0,-1-5-1,1-5-520,2-4 825,0-5 0,-4 9 1,-1-2 89,0 7 1,-6 0 162,-3 6-104,-4 6 0,-2 7 0,-4 9 130,-5 6 1,-4 1 0,-5 10-1,-3 1 116,0 3-288,-5-4 0,10 2 1,-5-4-28,1 1 1,4 0 0,6-5-1,3 0-249,1 0 147,3 0 1,4 1 0,1-1-64,4 0 0,8-6 0,7-2 0,2-1-143,4 0-541,-6 0 0,5-5 0,-4 0-461,1 0 1,-3 0 1271,5 0 0,25-19 0,11-5 0</inkml:trace>
  <inkml:trace contextRef="#ctx0" brushRef="#br0" timeOffset="32">22507 14003 8153,'-5'-22'754,"-1"3"1,0 3 400,-1 2-410,-4 6 0,8-4 0,-6 4 0,-2 0 0,-2 3 1370,-1 3-1989,0 2 1,-5 0-1,0 2-49,1 3 0,3 7 1,0 9-1,1-1 237,0 1-449,6 4 0,-3-9 0,6 5 384,2-1-641,1-4 0,4 3 1,3-8-1,4-3 1,4-2-1412,1-3 1522,0 5 0,1-8 0,0 2 115,4-5 1,-3-8 0,3 1 0,-3-3 339,-2-1-138,0-6 1,0 4-1,1-3 107,-1 3 1,-5 4 0,-1 0 526,-1 3-712,-3 6 549,-4-3 0,0 12 1,0 5-1,0 6 1353,0 7-1431,0 3 1,0 1 0,0 2-64,0 3 0,0-1 0,-1 4 0,-2 1 161,-2-1-402,0-4 1,4-2 0,-3-7-111,0 3 1,-6-1-1,4-1-255,-2-5 183,-2-4 0,1-7 0,0-3-57,-3-3 0,0-2 1,-2-2-1,-1-3-96,1-4-22,0-4 1,1-3-1,2-3-26,2-4 0,6 1 0,-2-4 1,5-2-1013,5-4 1008,3-1 1,7 6-1,4 2 23,5 1 1,3 5 0,3-3 0,3 2-275,5 2 379,3 2 0,2 2 1,-2 0 122,-3 0 1,-5 6-1,-9 2 1,-6 1 221,-2 0 369,-8 0-195,-2 5 0,-7 0 0,-4 0 322,-4 0-781,2 0 0,-5 2 117,2 3 1,-1 3 0,0 6 0,3 0 168,2 0-114,1 0 1,5 1 0,0-1-119,0 0 0,0 0 1,2 1-1,2-1-114,6 0 130,3-6 1,1 0-1,2-5-16,3 2 0,-2-1 0,5-5 0,0-2-38,0-2 69,-4-6 1,7-2 0,-6-7-58,-2-2 1,-1 3 0,-3-5 0,-2-1-360,-2-2 284,-6-2 1,4 6-1,-7 1-19,0 1 1,-7 7-1,-2 6 1,-4 2-114,-1 2 285,-6 3 0,2 7 0,-4 5-100,2 7 1,-4-1 0,5 5 0,1 0 302,3 0-136,7-4 0,-3 4 1,4-5-1,1 2 0,0-1 187,3-3-282,1 0 1,8-6-1,5-1 91,7-2-112,4-1 0,6-5 0,1 0 1,-1-2-1,1-1 34,-1-1-62,1-8 0,4 0 1,0-7-20,-2 1 0,1-4 1,0 0-1,1-1-16,-2-1 103,-7 6 0,-3-5 0,-9 7 136,-2 3 1,-5 4 84,-10-1-249,-3 4 0,-13 8 1,-1 2 58,0 6 0,-5 4 1,5 3-1,0 2 163,3-1-162,3-2 0,2-1 1,1 3 364,4 1-441,3 0 1,1-5 0,2 0-1,4-1-79,7-4-138,11-2 1,3-3 0,7 1-309,-1-2 411,7-1 0,-4-7 0,6-1 0,-2-2 1,-4-5-696,-1-4 789,5 1 0,-3-5 0,4 7 65,-1 0 1,-2 0-1,-6 1 1,-2 2 224,-1 2 190,-7 5 1,4 0 201,-7 8-341,-6 4 1,-2 7-1,-8-1 1,-1 0 0,-3 2 1367,-2 3-1106,-1-3 0,-6 4 1,1-6 420,0 1-991,0-1 0,-2-2 0,-2-2 0,0-4 0,-1-1-877,-2 0 188,5-1 0,-9-4 0,6 0-1387,2 0 1,-4-6 87,2-3 1996,0-4 0,49-20 0,11-5 0</inkml:trace>
  <inkml:trace contextRef="#ctx0" brushRef="#br0" timeOffset="33">24355 14216 8070,'0'-14'357,"0"6"1,-1-3 0,-2 5-1,-4-2 1,-1-3 0,-4-2 1316,-6-1-1381,3 0 0,-6 6 0,5 2 0,-1 1 1,-2 0-1,0 2 0,0 3 1305,0 5-1480,0 3 1,0 6 0,0 0 0,3 2 0,4 1 474,2 2-577,7 0 0,-8 0 0,6 0-130,2-2 1,3-1 0,5-3 0,6-2-500,6-2 43,-1-5 1,11 2 0,-5-8 109,0-2 0,5-6 0,-3-7 0,1-4 188,-1-1 173,-4-2 0,-1-4 1,0-2 282,-1-3-159,-3 3 0,-2-16 0,-3 5 0,-6 0 1,-2 3 219,-2 3 551,0 8 1,-2 13-370,-2 9 0,-4 7 0,-7 7 0,1 10 884,0 7-987,0 2 0,0 7 0,1 3 75,3 3 0,-1-5 1,7-1-1,0-2-49,3 0-279,1 0 0,0-6 1,0-1-700,0-3 228,6-5 1,4 1 0,7-8-1,4-3 1,1-2-2070,3-3 2211,-4-1 1,4-4 0,-5-3-348,2-4 612,-4 2 1,2-5-1,-5 2 1,-1-1-1,-2 0 314,-2 2 383,3 6 367,-12-10-491,5 11 1,-4-4 389,3 6-943,3 0 0,6 0 0,0 0 357,0 0-515,7 0 0,-4 2 0,7 1 0,0 2 0,-1-2-170,1-2 191,-7-1 0,4 0 1,-8-1-188,-4-4 628,4 3 1,-12-6 0,4 4 236,-3-6-545,-2-2 1,-7 2-1,-2 2-17,-4 2 0,-1-4 0,0 4 0,0 0 98,-1 0-128,1 1 0,0 3-103,0-3 126,-1 4 1,1-5-1,0 6 47,0 0-42,0 0 1,4 0-8,1 0 1,4 0 0,-5 0-388,-1 0 382,5 0 0,-5 1 1,5 4-24,-2 4 71,5 4 1,-8 1 0,4 0 0,1 1 0,-2-1 383,0 0-415,5 0 1,-3 1 0,6 0 41,0 4-67,0-3 1,0 5 0,1-9-1,4-1 1,4-1-259,4 1 261,1-5 0,5 0 1,2-6-72,1 0 0,-3 0 0,3-1 1,-2-4 54,-2-4 4,4-4 0,-6-3 0,4-1 4,1-2 5,-5-13 0,-1 9 0,-7-11 0,-1 4 1,-4 0-298,-2-3 203,-1 3 0,-1 0 0,-4 10-32,-4 4 97,-4-1 1,-8 15-1,-2-3 1,-3 7-1,1 6-201,1 6 220,1 3 0,-6 2 0,2 2-127,4 1 171,2 2 1,7-1 0,1-1 0,4-1 0,4-4-643,4-1 464,7-2 0,3-1 0,10-2-62,5-2 61,3-5 0,3 2 0,2-6 0,1-2 0,0-2-671,2-6 758,-5-2 0,4-3 0,-5 1 248,-1 0 0,-4 0 0,-2-1 1,-1 1 404,-4 0-371,-1 6 1,-8 0-38,-4 3 194,-2 4 0,-2 1 0,0 9 0,0 4 1146,0 1-1215,0 0 0,-2 1 0,-1 0 447,-1 4-933,-1-9 1,5 9-1,0-10 1,0 4-1869,0 1 1774,0-6 0,6 3-448,4-6 474,2 0 0,2-5 1,-1-2-1,-2-1 1,-1-3-1162,1-2 1445,1-2 1,1 1 0,-2 1 141,-2 1-28,1-4 0,-1 10 1,1-4 407,1 4-91,-5 1 1,7 1 17,-4 4-155,4 3 0,1 4 1,0-1-1,1-1 0,-1-1 381,0-1-623,7 5 1,-6-10 0,6 5-90,0-2-153,-6-1 1,6-5 0,-7 0 0,0-2-60,1-2 200,-1-4 0,-5-8 1,-1-1-75,-2-2 1,-1-2 0,-5 4 0,-1-2-287,-4 1 328,-3 3 0,-6 2 0,0 2-84,-1 1 110,1 7 0,0-3 0,0 6 1,-1 0 288,1 0-325,0 6 1,5-3-261,-1 7 256,7-7 1,-2 8 0,10-6 0,4-2 0,6-1-382,4-2 406,-4 0 0,12 0 1,-3 0-2,3 0 1,1 0 0,-1 0 0,-2 0 453,-1 0-342,0-7 0,-2 6 0,-2-4 258,1 3-155,-12 2 0,10 2 1,-11 3-1,2 4 1580,-1 4-1370,-6 1 1,4 0 0,-7 1 856,0-1-1033,0 0 1,0-5-217,0 1-141,0-1 504,-7-1-446,6-1 0,-6-9 0,7-3 0,0-4 0,0-4-1982,0-1 1450,0 0 0,7-5 1,2-2-348,4-1 908,-5 5 0,4-2 0,-2 8 0,3 1 402,1-1-178,0 5 1,0 1 0,0 10 248,1 4 84,-1 4 0,-5 6 0,-1 1 1,0 1-1,-2 1 2300,1 0-2629,-2-4 1,-1 2 0,1-6-1002,-2 1 95,-1-8 0,4 5-2537,4-8 2729,2 1 1,-2-7 0,-2-2-3942,-2-6 4493,5-2 0,-9-28 0,4-6 0</inkml:trace>
  <inkml:trace contextRef="#ctx0" brushRef="#br0" timeOffset="34">18526 15268 8077,'-14'0'835,"0"-1"0,0-2 1599,-1-2-2129,7 0 1,4 5 0,8 0 0,6 0 0,3 0 0,1 0 973,0 0-971,6 0 1,3 0 0,7 0 0,1 2 0,4 1 114,1 2 0,2-1 1,6-4-1,5 0 318,8 0-600,0 0 1,17 0-1,-1-1-65,4-4 1,-35 2 0,0 0-1,2-3 1,-1 1 0,-2 0 0,0 0 316,38-6-351,-3 5 0,-8-2 0,0 5 217,0-2-295,5 0 0,-15 5 1,5 0-1,0 0 0,2 0 130,0 0-78,4 0 0,-2 0 1,7 0-1170,2 0 1137,-32 0 1,0 0 0,32 0 0,-34 0 0,1 0 0,-1 0 0,0-1 0,0-1 0,0 1 29,0-2 1,1 1-12,6 0 1,0-1 0,-7 1 0,-2-1 0,3 1 0,0 0-81,32-2 42,-4 3 0,7-1 0,1-1 1,-39 1-1,0-1 0,39 0-47,-1 2 77,-2 1 0,-2 0 1,3 0 5,4 0-3,-38 0 1,1 0 0,36 0 0,-36-1 0,1 0 0,1 0-1,-1-1 1,1 0 0,-2-1-4,0 1 1,-1 1-41,2 0 1,-1 0-1,36 0 1,-36 0-1,1-1-121,0-1 1,0 1 124,3-1 0,0 1 1,-4 2-1,-1 0 1,2 0-1,0 0 1,-1 0-1,1 0 1,0 0-1,0 0-52,2 0 1,1 0 124,4 0 1,0 0 0,-4 0 0,0 0 0,2 0-1,0 0-64,-2 0 1,2 0 88,2 0 0,0 0 1,0 1-1,0 0 1,2 0-1,1 1 1,0 1-1,-1 0 1,-1 0-1,0 1 0,1-1 0,1 0-100,0 2 1,1 1-1,0-2 1,1 0 0,0 2-1,0 1-68,0-3 0,0 1 50,0 2 0,0-1 1,-1-3-1,0 0 0,-1 2 1,0 1-1,0-2 0,-1 0 1,0-1-1,0 0-347,-3-1 0,0-1 384,-1 3 0,-2 0 0,-5-3 0,0 0 0,-1 1 0,-1 1-118,40-2 90,-4-1 1,-13 0-1,-6-1 1,-4-3-1,-1 0 89,3 1 5,1-5 0,-2 1 1,-1-4 170,-2 2-225,-6 6 0,-2-10 0,-9 5 0,-5-1-270,-8-1-1049,-11 7 619,-5-3 133,-19 6 0,-4-5 0,-18 0 1,-7 2-1,-11 1 579,-7 2 0,-6 0 0,-17 0 0,-3 0 0,15 0 0,0 0 0,0 0 0,0 0 0</inkml:trace>
  <inkml:trace contextRef="#ctx0" brushRef="#br0" timeOffset="35">19038 15780 10458,'-8'-14'449,"2"6"0,6-5 0,-2 4 0,-3-2 3158,-4 1-3243,3 4 1,-9 6-1,3 2 1,-7 2-1,-5 6 1,-4 3-1,-4 2 712,1 4 1,5 2-1088,3 3 0,5-4 0,-1-6 0,5 1 0,5-1 0,4 0 26,3 0-253,2 0 1,11-4-1,5-2 116,5-2 1,2 4 0,6-6 0,-1-1 423,1-1-266,-7 4 1,3-2-1,-6 3 61,-2 0 1,-1 4-1,-3-2 209,-4 4-262,-2 1 1,-7 0-1,-4 2 167,-5 3 1,-2-3 0,-14 3 0,-4-3-3,-2-2-296,-3 0 1,6-1-1,1-4-225,3-4 1,-1 1 0,6-1 0,2-2-460,1-1 559,8-2 0,2-2 1,7-3-425,4-4 0,5-4 0,10-1 0,9-2-1092,7-3 1349,-1 4 1,6-11 0,-3 6-136,3-2 1,-3 3 0,-2-3 0,-1 1-91,-4 4 647,-1-5 1,-8 6-1,-4-3 187,-7 3 0,0-3 0,-6 0 430,-2 2 77,-2 1 1587,-1 2 1,-1 1 657,-4 4-2709,3 2 0,-4 9 0,6 3 345,0 4 0,-5 4 0,1 1 1,1 2 1200,1 3-1485,2-4 0,-2 12 1,-1-3 40,-2 3 1,1-3 0,4-1 0,0 1-890,0-2 78,0 5 1,0-10-1,0 5-762,0-1 0,0-2 0,1-7 0,2 0-3974,2-3 2537,0-6 1648,1 4 1,1-14 0,4-2 0,-3-6-959,-2-3 1927,-1-5 1,-20-15 0,-8-9 0,-1-3 0,0 1 0</inkml:trace>
  <inkml:trace contextRef="#ctx0" brushRef="#br0" timeOffset="36">19123 15922 10458,'-8'-8'2264,"-4"2"-1891,10 6 12,2 0 1,10 0-1,9 0 846,4 0-1339,4 0 0,3 0 0,2 0 0,1 0 0,-1 0-1728,-2 0 1699,-2 0 1,5-1 0,-1-3-325,-5 0 0,-1-3 0,-7 4 0,-1-3-130,-2-2 1728,-2 5-211,-6-10 0,-2 10 0,-8-5 1,-2 2 1119,-6 3-1334,-2 1 0,-4 2 0,-2 0-171,-1 0 1,-4 6-1,4 4 1,1 3 548,3 1-943,0 0 0,1 0 1,0 0-8,0 1 1,1 4 0,2 0 0,3-2-453,2-1 83,1 4 0,5-4-272,0 3 1,6-3 0,6-4 0,3-2-1370,4-5 1500,7-4 0,-9-1 0,5-1-78,-1-4 0,2-3 1,-4-6-1,-1-2-224,-3-3 968,0 3 1,-3-9 0,-2 4 38,-6-1 0,-2 5 0,-2-2 412,0 3 1299,0 2-1763,0 6 0,-2 2 0,-1 7 0,-3 4 616,-2 5-736,5 2 0,-3 4 0,6 1 1,0 2 1,0 2 0,1-4 0,4 2-551,4-1 191,4-3 0,1-2 0,0-4-266,1-4 0,4-3 0,1-2 1,1 0-946,-1 0 1231,6-7 1,-11-2 0,4-8 8,-3-2 0,3-5 1,0 5-1,-2 2-334,-1 1 1248,-8 2 0,5 4-251,-4 1 0,4 5 0,1 0 628,0 2-687,-6 8 0,5 2 0,-5 7-48,0-1 0,3 5 1,-5 0-1,2 0 177,3 1-563,2-4 1,-4 3 0,1-8-238,1-1 0,1-3 0,2 3 0,1-5-1110,-1-4 1081,0-1 1,-3 0-1,0-1-119,0-4 1,5-5-1,-6-7 1,2-4-746,2-1 849,1-8 1,-6 0 0,1-4-18,1-1 1,-5 0-1,-1-4 1,-4 2-332,-1 3 763,0 0 0,0 12 15,0 3 1,-1 5 523,-4 5-441,-3 15 1,0 3 0,3 12 421,4-1 0,-4 3 0,0 5 1,2 0 1405,2 1-1614,1-1 0,0 1 0,0-1 248,0 1 0,0-1 0,1-1 0,4-3-347,4-5-629,4-4 0,1 0 0,1-3-743,-1-2 0,2-4 1,1-6-1,2-2-1802,-2-2 1794,5-4 0,-6-6 1,5-2-385,-1-3 1,-4 1 1426,3-5 0,-3-45 0,-9 26 1,0 0-1</inkml:trace>
  <inkml:trace contextRef="#ctx0" brushRef="#br0" timeOffset="37">20261 15794 10520,'-14'15'286,"4"-6"1,2 1 770,2 1-273,-5-5 0,11 7 138,0-4 1,8-3 0,11-1 0,4-3 946,4-2-2851,2-7 0,-3 4 0,0-5-278,-3 2 1,-5 0 1283,1 1 0,-16-3 1,-5-6-1</inkml:trace>
  <inkml:trace contextRef="#ctx0" brushRef="#br0" timeOffset="38">21370 15809 8348,'0'-15'251,"-2"3"0,-1 1 0,-3 1 1,-2 1 2896,-3 1-2621,-2 2 0,-3 6 0,-1 1 0,-2 4 0,0 4 0,-2 6 0,-2 2 2172,-4 2-2539,-2 6 0,7-4 0,3 4 0,4-3 0,0-1-133,1-4 1,6-1-512,3-2 0,1 0 0,4-1-1822,6-4 1880,5-2 0,5-7 0,3-2 0,3-3 0,2-6-1564,-1-6 1877,-5 1 0,7-4 0,-6 5 236,-2 1 78,-1 0 1,-6 4 0,-1 1 651,2-2-126,-4 5 0,-1 1-243,-6 10 1,0 3-1,0 7 1,0 3 1004,0 1-1230,0 6 1,0-8 0,0 7-177,0 1 1,5-4-1,1-2 1,0-3-1101,1-2 859,4 0 0,-4-6 0,8-3-216,-1-4 0,0-2 0,2-6 0,1-5-427,2-6 602,0-7 0,-3 3 0,1-7 90,2 1 0,5 1 0,-5 2 1,-2 3-210,-1 1 733,5-4 1,-5 9-197,2-3 0,-2 10 0,-2 4 0,1 3 245,-1 2-289,0 7 0,-4 2 1,-1 9 165,2 1 0,-3 1 0,0-3 0,0 2 297,0-1-541,-5 4 0,8-6 1,-5 3-169,2-4 0,-5-5 1,2-1-850,-3 2 509,-2-4 188,0-1 0,0-7 1,0-4 141,0-5-149,0-2 0,0-4 1,0-1 152,0-2 0,0-5 1,-2 5-1,-1 2-76,-2 1 300,-6 2 1,8-1-1,-7 3-1,-1 2 1,-1-1 0,-2 6 0,-1 2 519,1 2-481,0 7 0,0-3 0,-1 7 22,1 1 0,0 3 0,0 3 0,1 2 7,4-1-181,2 4 1,6-6-1,-2 2-449,-2-2 265,0-2 0,5 1 0,0-1 1,2-1-1,1-2-1260,2-2 1195,6-6 0,-3 4 0,6-7 0,0 0 0,0 0-843,0 0 1173,1 0 1,-1-5-1,0-2 17,0 0 0,1 2 0,-1-3 0,-2 0 370,-2 0 112,3 5 0,-10-3 332,6 6 0,1 1 850,4 4-1439,-6 3 1,-2 11-1,-4 1 88,2 3 1,-2 0 0,3 6 0,-4-1 175,-1 0-558,0 1 0,0-1 1,0 1-25,0-1 0,0 1 0,-1-1 0,-2-1-165,-2-3-192,-6-4 0,3-6 0,-8 1 33,-3-1 0,3-5 1,-3-1-1,4-1-558,0-4 654,1-2 0,0-2 207,0-4 0,6-3 1,3-6-1,3-2-890,2-3 586,0-3 0,7-11 0,4-2 9,6-1 1,1-2 0,5-5 0,1 1-550,-2-1 698,5 7 0,0-6 0,8 6 39,1 0 0,-3 3 0,5 7 1,0 4 282,-2 2-47,5 1 0,-15 11 0,0 3 204,-3 4 0,-9 1 0,-6 1 73,-2 4-404,-1-4 1,-4 12-144,4-3 0,-3 2-568,2 2 313,-2-6 280,-2-1 0,-2-7 687,-2 0-490,-4 0 1,-8 0-1,-1 0 167,-2 0-184,0 0 0,3 4 0,-1 1 0,-2 0 1,0 0 503,-2-1-496,5 7 1,-4-7 0,6 5-53,-1 2-136,1 2 1,5-1 0,1-1 0,1-1 0,4 1-264,2 2 71,1 1 0,6-5 0,3-1-176,4-2 308,8-1 0,1-5 0,6 0 0,1-1 0,-3-4 4,-2-5 146,3-2 1,-10-2 159,7-1 289,-7 1 1,2 0 0,-8 1 0,-3 2 913,-1 2-805,-3 6-684,-4-4 279,0 7 1,0 7 0,-1 2-1,-2 4 19,-2 1-211,0 0 0,5 0-894,0 1 679,7-1 0,-4-2 0,6-2 0,2-5 0,2-2-1153,1 2 932,-6-4 0,5 5 0,-4-7-41,4-4 380,1 4 1,0-11 0,-1 6 0,-2 0 0,-3-2-251,-2 0 790,-1 5 1,0-5-145,-1 3 510,1 4 463,-5-6-948,0 7 1,5 2 23,0 3-372,-1-4 0,1 7 1,1-5-1,2 2 1,3-2-462,2-1 449,1-2 0,0 0 1,1-2-381,-1-3 405,0 4 1,2-12-1,1 4 1,2-4 950,-1-1-674,-3 6 1,-5-3-1,-2 5 469,-2-2-160,-1 5-171,-5-4 457,0 14 0,0 0 228,0 8-932,0-1 0,-5 0 0,0 0-775,2 1 43,2-8 147,-6 6 321,6-11 1,-6 7-1,9-9-1458,3-6 1256,-4 1 0,12-9 0,-4 1-785,4-4 1084,1-2 0,0 0 0,1 0 0,-1 3 0,0 4 829,0 2-484,0 7 1,5-3-1,0 6 1323,-1 0-1333,-2 0 0,-2 1 0,0 4 0,0 4 0,-1 4 1301,-4 1-1265,4 0 0,-7 1 1,5-1-589,-1 0-41,-7-6 1,8 5 0,-5-5-1705,2-1-2759,-5 0 2870,10-1 1346,-11-4 563,4 4 0,-25-44 0,-5-9 0</inkml:trace>
  <inkml:trace contextRef="#ctx0" brushRef="#br0" timeOffset="39">22550 15752 8389,'-22'-21'0,"1"4"0,8-5 5253,4 1-4276,3-4 1,6 9 0,0-3-978,0 3 0,50 15 0,13 2 0</inkml:trace>
  <inkml:trace contextRef="#ctx0" brushRef="#br0" timeOffset="40">22280 5701 8033,'0'-8'239,"6"2"1,-3-1 1823,7-2-418,-7 2-395,3-5-1018,-6 10 0,-6 2 0,-4 8 0,-2 2-32,-3-1 0,1 5 0,-2 5 1,-1 0 250,-2 2-314,-6-5 0,3 10 1,-7-2-143,1 3 60,-1 1 0,-4 1 0,-2 1 0,-1 3 0,-3 3 89,-2 1-98,-2 4 1,0-10 0,1 6-189,-1-3 131,-6 6 0,11-10 1,0 3-1,7-3 1,2 0 94,1 3-38,-1-9 0,6 8 1,-1-12 252,-1 2-181,4-4 0,0 7 1,6-6-1,-3-2 1,-1-1 321,2-2-260,1 0 0,2 1 103,0-1 9,0 0-711,6-6 276,1-2 0,9-6 1,3 0-452,4 0-272,4-6 0,3 3 0,3-5 1,3 0-1,1 2-3998,1-1 4864,-7-4 0,10-3 0,-5-8 0</inkml:trace>
  <inkml:trace contextRef="#ctx0" brushRef="#br0" timeOffset="41">21995 8573 7810,'13'-2'329,"-2"-1"1,-3-4-1,-2 0 1579,-3-5-1143,-1 6 1,-2-6 0,0 2-1,0-3 1840,0-1-2373,0 6 0,-6-3 1,-2 5-1,-2-2 1,-1-3 572,-5-2-656,2-1 1,-13 0 0,4 0 0,-6-2 0,-2-1 323,-3-2-412,-5-7 1,1 4 0,-9-6 30,-6-1-124,-2-5 0,-2-3 1,0-5-1,1-1 0,0 0-799,4 1 744,3-1 1,7 0-1,0 2-250,5 3 166,8 4 1,9 11 0,5 6-424,1 6 875,6 5-1506,2 6 529,12 0 1,-3 1-1,7 2 1,1 4-1833,2 1 776,1 1 1752,-6 5 0,-8 7 0,-8 1 0</inkml:trace>
  <inkml:trace contextRef="#ctx0" brushRef="#br0" timeOffset="42">20204 6753 7926,'0'-8'221,"0"0"0,1 5 0,4-2 0,5 0 0,2 1 1132,3-1-1226,-1 0 1,8 5 0,5 0 0,6 0-1,3 0 1,4 0 0,1 0 440,1 0-569,7 6 1,-4-4 0,2 3 0,-4-4 0,-2-1 0,-2 0 0,1 0 586,-6 0-521,-2 0 1,-10 0 0,-4-1 951,-7-4 88,-5 3-804,-6-4 0,-2 6 116,-2 0-221,2 0 0,-6 2 0,5 2 531,-2 6-529,1 9 1,4-2 0,0 7 312,0 1-364,0 2 1,1 6-1,2 2 1,4 3-1,-1 5 572,0 2-569,-1 3 1,-5-4 0,0 2 320,0 1-365,0 1 0,0-6 1,0-1-1,0-3 0,0-5 150,0-3-198,0 5 1,-2-11 0,-1 0 5,-2-7-1297,-6-3-1527,10-6 1954,-5-2 0,6-7-1842,0-4 1591,0-3 0,-5-6 0,0 0 1,0-2 1056,-1-3 0,-15-41 0,6 22 0,0 0 0</inkml:trace>
  <inkml:trace contextRef="#ctx0" brushRef="#br0" timeOffset="43">20076 6724 7991,'-14'0'927,"4"-1"1588,1-4-670,6 3-1465,-4-4 1,7 12 0,2 4-1,1 4 1,2 4 946,-2 0-923,-2 8 1,-1-4 0,2 8 21,3 3 0,-4 3 0,4 7 0,-3 0 828,-2-1-1002,0 7 0,0 2 1,-2 4 107,-3-3-254,4-3 1,-10-1 0,4-1 0,1-1 0,0-4 416,3-4-610,1-3 0,-3-8 1,1-2 331,0-1-534,9-7 1,-2-1 0,8-8 0,4 0 0,4-2-622,3 1 801,1 4 0,12-10 0,3 4-34,3-3 92,8-2 0,0 0 0,5 0 0,-4-2 0,-2-1-141,-7-2 143,1 0 0,-8 4 1,0-2-127,-5-2-167,-10 0 0,1 4 0,-6-3 1,1 0-2381,-1 0 1985,0 3 1,-6-1-1540,-3-2 1864,-4-4 0,-1-2 1,0 1-1,-1-2 1,-4-4-1502,-4-4 1913,-4-3 0,-26-27 0,-12-12 0,15 17 0,-1 0 0,1 1 0</inkml:trace>
  <inkml:trace contextRef="#ctx0" brushRef="#br0" timeOffset="44">20303 7108 7991,'-22'-28'168,"-1"1"1,7 2 1124,3 1 763,8 13-1168,-1-2 1,6 15 0,2 3-16,2 4-177,4 10 0,8 5 1,1 7 405,2 2-737,7 7 1,-4-5 0,8 4-1,1-1 1,4 0 753,2-2-1024,-6-1 0,9-2 0,-6 0 209,3-1-515,1-2 0,-4-8 0,-4-3 0,-6-3 1,-3-3-2225,-4-4 917,-1-3-1682,-8-6 2755,4 0 1,-10-6-1,3-3 1,-4-6-1,-1-4-3049,0-4 2733,0-10 1,0-10 760,0-9 0,-2-18 0,-2-10 0,1 21 0,1 1 0,-1-1 0</inkml:trace>
  <inkml:trace contextRef="#ctx0" brushRef="#br0" timeOffset="45">20801 7009 8019,'-8'-15'229,"-5"1"0,12 0 1387,-4 0-896,4 6 1,1 0 0,-2 5 50,-3-2 0,2 2 0,-6 8 0,-4 4 929,-4 4-943,-6 7 1,-5 7 0,-2 8-281,-3 1 0,1 2 0,-6 6 0,0 2 486,2 2-993,-5-1 0,6-4 0,-3-2-3,5-3 0,-2 1 1,2-7-1,3-4-1407,5-3 278,4-14 0,12 8-5106,-1-9 1605,7-4 4663,-3 1 0,-13-58 0,-5-12 0</inkml:trace>
  <inkml:trace contextRef="#ctx0" brushRef="#br0" timeOffset="46">19138 6653 7929,'7'-14'385,"0"0"1,-3 0 0,1-1-1,-3 3 1,-5 1 2647,-7 1-2754,-2 7 1,-3-3-1,0 6 1,-3 0-1,-1 0 1,0 0-1,0 1 620,0 4-891,0-3 0,5 10 0,0-2 0,1 4 0,2 3 0,3 2 0,0-1 64,1-2-354,3 4 0,3-4 1,9 4 131,4 1 1,1-5 0,9 3-1,0-4 242,0 0-88,2 5 1,4-4 0,-1 3 124,-3-3 0,-3-2 0,-7 0 0,0 0 673,0 1-448,-6-1 1,-3 0 85,-10 0 1,-3 0 0,-8-1 0,-3-2 421,-4-1-934,2-7 1,-6 3-1,4-6-242,-4 0 0,3 0 0,2 0 0,1 0-394,4 0-3740,8 0 2848,-4 0 1,13 0 1599,0 0 0,95-38 0,-33 15 0,1-1 0</inkml:trace>
  <inkml:trace contextRef="#ctx0" brushRef="#br0" timeOffset="47">19379 6824 7929,'0'-14'213,"0"6"1,0-5 2003,0 4-343,-6-4-1382,4 5 1,-10 2 0,4 7 0,-2 4 731,1 5-952,6 2 0,-8 9 1,4 2 588,-1 4-686,5-5 1,-5 5 0,5-5 0,-2 2 0,2-2 83,2-1-219,7-2 0,2-5 0,6-1 113,0-4 1,5-3-1,2-6 1,-1 0-433,1 0 337,4-6 0,-9-2 0,3-6 322,-3 0 1,-4-7 0,-1-3 0,-3-4 312,-1-5-734,-3-3 0,-5-1 0,-2 2-561,-2 1 0,-6 8 1,1 0-1,-2 3-1076,-2 6-285,-7 8 0,4 2 0,-7 10 1963,-1 7 0,-30 21 0,-12 11 0,18-9 0,0 0 0,0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3.960"/>
    </inkml:context>
    <inkml:brush xml:id="br0">
      <inkml:brushProperty name="height" value="0.053" units="cm"/>
      <inkml:brushProperty name="color" value="#FF0000"/>
    </inkml:brush>
  </inkml:definitions>
  <inkml:trace contextRef="#ctx0" brushRef="#br0">13934 6994 8041,'0'-14'-848,"0"0"1227,0 0 0,-5 0 1,0-1-1,2 1 1384,2 0-1044,1 0 1,-5 4 265,0 1-598,0 6-442,5-4 1,0 14 0,0 2 57,0 4 1,0 6 0,-1 1 0,-2 2-177,-2 4 130,0-6 0,5 12 0,-1-4 148,-4 2-64,3 0 1,-4-1 0,6 1-1,-2 1 1,-1 2 212,-2-1-191,1-2 1,4 3-1,0 0 23,0-1-60,0-2 0,0-2-1,0 1 1,0-1 0,0-1 98,0-3-158,0-4 0,0-5 27,0-1-549,0 0-49,0-6 344,0-2 0,0-17-1412,0-3 899,6-3 0,-3 2 774,7 1 0,3-20 0,2-9 0,4-4 0,0 1 0</inkml:trace>
  <inkml:trace contextRef="#ctx0" brushRef="#br0" timeOffset="1">13891 6923 8063,'0'-9'1259,"0"-1"-720,0 1 1,2 1 22,2 3-441,-2-3 1,11 7 0,-2-4 0,6 4 0,8 1 12,7 0-95,4 0 0,13 1 0,3 2-15,4 2 0,5 0 0,3-5 0,-1 0-266,0 0 238,-8 0 1,-7 0 0,-9 0-53,-1 0 0,-8 0 1,-2 0-1,-7-2 49,-5-3 392,-2 4-255,-6-5 495,-2 6 72,-6 0 65,0 0-849,-6 0 258,4 0-263,-4 0 88,6 0 0,0 1 1,0 4-1,0 4 327,0 4-296,0 1 1,0 0-1,0 1 248,0-1-242,6 6 1,-4-2 0,4 5 0,-1 3 0,0-1-14,-2-1-109,5 3 0,-7-4 1,4 9 115,-3 1-67,-2 0 1,0-4 0,0-1 0,0 0 0,0 1 24,0-1 41,0 1 1,0-2 0,0-2 46,0-1-41,0-7 0,0 3 1,-2-7-1,-1-2 1,-2-1 113,2 1-100,1-5 1,2 2 0,-1-5 161,-4 2-47,4 0 0,-7-4 422,3 4-408,-3-4 1,-6 6 0,-2-7 114,-3 0-290,-3 0 0,-8 0 0,-3 0 0,-5 0 0,-2 0-150,2 0-77,-3 0 0,5 0 1,-7 0-256,1 0 355,5 0 1,-2 0 0,6 0 0,3 0-1,3 0-385,3 0 146,7 0 1,-9 5-75,8-1-28,-1 7 1,4-8 0,1 5-1473,0-1 1040,6-3 0,2-2 900,6 3 0,31-23 0,9 1 0</inkml:trace>
  <inkml:trace contextRef="#ctx0" brushRef="#br0" timeOffset="2">13948 7066 8066,'0'-8'623,"0"-5"0,0 4 358,0-4 0,0 3-474,0 1-434,0 6 0,0-2 0,2 10-76,2 4 218,4 10 1,8-1 0,1 5 61,2 3 1,7 0 0,-1 3-1,7-1 689,5 1-838,5 5 0,0-4 0,1 4 261,-1-4-271,7-2 0,-4 1 0,1-1 0,-7-1 1,-7-5 360,-7-8-686,-5 0 0,-5-7-705,-1 2-147,-6-3-311,-2-6 1002,-12 0 1,4-1-1,-3-4 1,4-6 0,1-5-2365,0-3 2349,0-12 1,0 2 0,0-10 86,0 1 0,0 0 0,0-3 0,1 1 296,4 3 78,3 5 0,6 2 0,0 8-62,1 1 0,-1 2 1,0 5 166,0 0 2494,-6 6-2073,5 2 1,-13 10 0,1 3-1,-5 2 778,-4 7-1071,-8-2 0,-4 13 1,-6-2 136,3 7 1,-1-2 0,-5 5-1,1-2 860,0 0-1044,5 0 0,-3-3 0,2 2-71,-3 1 1,5 0-1,3-4 1,2-1-72,-2 0-374,3-5 0,-3-3 1,8-6-620,1 1 0,6-8 0,-4 0-2775,1-1 3646,3-4 0,42-15 0,9-11 0</inkml:trace>
  <inkml:trace contextRef="#ctx0" brushRef="#br0" timeOffset="3">15313 7265 8024,'-8'0'673,"0"-5"1,5-1 720,-2-2-1108,1 4 0,2-2 1,-1 5 335,-2-4-570,0 3 1,12-4 0,4 6 0,6 0 0,8 0 243,7 0-148,11 0 0,13 0 1,12 0-38,7 0 1,2 0 0,-35 0-1,0 0 1,-1 0 0,0 0 116,0 0 1,0 0-237,40 0 1,-15 5 0,-1-1 309,-2 0-204,5-3 1,-10 4 0,4 0-1,-2-2 1,0-2 457,2-1-531,6 0 0,-10 0 0,4 0 15,-4 0 0,-7 0 1,-4-1-1,-4-2 94,-5-2-210,-10 0 1,-7 5 0,-7 0 79,0 0 0,0 0 1,-1-1-79,-4-4 85,-2 3-22,-7-4 0,-2 6-300,-3 0-105,4 0-2253,-6 0 2669,7 0 0,0 0 0,0 0 0</inkml:trace>
  <inkml:trace contextRef="#ctx0" brushRef="#br0" timeOffset="4">17488 6938 8091,'8'-18'659,"-3"4"758,-4 1-1115,-1 7 1,2 0 277,3 6-379,-4 0 0,6 6 0,-7 4 0,0 4 460,0 5-506,0 3 0,0 6 0,0 1 1,0 1-1,0 1 428,0 2-641,-7 7 0,4-8 0,-5 4 288,2-1-305,-5 4 1,9-7 0,-4 4 0,1-1 0,-1-5-116,-2-5 94,5 2 0,-8-11 1,6 3-666,2-4-969,1 0-379,2-7 1587,0-2 0,2-17 522,3-3 0,9-48 0,8-7 0</inkml:trace>
  <inkml:trace contextRef="#ctx0" brushRef="#br0" timeOffset="5">17502 7080 8091,'-6'-14'0,"3"-1"0,-5 1 0,2 0 630,1 0 1,3-1-1,-1 1 1,0 0 706,5 0-1390,4 6 0,11 0 0,6 5 106,5-2 1,15-4 0,1 4 0,5 2 155,5 1-237,1 2 0,2 0 0,1 0 162,4 0-167,-10 0 1,5 0 0,-13 2-1,0 1 1,-3 2 54,0-2 25,-6-2 0,-2-1 1,-7 2 76,-3 3-163,-5-4 1,2 6-1,-6-7 83,1 0 113,-7 0 96,-2 0-97,-6 0 392,0 6-357,0 2 0,0 6 359,0 0-425,0 0 1,0 1-1,0 0 1,0 3 0,0 2 679,0 3-695,0-6 0,0 10 0,1-4 9,4 4 0,-3 2 0,4-1 0,-1 1 110,0-1-134,-1 0 1,1 2-1,0 2-58,-2 1 0,-1 0 0,-2-4 0,0-1 80,0 1-74,0-1 0,0-6 0,-2-1-206,-3-1 174,4-4 1,-7 5 0,5-7-1,-4-1-66,-1-4 141,5-3 0,-9-6 441,2 0-480,-3 0 0,-1 0 0,-2 0 1,-3 0-1,-4 0 222,-4 0-392,-2 0 1,-5-4 0,-4-1 106,-3 2-52,-2 1 0,-6-3 0,-1 1 1,-3 0-1,1 3-240,-1 1 193,-9 0 1,8 0 0,-1 0-14,4 0 24,4 6 0,6-4 0,5 3 0,7-2-494,9 1 191,10-2-13,4 4-120,12-6 1,-3 0 0,7 0 0,1 0 0,1 0-2709,3 0 2581,-7-6 667,4 4 0,15-54 0,11-8 0</inkml:trace>
  <inkml:trace contextRef="#ctx0" brushRef="#br0" timeOffset="6">17488 7137 8106,'-6'-15'1103,"4"-4"325,-2 1-844,2-1 0,2 9 1,2 2 232,2 2-624,11 7 0,2 4 0,7 8 121,1 3 1,2 3 0,1 0 0,1 4 11,-1 4-156,7 8 1,1-4 0,5 6 293,-3-3-319,10 6 0,-11-8 0,11 4 0,-4 0 0,-3-3 39,-3-3-228,-3 2 1,-8-16 0,-4 3-645,-4-3-1267,-9-2-672,2-6 1984,-10-2 0,3-8 1,-8-2-1685,-2-6 1659,0-9 668,5-3 0,0-17 0,0-7 0,0-4 0,0 0 0</inkml:trace>
  <inkml:trace contextRef="#ctx0" brushRef="#br0" timeOffset="7">18313 7179 8106,'8'-8'246,"3"-4"1,-5 4 1598,2 0-1295,-5-5 0,4 10 1243,-7-6-150,0 6-1221,0-4 1,-2 10 381,-3 7-487,-9-1 0,-3 18 0,-7-3 0,-3 3 0,-3 3 682,-3 3-849,-7-3 0,6 6 0,-6-4-95,2 1-105,0 0 0,-9-4 1,0-1-1,1-1 0,3-3-628,5-5-685,3 3 0,12-11 1,1 3 1362,1-1 0,2-1 0,5 2 0</inkml:trace>
  <inkml:trace contextRef="#ctx0" brushRef="#br0" timeOffset="8">14247 8288 8226,'0'-8'1235,"0"-4"627,0 2-1215,0-2 0,0 5-175,0 7 0,0 7 0,0 7 1,0 2-14,0 2-328,0-2 0,0 11 0,0-3 3,0 3 1,0 1 0,0 1-1,0 1 13,0 3-129,0 3 1,0 7 0,0-1-109,0 1 81,-7 0 0,4 4 1,-5 0-1,0 1 1,2-1 232,0 1-171,-5-1 1,7-1 0,-3-2 64,0-3 0,-2-3 0,4 2 0,0-3 160,-1 3-204,4-5 1,-4-1-1,6-7 151,0-3-197,0 3 1,0-7-1,0 6 1,0-4 0,0-2-191,0-2 132,0-3 1,0 0 0,0-1-164,0 0-19,0-6 1,0 5-369,0-4-1439,0-3 1102,0 1-2280,0-7 3197,0 6 0,6-11 0,2 4 0</inkml:trace>
  <inkml:trace contextRef="#ctx0" brushRef="#br0" timeOffset="9">13905 9951 8038,'0'-14'2631,"0"0"-1703,-6 0-491,4 6 1,-4 3 0,6 10 1470,0 4-1647,-6 10 1,4 3-1,-2 7 112,2-1 1,-3 1-255,0-1 1,1-1 0,4-2 0,-2-1 48,-3 1-345,4 2 0,-5-3 0,6-2 0,0-1 0,0-4 48,0-1-44,0-2-707,0 0 493,0-6 1,0-3-1012,0-10 1068,0-3 0,0-12 0,0-4-565,0-3 718,0-1 1,0-2-1,0-2 1,0-3 0,0 0-541,0 1 834,0 1 1,0 4-1,0 1 757,0-1-677,0 1 1,0 6-1,0 3 1,1 3-1,4 3 1159,4 4-1006,4-4 1,6 10 0,1-5 307,3 2-470,0 1 0,6 5 1,-2 0-1,-1 0 1,1 0 112,3 0-319,2 0 1,-2 0-1,1 0-107,3 0 155,-1 0 1,0 0-1,0 0 1,-1 0-1,-2 0 192,-2 0-184,-6-6 0,-1 4 0,-7-3 27,0 4-5,1 1 0,-8 1 1,0 3-29,-1 0-47,-4 7 0,4-3 0,-6 7 106,0-1-43,6 0 0,-4 0 0,4 0 0,-1 1 0,0 0 127,-2 4 4,-2-3 0,4 9 0,0-4 58,-2 1-167,-1-5 0,-2 9 0,0-6 0,0 1 0,0 1 217,0 0-263,0-5 1,0 6-1,0-6 117,0 2-101,0 6 0,0-9 1,0 3-1,0-2 1,0 1-148,0 1 42,0 0 1,0-4 0,0 3-932,0 1 1161,-7 0 0,4-5 1,-6 0-1,-2-1 614,-2-4-707,-1-2 1,-5-3 0,-2 1-269,-1-2 115,-2-1 1,-4-2 0,0 0 0,-1-2 0,-1-1-457,-3-2-93,3 1 0,0-1 0,6 0-970,-1 2 1005,4 1 0,1-2 0,6-1 0,-1 2-2189,1 1 1614,0 2 1,0 0 1169,0 0 0,6-13 0,1-2 0</inkml:trace>
  <inkml:trace contextRef="#ctx0" brushRef="#br0" timeOffset="10">13849 10008 8034,'0'-22'174,"0"2"0,-2 5 1105,-3 1-478,4 0-259,-6 6 0,9 2-189,3 6 1,3 1 0,6 4-1,2 6 972,2 7-1101,-2 4 1,11 1 0,-3 1-1,3 1 1,3 2 547,3 2-604,-3-1 1,6 1-1,-4-3-335,1-2 126,0 3 0,-6-11 0,-2 3 0,-3-4 0,-1 0-382,-4-1-901,-1-6 0,-6-2 263,-1-6 302,-6 0 1,4-1 0,-7-6 0,1-5-1408,4-6 1937,-4-7 0,11 1 1,-6-7 228,2-3-2,-5-5 1,8 3 0,-5-5 0,2 3 0,2 5 16,-2 2 101,4 3 1,-5 6 0,4 3 1508,-2 3-573,-6 8 0,4-1 1452,-7 9-2111,0 9 1,-8 13 0,-7 7 1132,-7-1-1262,-5 1 0,-1 4 0,-2 2 0,-2-1 0,-1 1 860,2-3-1061,1 4 1,6-11 0,2 4 342,1-2-924,-4-7 0,9 2 0,-3-6 0,5 0-2202,5-4-2319,2-7 5039,1 2 0,36-39 0,3-8 0</inkml:trace>
  <inkml:trace contextRef="#ctx0" brushRef="#br0" timeOffset="11">18100 8146 9426,'0'-8'1377,"0"3"-234,0 10-996,0-3 1,0 10-1,0-2 1,0 4-1,0 3 1,0 4-1,-2 1 84,-3 3 1,4-1-1,-4 3 1,2 3 123,-2 0-238,4 6 1,-6-4 0,6 6 72,-4 1 1,3 7-109,-2 1 1,0 1 0,1-6 0,-2 1 284,2 0-356,2-1 1,1-1-1,0-1 43,0-2 0,0-5 1,-2 5-1,-1 0 166,-2-2-177,1-1 0,4-2 1,0 2-48,0 1 0,0 1 0,0 0 0,0-3 201,0-4-175,-7 4 0,6-4 0,-4 4-8,3-4 1,2-2 0,0 0 0,0 1 121,0-1-2,0 1 1,0-6-1,0 0 72,0-3 1,0 1 0,0-4 222,0 2-506,0 0-172,0-11-449,0-2 8,0-6 0,0-6-1471,0-4 1,7 2 2160,2-1 0,16-13 0,5-8 0</inkml:trace>
  <inkml:trace contextRef="#ctx0" brushRef="#br0" timeOffset="12">17602 10023 8003,'0'-15'600,"-6"1"1,3 2-1,-5 0 1,1 3 1166,4-2-1323,2 5 0,1 1 0,0 10 1,0 4 887,0 4-1097,0 1 0,0 6 0,0 4 1,0 3-1,0 3 61,0 3 1,0-1-1,0 4 1,0-1 286,0-4-507,0 6 0,-2-6 0,-1 7 377,-2 2-496,-6-5 0,9-5 1,-4-7-1,1 1 0,1-2-381,0-3-558,3-3 0,-1-8-1755,-2-4 776,2-2 1335,-4-8 0,10-2 0,3-8-285,1-3 1,1-3 910,5-6 0,2-28 0,2-12 0,0-5 0,1-1 0</inkml:trace>
  <inkml:trace contextRef="#ctx0" brushRef="#br0" timeOffset="13">17659 10023 8060,'0'-21'80,"0"5"1,0-9-1,0 6 880,0 2-541,0 1 0,0 6 0,0 1 78,0-2 1,5 3-1,1 0 1,2 2 606,3 3-973,8-5 0,3 6 0,6-3 3,1 4 0,6 1 1,4 0-1,5 0 293,4 0-404,-1 0 1,-6 0 0,-1 0-128,-2 0 1,3 0 0,3 0 0,-5 0-473,-2 0 494,-4 0 0,-3 0 0,0 0 73,-2 0 1,2 0-1,-11 0 1,0 0 8,2 0 29,-5 0 0,-1 0 279,-5 0 0,-7 0 60,3 0-136,-6 0 1,-4 6 0,-3 4 357,-1 2-335,5 2 0,-5 1 0,5 0-41,-2 4 1,1-1 0,4 4 0,0 0 105,0 0-201,-7 2 0,6 4 0,-4 1-49,4-1 0,1-4 1,0-1-1,0 3-155,0 1 129,0-5 0,0 3 1,0-4-97,0 1 1,0-5-1,1 2 1,2-3-228,2-2 269,0 0 0,-5 5 0,0 0-25,0-2 1,0-1-1,0-1-6,0-1 26,0-6 0,0 0 209,0-4-116,0-2 162,-7 4 1,0-6-1,-9 0-168,-3 0 1,-3 0 0,-8 0-1,-2 0-349,-1 0 242,-7 0 1,4 0 0,-8 2-48,-4 2 0,4-2 0,-3 3 1,1-2-256,-1 2 272,2-4 0,-2 10 0,7-6 16,3-2 0,3 0 0,0 1 1,2 0-39,5-1 66,8-1 0,0 0 0,8 1-699,2 1 113,6 1-224,-4-5 0,9 0-1702,3 0 1804,-4 0 0,12-1 1,-4-4-1,4-5 729,1-2 0,13-34 0,3-8 0</inkml:trace>
  <inkml:trace contextRef="#ctx0" brushRef="#br0" timeOffset="14">17673 10108 8060,'-14'-14'201,"0"-1"544,-1 1 101,8 6 1091,0-4-1568,7 10 0,2-4 0,3 7 1,6 4 962,6 5-1109,5 9 1,7-2 0,-1 7-1,2-1 1,2 1 728,1 0-705,0-1 0,0 6 0,2-1 332,1 1-496,-4-1 1,7-1 0,-6-2-1,-1-3 1,-4 0 54,-4 1-266,3-6 0,-11 4-919,3-7 1,-3-2-389,-2-2-246,-6-4 911,4-6 1,-10-6 0,4-4 0,-1-2-2163,0-2 2932,-1-7 0,3-38 0,-1-18 0,-1 20 0,1 0 0,-1 1 0</inkml:trace>
  <inkml:trace contextRef="#ctx0" brushRef="#br0" timeOffset="15">18327 10079 8060,'0'-14'201,"0"0"1,0 0 1324,0 0-926,0-1 0,0 6 0,-1 1 266,-4 2 1,2 1 0,-7 7 486,-1 2-754,-8 10 1,2 9-1,-7 5-163,-1 0 1,-2 7 0,-2 3 0,1 3 498,0 2-653,-1-1 1,1-4 0,-1-1-108,1-3 0,4 0 0,0-6 0,1-1-137,1-3-351,1-4 1,7-7-2376,0-4 162,6-2 2064,1-7 1,14-5 461,2 0 0,34-21 0,15-9 0,5-1 0,-1 0 0</inkml:trace>
  <inkml:trace contextRef="#ctx0" brushRef="#br0" timeOffset="16">12981 6511 7755,'8'-14'4,"3"4"1,-6 1-1,-2-2 1,-1-2 1726,-2-1 70,0 6-1412,0-4 1,-2 10-1,-3-3 76,-4 4-340,-4 1 1,-3 0-1,-1 1 24,-2 4 0,-1 1 1,2 5-1,-1-1-190,2 1-4,1-5 1,2 7 0,0-4-451,-1 4 249,1-5 0,6 4 0,2-2-694,0 3 816,4 1 0,2-2 1,10-1-106,2-1 178,2-1 1,5 1 0,2-2 0,-1 0 0,1-2-149,-4 0 311,5 5 1,-6-4 0,3 4-49,-3-2 189,-2-6 1,-4 8-1,-2-4 1,-2 1 642,-3 3-645,-1-5 1,-2 2-1,-2-5 183,-3 2-229,-3 0 1,-7-1 0,-4 1 0,-3-2-1,-2 0-111,0 2-201,0-3 0,-2 4 1,0-6-1315,3 0 463,5 0 0,2 0 1,7 0-2354,-2 0 2471,5 0 840,-1 0 0,64-19 0,14-5 0</inkml:trace>
  <inkml:trace contextRef="#ctx0" brushRef="#br0" timeOffset="17">13266 6483 7799,'0'-15'802,"4"6"1,1 0 0,-2-3 1932,-1 0-2667,-2 4 0,0-2 0,0 10 1,0 7-1,0 5 569,0 7-424,0 3 1,0 7 0,0-2 0,-2-2 0,-1-1 437,-2 1-649,1 2 1,2 1 0,-1-1 0,-2-3 0,2-5 51,1-3 350,-4-2 31,4 0-186,-4-6 1,6-5-1,0-11 243,0-6-571,0-10 1,0 1 0,0-11-533,0-4 465,6-3 0,-4 0 0,3 3 0,-2 5 1,0 3-674,2 2-194,0 6 0,-5 6 0,1 8-392,4 2 790,-4 1 0,11 13 0,-8 6 0,-1 10 615,-1 7 0,-7 7 0,-3 5 0,0 6 0,1 0 0</inkml:trace>
  <inkml:trace contextRef="#ctx0" brushRef="#br0" timeOffset="18">18967 6412 7695,'0'-15'428,"0"7"0,0-4 0,0 2 0,0-2 0,-2-1 1965,-2 4-2234,2 2 0,-11 7 0,4 0 0,-5 0 0,-4 0 0,-2 2 0,-2 3 404,-4 4-537,6 4 0,-5 1 0,6 0 0,1 0 1,2 1-411,2-1 0,2 2 204,2 3 0,4-4 1,6 4-1,1-1-337,4 1 459,3-4 0,11 6 0,0-7 0,0 0 0,0 1-239,0-1 276,0 0 1,-5-4 0,-1-1 214,-4 2 29,-3-5 0,-6 2 0,0-3 0,-1 3 905,-4 0-1004,-9-2 0,-4-6 0,-5 0-128,-3 0-209,0 0 1,-3 0 0,2 0 0,2 0-1,5-1-1413,4-4-1144,-2 3 2770,17-10 0,32-9 0,17-9 0</inkml:trace>
  <inkml:trace contextRef="#ctx0" brushRef="#br0" timeOffset="19">19024 6511 7764,'6'-8'863,"-4"-4"1,6 8 137,-4-5-484,-2-1 1,11 1 321,-4 0-522,4 5 1,1-2 0,0 6 474,0 0-698,1 0 1,-3 2 0,-1 1 0,-3 3 0,0 2 438,0 3-348,-5 2 1,3 1 0,-6 0 112,0 0 0,-6 1 0,-3-1 0,-6 0 299,-4 0-511,4 0 1,-7-1 0,4-2-194,-1-1-248,7-1 0,-1-1 0,5-2-808,0 1 1070,2 1 1,12-1-1,5-2-168,7-3 246,4 4 1,6-4 0,1 4 0,-3-1 0,0-1 76,-3 0 4,-12 3 0,8-3 232,-9 5 0,-5-4 0,-5 4 0,-10 1 732,-7-2-1018,-5 4 1,-7-5 0,-1 4-1413,-3-2 830,3-6 0,-10 5 0,6-5 0,-1 2 0,0-2 570,4-1 0,-25-2 0,-4 0 0</inkml:trace>
  <inkml:trace contextRef="#ctx0" brushRef="#br0" timeOffset="20">18967 6596 7725,'0'-7'604,"-2"0"1,-1 6 0,-2-4 1665,2-5-1670,2 4 1,1-2-1,0 3 450,0-4-953,0-4 0,0 4 0,1 1 0,2 0 0,4 2 64,1-1-245,-5 3 1,9-1-1,-2 0-224,3 2 276,1 1 0,0 4 93,0 3 0,-1 3 1,-2 6-1,-3 0 193,-2 0-175,-1 7 0,-5-5 0,0 3 59,0-4 1,-2 4-1,-2 0 1,-6 0 254,-3 2-291,-1-5 0,0 4 1,-2-6 142,-3 1-241,3-1 0,-4-2 0,6-1 1,1-1-1,2-1 24,2-1-194,5-1 1,-2-6-285,6 4 551,6-3 1,9 4 0,10-6-1,6 0 1,7 0 556,3 0-510,8-6 0,-4 2 1,0-3 129,-5 0 1,-5-2 0,-7 2 0,-1 1 477,-3 0-435,-10 1 181,-8 5-933,-6 0 0,-1 0 0,-4 0 0,-5 0-3583,-2 0 3234,-2 0 0,-2 2 0,-2 1-3088,-1 1 2944,0 8 924,5-5 0,-19 14 0,-5 1 0</inkml:trace>
  <inkml:trace contextRef="#ctx0" brushRef="#br0" timeOffset="21">19081 6625 7849,'0'-21'709,"-5"6"1,0-4 1371,2 3 1,1 2-779,2-1-937,0 7 1,2 2 15,3 6-517,3 0 0,1 0 0,1 0 107,1 0 1,1 0-1,3 0 1,-1 2-357,0 2 188,0-2 1,0 11 169,1-4 1,-3 4 0,-1 1-1,-3 0 386,-1 0-262,-3 1 1,-5-1-1,-4 0 262,-5 0 1,-4 5 0,-5 0 0,-4-1 581,-4-3-789,-2 6 0,1-5 1,-1 3 64,1-4-205,6-7 0,-3 5 0,6-5 0,1 0 0,4-2-921,5 0 809,2-4 0,9 4 0,3-6 14,4 0 1,10 0 0,6 0 0,5 0 577,3 0-406,7 0 1,-10 0-1,3 0-22,-3 0-161,-1 0 1,-6-1 0,-1-2 0,-1-2-1,-5 0-665,-5-1-206,1 4-1905,-10-4 1747,4 6 1125,-6 0 0,-19 6 0,-4 2 0</inkml:trace>
  <inkml:trace contextRef="#ctx0" brushRef="#br0" timeOffset="22">19223 9681 7685,'8'0'424,"0"0"1,-5-1 0,2-4 2439,-2-4-2471,-2 2 1,-1-1 0,-1 5-1,-4-2 1,-5 2 746,-2 2-1050,-9 1 0,4 0 1,-5 1-1,0 2 0,1 4-149,1 1-14,-6 1 1,11 5 0,-3 1 0,6-1 0,4 0-911,1 0 722,3 7 1,4-5-1,1 4 142,4 1 0,4-6 0,9 6 1,2-2-159,2 0 308,-4 0 0,7-5 0,-6-1 175,-2-4 44,-1 4 0,-3-5 0,-4 6 626,-4 0-435,-3-6 0,-15-2 0,-6-6 274,-6 0-693,-4 7 1,1-6 0,-1 4 0,1-3-1,0-2-1004,-1 0 473,1 0 1,6 0-461,3 0-725,9 0 1,5 0-1,10 0 1694,5 0 0,46-13 0,14-3 0</inkml:trace>
  <inkml:trace contextRef="#ctx0" brushRef="#br0" timeOffset="23">19393 9781 7771,'0'-14'62,"-1"1"0,-2 2 373,-2 2 0,0 4 0,5-5 899,0-1-669,0 5 1,0-7 334,0 4-822,0 2 0,7 1 20,2 6 1,4 0 0,1 0-38,0 0-61,0 0 1,5 0-1,0 2-95,-1 2-79,-3-2 1,0 6 0,-1-3 0,0 3-94,0-1 230,-6 6 1,0-5 276,-3 6-228,-4-6 0,6 5 1,-9-4-1,-3 4 455,-4 1-547,-4 0 1,-1 1-1,0-3-224,0-2 86,-1 2 0,6-9 0,-1 7 1,-1-1-183,-1-1-106,4 5 1,2-10-88,6 7 530,0-1 0,1-1 0,4-2 0,4 1 465,4 2-267,1-3 1,0 5 324,1-6-108,-1 6 0,-6-8 0,-4 7 766,-2 1-1004,-2-5 1,-2 5 0,-2-6 518,-6-2-692,-2-1 0,-7 3 0,0-1 1,0-1-1,0-1-1331,0-2 801,-6 0 1,9 0-1,-3-2-2444,3-2 2246,2 2 1,0-9 0,1 5 686,3-2 0,17-14 0,9-8 0</inkml:trace>
  <inkml:trace contextRef="#ctx0" brushRef="#br0" timeOffset="24">12953 9724 7274,'-8'0'60,"0"0"992,3 0-652,4 0 1,-6-2 416,7-2-381,0 2 159,0-4-188,7 6 0,-6-2 271,4-3-283,-3 4 304,-2-5-531,0 6-11,0 0-151,6-7 155,-5 6-147,6-6-12,-7 7 407,0 0-373,0-6-25,0 4 37,0-4-240,0 6 1155,0 0-895,-7 0-105,6 0 0,-7 0 0,3 0 0,-3 2 0,-1 1 143,-1 2-110,7-1 0,-5-4 0,5 2 0,-3 1 0,-2 2 18,-3-2-13,5 5 1,-2-7 0,5 6 4,-2-1 15,-6-4-63,9 10 0,-9-4-108,6 6 110,1-6 1,-1 0-369,0-3 148,0 3 131,5 6 87,0-6 1,0 0-1,2-5 46,3 2 12,3 0 0,1-4 0,1 2 22,1 2 1,-3 0 0,1-5 0,2 1 50,2 4-1,1-3 0,0 6-18,0-4 1,1-1-1,-1 7 288,0 1-247,-6-5 1,0 5 0,-5-4 117,2 1 1,-1 1 0,-5 4-1,-2-2 330,-2-2-485,-6 1 1,1-1 0,-7-1-44,-2-2 0,-1 5 0,2-3 1,-2 0-395,-2-3 121,4 3 1,-4-7 0,5 4-570,-2-3 1,0-2-653,5 0-215,6 0 968,-5 0 0,13 0 0,0-2 0,8-1-1063,5-2 1773,1-6 0,32-9 0,7-10 0</inkml:trace>
  <inkml:trace contextRef="#ctx0" brushRef="#br0" timeOffset="25">13138 9738 7788,'0'-14'583,"0"6"0,0-5 900,0 4-400,0-4 0,0 4 621,0-1-1450,0 7 1,-2-3 16,-3 6-90,4 6 1,-6 2 0,6 6 0,-2 2 0,-2 2 363,2 1-493,1 6 1,2-9 0,0 4-401,0 1 1,0-6 0,0 4-1,0-3-1372,0-2 1424,0-6 0,7 5 66,2-4 0,4-2 0,1-3 1,0-2 85,0-2 316,7-6 1,-5-2-1,3-8 158,-4-3 0,0 2 1,-3-5-1,-1 1 905,-1 4-607,-1 1 1,-1 2 235,-3-1-465,3 1-553,-7 6 1,6 10 0,-9 12 379,-3 8 1,4 7 0,-6 2 0,3 4 702,-1 1-664,0-4 0,1 4 1,-1-4-6,2 1 0,-1 0 1,1-6-1,-1-2 238,0-1-116,3-7 351,1 4-148,0-13-242,0-2 1,0-7-700,0-4 1,0 2 0,0-7 0,0-1-1294,0-1-534,0 4 0,1-5 1,3 4 2182,0-4 0,14-14 0,-3-3 0</inkml:trace>
  <inkml:trace contextRef="#ctx0" brushRef="#br0" timeOffset="26">13678 10634 7665,'8'-21'331,"-2"6"1,-6-4 0,0 3 0,0 2 0,0-1 1795,0 1-868,0 0 1,0 4-299,0 1 0,-1 7-521,-4 2-228,-3 0 0,-13 13 1,-1-3-64,0 2 1,-9 2 0,1 1 0,-4-1 296,0 0-353,-12 7 1,8-4 0,-10 5-84,4-1-23,2 4 0,-1-8 0,0 5 0,1 0 0,1-1-158,3 0 60,3-3 0,5-2 0,-2 2-242,-1 1 285,0-7 1,9 1 0,1-4-1,-3 2 1,1 0-79,1-1-14,4-7 1,6 5 65,-1-3-492,1-4-206,6 6-261,2-7 446,6 0 0,1 0 1,4 0-748,5 0-78,2 0 0,3 0 1432,-1 0 0,0-7 0,0-1 0</inkml:trace>
  <inkml:trace contextRef="#ctx0" brushRef="#br0" timeOffset="27">11588 11174 7720,'6'-8'87,"2"-3"1,6 5 517,1-2-123,-8 5 0,0-5 310,-7 3 1,-2 4-31,-3-4-146,4 3-81,-5 2 1,4 2 173,-3 3-353,4-4 0,-6 7 134,7-3-281,0-4 1,-4 12-1,-1-4 1,0 4 424,-1 1-562,4 1 1,-9-1 0,5 0 23,-2 0 1,3 0 0,-3 2 0,0 2-27,1 1-100,-3-1 1,1-2 0,-1 2 117,-1 1-110,5 0 1,-5-5 0,6 0 0,0-1 0,0-2-88,1-2-24,-1-6 1,5 5-231,0-3-661,-6-3 1,6 2-3377,0-8 3494,6 2 906,2-11 0,30-14 0,1-10 0</inkml:trace>
  <inkml:trace contextRef="#ctx0" brushRef="#br0" timeOffset="28">15014 10207 7680,'-8'0'1771,"-4"-1"211,2-4-425,-2 3-379,4-4-1106,2 6 1,7 0-1,2-1-1980,2-4 1461,6 3 1,-8-4 0,7 6-2959,1 0 2545,1 0 860,3 0 0,30-6 0,9-2 0</inkml:trace>
  <inkml:trace contextRef="#ctx0" brushRef="#br0" timeOffset="29">15341 10222 7697,'15'0'667,"-6"0"243,1 0 642,-7 0 892,9 0-1323,-10-7-1509,4-1 460,-6 0-438,7 2 1,-4 6-10,6 0-432,-6 0 1,10 0-1262,-4 0-276,-2 0 2344,5 0 0,22-6 0,11-2 0</inkml:trace>
  <inkml:trace contextRef="#ctx0" brushRef="#br0" timeOffset="30">15683 10207 7713,'8'0'662,"3"-1"1752,-7-4-1361,1 3-847,1-10 0,-2 10 1,3-4-2273,0 0 1259,4 4 0,-8-4-610,6 6 1417,-5 0 0,21 6 0,-1 2 0</inkml:trace>
  <inkml:trace contextRef="#ctx0" brushRef="#br0" timeOffset="31">15924 10222 7724,'15'0'330,"-1"0"131,0 0 703,-6 0 1,3-2-1,-5-1-15,2-2 0,-3-4-146,4 4-1959,-5-6 1,3 9 590,-2-2-1256,3 2 1,6 2 0,0 0 1620,1 0 0,43 13 0,12 2 0</inkml:trace>
  <inkml:trace contextRef="#ctx0" brushRef="#br0" timeOffset="32">16322 10250 7724,'15'6'419,"-1"-4"1147,0 3 587,0-4-989,-6-1 0,-2-1 1,-4-2 288,3-2-10,-4 0-614,6-1-1921,-7-2 1,6 0-2799,4 3 2109,-4 4 1,6 1-1292,-2 0 3072,-4 0 0,45 12 0,4 4 0</inkml:trace>
  <inkml:trace contextRef="#ctx0" brushRef="#br0" timeOffset="33">16678 10264 7731,'14'8'505,"0"-2"0,1-6 786,-1 0-532,0 0 0,-5 0-309,1 0 0,-5-4 0,4-1 147,2 2-1832,-5 1 1,7 2 689,-3 0-905,2 0 0,2 0 1450,1 0 0,24 0 0,7 0 0</inkml:trace>
  <inkml:trace contextRef="#ctx0" brushRef="#br0" timeOffset="34">17119 10293 7737,'28'0'0,"-6"0"0,-3 0 0,-3 0 1335,-8 0 1,0-2 136,-4-3 1,-2 2-923,3-6-425,-4 6-691,-1-4-1010,0 7-3595,0 0 5171,7 7 0,1-6 0,1 5 0,1-6 0,18 7 0,10 1 0</inkml:trace>
  <inkml:trace contextRef="#ctx0" brushRef="#br0" timeOffset="35">17389 10307 7742,'14'0'-17,"-6"0"0,4 0 140,-2 0-110,-4 0 1,2 0-149,-3 0-884,-3 0 1019,4 0 0,-31-25 0,-7-7 0</inkml:trace>
  <inkml:trace contextRef="#ctx0" brushRef="#br0" timeOffset="36">11830 11316 6560,'-8'0'-276,"0"0"1,5-1 275,-2-4-11,0 3 367,-1-4-73,-2 6 0,-2 0-103,1 0 1,6-2 0,-3-1 103,-1-1-105,6-1 1,-7 3 8,3-2 1,-3 2 220,-6-3-274,6-3 0,0 7 168,3-4 0,-3-3 566,-6-1-630,6 2 1,0 1 0,5 4 319,-1-2 1,-3 0 0,4-5 530,-2-2-738,1 5 1,4-7 187,0 4 1,0 1 76,0-2-503,0 1 84,0 1-82,0 1 56,6 7 0,-3 2 0,5 3-48,-2 4 0,4 4 0,-4 3 0,0 1 281,1 2-318,4 6 0,-8-7 1,6 5 35,2 3 1,-3 0 0,0 3-1,0-1-2,0 1-36,-5-1 0,5 4 0,-5-2-94,2-3 0,0-4 0,-4 1 0,2-5 127,2-3-352,0-2 0,-5-4-241,0-1 141,0-6 497,0 3-246,0-18-798,0 2 0,-2-5 0,-1 5 0,-2-1 0,1-2-3455,-3-1 3251,6 0 0,-10 0 1085,6 0 0,-44-39 0,21 23 0,1-1 0</inkml:trace>
  <inkml:trace contextRef="#ctx0" brushRef="#br0" timeOffset="37">11517 11402 9753,'0'7'4317,"0"0"-3613,0-7-458,6 0 1,2 0-1,8-2 1,3-1 0,4-2 753,4 2-881,8-5 1,-3 5-1,4-5-50,-1 2 1,-2 1-1,-6 4 1,-4-3-118,-4 0-141,-3-1 0,-6 5-974,-1 0 619,-6 0 0,-7 0 1,-11 0-2,0 0-433,-1 6 0,2-4 1,-1 4-277,1 0-1111,6-4 2365,-4 11 0,-9 1 0,-9 8 0</inkml:trace>
  <inkml:trace contextRef="#ctx0" brushRef="#br0" timeOffset="38">12157 10961 7953,'-8'0'182,"-3"-2"1,4-1 3136,-1-2-3038,5 1 1,-1 2 0,10-1-1,8-2 1,8 2 0,7 1 499,4 2 0,-2 0-620,7 0 1,0-4 0,5-1 0,0 2-77,-1 1 1,-4 2 0,-3 0-1,-4-1-217,-4-4 169,-8 3 1,2-4-150,-7 6 215,-6-6 1,-3 4 238,-10-3-66,3 4 1,-6-1-34,4-3-220,2 4 0,-6-5 0,3 7-33,-4 4 266,3-4 0,-2 12 0,5-2 139,-2 7-152,0-3 1,4 11-1,-3-6 1,0 2 0,1 4 354,1 0-360,2 3 1,-2-1 0,-1 1 328,-2-1-549,1-6 1,4 3-1,0-6 1,0-1-1,0-2-602,0-2 225,0-6 0,-2 3-1536,-3-6 474,4-1-1,-7-4-2795,3 0 3519,-3-6 0,-1-2 0,-2-6 698,-5 0 0,-10-13 0,-7-5 0,-4-3 0,-1 1 0</inkml:trace>
  <inkml:trace contextRef="#ctx0" brushRef="#br0" timeOffset="39">12171 11004 7953,'-8'-8'-786,"2"-5"0,4 5 786,-3 0 1899,4-4 0,-6 8 1830,7-5-1948,0 6-1184,0-4 1,0 9 0,0 3 217,0 4 0,0 4 0,0 3 0,0 3 886,0 4-1487,0 4 1,0-3 0,-1 0 17,-4 1-220,3 2 0,-5-4 1,3 1-1,0 0 0,-1-2-213,-1-3-309,4-3 1,-4-2 0,6 0-1551,0 0 1589,6-6 0,2-2 0,6-6 0,2 0 0,3-1-1125,5-4 1289,2-3 0,8-4 0,0 1-352,3 1 565,1 1 0,-2-4 0,-3 2 0,-4 3 0,-6 2 36,-4 3 55,-3 1 1,-6-3 207,-1 0 533,-6 1 0,2 4 166,-10 0-719,-3 0 0,-1 0 0,1 1 401,2 4-647,-5-3 0,3 4 0,-7-6 1,1 2-1,0 1-1800,0 1 1422,0 1 1,-2-3-1,-2 1-1428,-1 2 1600,-6-1 0,9 1 0,-4 0 0,1-2 0,0 0-835,1 2 954,-4-3 1,7 5-1,-4-3 348,3 0-14,-5 1 1,10-5 0,-3 0 1268,1 0 497,7 0-1004,0 0-483,6 0 1,0 2-1,0 2 943,0 6-1086,0-4 0,0 7 1,-2-4 1154,-3 4-1137,4 1 0,-7 0 0,5 1 0,-4-3 0,0-1 596,-4-1-755,4-1 1,-4 5-141,6 1-726,-6-7-674,10 4-839,-6-10 0,9 4-1349,3-6 2903,3-6 0,6 3 1,0-7-1,0 1 1,2-1-1426,3 1 1756,3-1 0,2-4 1,0 0 312,1 0 19,-5-1 0,6 6 0,-6-1 0,1 1 0,-1-1 105,-2 1 280,-3 6 0,-5-4 1,-2 6 1123,-2-4 1587,-1 4-1524,1-6-943,-4 7-248,4 7-389,-6 0 1,2 8 0,2-3-1701,6-2 1060,-4 2 1,7-8 0,-4 4-2250,4-2 2520,1-1 1,5-4 0,0 2 0,-2 2-1,-1-2 358,-2-1-40,1-2 0,-1-5 1,0-1 46,0-2 628,-6 5 0,-1-10 0,-7 4 2510,0-4-2216,0 5 1,0 0-1,-2 5 256,-3-2-964,4 0 1,-12 5 0,4 0-1,-4 2 312,-1 3-308,-1-4 0,3 12 0,1-4 431,1 4-576,1 8 0,-5-6 1,-1 6-1,1-2 1,0 1-48,0 3-81,0-6 0,-1 4 0,1-6-545,0 4 447,0-3 1,-2 5-1,-2-7 1,0-2-1,-1 0-614,-2-3 443,-1-6 0,-2 5 1,2-5-239,2 2 195,-6 0 1,9-7 0,-5-1 0,1-2 0,4 0-688,1-1 1127,2 5 1,4-6-329,1 7 212,6 0 0,-2 0 0,10 0-1086,4 0 567,4 0 1,6 0 0,1 0 554,2 0 0,26-2 0,10-2 0,8 0 0,-1 0 0</inkml:trace>
  <inkml:trace contextRef="#ctx0" brushRef="#br0" timeOffset="40">19180 10620 7787,'-14'-8'-184,"0"-5"1,4 7 0,2-5 0,0 3 2294,1 2-1803,3 1 0,6 6 1,11 3-1,4 2 1,2 2-1,0 3 429,0 1 1,5 3 0,-4-1 0,1 0 298,-1 0-882,5 1 1,-4-1 0,4 0 174,-1 0 0,0 0 0,4 2 1,1 2 841,-1 1-854,7-1 0,-5 1 0,4 2 703,1 1-861,-5-5 0,3 4 0,-9-7 0,-3-1 0,-4-2 59,-3-2-172,4-5 0,-17 3-118,4-2-634,-3-3 0,-2 2-2145,0-8 1525,0 2 1,-7-4-2597,-2 6 3312,-4 0 0,4-5 610,-1 0 0,-12-31 0,-8-3 0</inkml:trace>
  <inkml:trace contextRef="#ctx0" brushRef="#br0" timeOffset="41">20758 10790 7894,'-8'-8'869,"1"0"1,3 4 0,1-4 1703,5 0-2372,4 2 1,15 1 0,2 0-1,6 2 1,2 1 0,4 2 0,0-1 834,0-4-965,4 3 0,-9-4 1,3 6-1,-4-1 1,-6-3-195,-4 0 168,-3-1 1,-2 5-73,1 0 576,-7 0 222,-2 0-442,-19 0-76,10 6 0,-14 4 677,12 9-707,0-3 1,0 9 0,1-5 0,1 2-1,-1 4 615,0 1-696,2 1 0,-4 0 0,6 2 70,0 4-96,0-4 0,0 3 0,0-8 0,0-1 0,0-1 320,0 0-700,0-3 0,0-10-823,0-1 299,0-6-767,0 4 0,0-9-2215,0-3 2821,0 4 0,-2-12 0,-3 5 0,-4-1 949,-4-1 0,-24-21 0,-9-11 0,-5-4 0,1-1 0</inkml:trace>
  <inkml:trace contextRef="#ctx0" brushRef="#br0" timeOffset="42">20630 10819 7894,'0'-15'176,"-6"8"0,4-6 1167,-2 3-771,2-2 0,2 2 791,0 1 0,0 7 301,0 2-1146,0 7 1,0 8 0,0 3 902,0 1-1114,0 6 1,-5-8 0,-1 7 0,0 1 0,-2 1 980,0-3-1085,5 4 1,-8-9 0,4 5 10,0 3-263,3-6 0,-4 1 1,5-7-1,-1 2-821,0 3 639,3-4 0,1 1-1158,0-6 834,0-7 1,1 3-612,4-6 939,3 0 1,11 0 0,2 0 99,1 0 1,1 0-1,7-1 1,4-3-4,3 0 189,5-1 0,0 5 0,1 0 467,0 0-466,5 0 0,-8 0 0,1 0 0,-5 0 1,-6 0 359,-4 0-12,1 0 280,-18 0 37,4 0 0,-15 0 761,-3 0-1395,4 0 0,-12 0 0,4 0-21,-4 0 0,-3 0 0,-1 0 0,-4 0 139,-1 0-1180,-2 0 1,1 1 0,-1 3-2237,-1 0 2558,-2 1 1,-1-5-1,-1 0 1,1 2-1,1 1-2016,3 2 2000,-3-1 1,7-4 0,-6 0-413,3 0 970,12 0 1,-8 0 0,9 0 0,-2 0 106,-3 0-66,7 0 66,2 0 839,6 0 0,0-1 1769,0-4-1218,0 3 421,0-4-320,0 6-538,0 0 1,-5 2-1,-1 1 480,-2 2-1148,-1 6 1,-5-8-1,-1 6 386,1 2-559,0 2 0,-5 3 0,-2 1 0,1 4 0,-2-1 513,0 1-754,-2-2 0,-3 0 0,2 0-68,1-2-86,7-1 1,-9-2-1,7-1 1,4-2-1292,4-2-959,4-6 1684,1 4 0,6-7 1,0 0-1,8 0-1137,5 0 428,7-7 0,-3 6 1558,7-4 0,16-7 0,7-3 0,7-1 0,-1 1 0</inkml:trace>
  <inkml:trace contextRef="#ctx0" brushRef="#br0" timeOffset="43">21128 11330 7894,'8'-6'558,"0"3"1504,-3-6-917,-4 5 0,5-4 888,-6 4-1147,-6 8 0,-2-7 0,-4 13-385,2 1 1,-3 1 0,4 3-1,-4 0 122,-1 4-597,0-3 1,-3 5 0,-1-7-174,1 0 91,4 0 0,-7-1 0,5-2 0,1-1 0,0-1-321,0-1-52,0 5 1,-1-10 0,1 5-198,0-2 314,0-1 1,-2-5-1,-3 0 1,-5 0-1,-3 0-1085,-1 0 1134,-1 0 0,-4 0 1,-1-2-295,-3-3 381,-7 4 0,4-5 0,-2 6 0,2 0 0,2 0 100,1 0 210,5 0 546,3 0-418,15 0 0,10 0 0,10 0 1,10 1 1293,10 4-1278,9-4 0,8 6 1,0-7 860,-1 0-1043,1 0 0,-5 0 0,0 0 0,0 0 0,-2 0-147,-3 0-720,-3 0 0,-1 0 0,-3 0-2441,-2 0 1139,3 0 0,-11 0 2073,3 0 0,-48-13 0,-12-3 0</inkml:trace>
  <inkml:trace contextRef="#ctx0" brushRef="#br0" timeOffset="44">21697 11302 7894,'0'-14'1438,"0"0"1,-2-1 3157,-3 1-4171,4 6 0,-7 2 1,3 8-1,-4 2 0,-4 6 1,-1 4-1,0 5 331,-1 5 1,1 2 0,0 3 0,0-1-376,0 1-262,-1-1 1,6-4 0,1-2-140,2-1 1,1 2 0,5-4-1,1-1-341,4-3-99,3 0 1,6-8-1,2-2 171,3-3 1,3-2 0,7-2-1,-3-3-539,-2-4 910,3-4 0,-6-1 0,2 0-58,-4 0 0,-5 0 0,-3-1 1187,-1 1-768,-7 6 0,2-3 167,-10 6-543,-3 1 0,-6 4 1,-2 0-1,-1 0 1,-2 0 36,2 0-335,-6 0 0,8 0 0,-4 0-52,3 0-192,2 0 0,4 1 1,1 2-1649,-2 2 1785,4 0 0,7-5 0,10 0-299,2 0 756,9 0 1,1-6 0,6-4-1,1-3 1,-1-2 499,1-4-476,-7 3 1,-2-6-1,-7 4 1385,-3-1-1266,2-6 0,-12 9 1,0-3-1,-9 5 0,-9 3 617,-5 2-761,-4 6 1,-2-9 0,1 8-165,-1 1-144,1 1 0,0 7 0,1 1 0,5 2 0,7 3-1126,9 2-292,5 1 0,1 6 0,3 2-1398,6 1 2031,1 3 975,17-10 0,9 6 0,6 2 0,8-1 0,0 0 0</inkml:trace>
  <inkml:trace contextRef="#ctx0" brushRef="#br0" timeOffset="45">19166 3910 9064,'6'-8'1085,"-4"1"1,6 7-498,-4 0-487,-2 0 0,9 7 0,-5 1 0,1 1 0,-1 0 0,-1 1 0,0-1-354,-1 1 157,1-7 0,-3 8 23,2-6-144,4 0 1,2-5 115,-1 0 1,-6-2 0,4-3 0,-3-4 32,1-4 102,0-1 1,0 4 0,-1 1 249,0-2 0,-3 3 0,1-1-627,2-2 441,-2 4 0,6 1 0,-5 7 259,2 4 0,1 3 0,-3 6 0,4 1 512,1-1-837,-5 0 0,8 5 1,-7 0-374,0-2 1,2-1 0,0-2-592,2 0-411,-5 1 0,5-3 1343,-3-2 0,3 2 0,6-4 0</inkml:trace>
  <inkml:trace contextRef="#ctx0" brushRef="#br0" timeOffset="46">22777 3966 8312,'0'-8'593,"0"1"1,0 2-115,0-5-276,0 4 0,0 1 0,0 10 0,0 5 0,0 2 94,0 2 0,0 1 0,0-1-279,0 0-130,0 0 1,0-4 188,0-1 0,0-4-3,0 4-242,0-5 0,2 2 1,1-8-277,2-2 402,6-4 0,-3-7 0,6 1 0,-1 0 345,-4 0-157,4 6 1,-12-5 0,6 5-241,-1 0 105,-5 2 752,12 6-132,-11 0-594,4 0 1,-6 6-1,0 4-935,0 3 79,0 1 0,0-5 0,0 1-144,0 1 963,6-5 0,40 38 0,16 4 0</inkml:trace>
  <inkml:trace contextRef="#ctx0" brushRef="#br0" timeOffset="47">8716 5374 8136,'0'-10'-53,"0"1"0,0-2 0,0-2 1,0-1 1759,0 0 0,0 4-357,0 1-653,0 6-380,0-4 1,0 18 0,0 4 504,0 0-716,0 7 0,0-4 1,0 4-85,0-1 1,0-3 0,0-2 0,0 2 63,0 1-53,0 0 0,0-5 0,0 0-23,0 0 1,0 5-1,0 0 1,0-2 142,0-1-269,0-2 1,0 1-1,0-1 21,0 0 0,0 0 0,0 1-31,0-1 124,0 0 0,0-5 711,0 1 326,0-7-475,0 3-55,0-6 0,0-1-406,0-4-544,0 4 1,0-7-780,0 3 1,0-3-1361,0-6 1822,0 0 0,-5 4 0,0 1 177,2-2 0,2 3 0,1-2-261,0-1 359,0 5 1,-7-7-348,-2 4 834,3 2 0,-9-5 0,1 2 0,-23-5 0,-10-1 0,-6-3 0,-1 0 0</inkml:trace>
  <inkml:trace contextRef="#ctx0" brushRef="#br0" timeOffset="48">8446 5530 8136,'8'0'2118,"3"-1"-764,-7-4-913,8 3 1,-9-4-1,5 4 237,-2-2 0,5 0 0,-2-3 0,6 0 822,4 4-1201,3-5 1,8 7 0,1-6 345,3 1-412,5 4 0,-4-5 0,3 3 0,-5 0 1,-5 0 233,-4 3-561,-3 1 0,-12 0-836,0 0-1432,-5 0 1703,2 0 0,-8 0-519,-2 0 1,-4 1 0,-6 4-1,-1 3 1178,1 0 0,-38 30 0,-10 1 0</inkml:trace>
  <inkml:trace contextRef="#ctx0" brushRef="#br0" timeOffset="49">6128 6397 8204,'0'-8'-137,"0"-4"1,2 4 0,1-2 611,2 1-244,0 6 1,-5-5 0,0 3 689,0-4 1,0 1 571,0-2-1034,0 7 1,0-5 532,0 4-646,0 2-173,0-4 0,-7 6-226,-2 0 34,-4 0 0,-1 0 0,0 1 1,-1 4-1,1 4-793,0 4 654,0 1 1,0-3-1,1 2-55,3 3 0,-2 1 1,2-3-1,-1 1-201,2-1 361,2 0 1,6-4-1,-2-1-63,-2 2 122,0 2 0,7-1 0,3-1 0,4-3 0,4 0 974,1 0-752,0-5 0,5 8 0,0-6 338,-2-2-479,-1 5 0,2-5 0,-3 5 0,-2-2 0,-2-1 192,-3 2-135,-2-6 0,-6 12-67,0-4 0,-1-1 0,-6 0 0,-5 0-370,-6 0 155,-7-5 1,8 8 0,-7-6 14,-1-2 0,3 0 0,0 0 1,1 2 45,4-2 72,1-1 1,6-2 233,1 0-316,6 0 0,-2 0 1,10-2-1,6-1 0,6-3 113,7-2 122,3 5 1,1-10 0,2 5 147,3 0-323,4-4 1,1 4 0,-1-7 0,1 1 0,0 0-100,0 0 30,-6 0 1,3-1-1,-7 1 179,0 0-196,-5 0 0,-1-5 0,-7 0 0,0 1 1,-7 3-183,-5 0 366,-3 1 0,-2 5 0,-3 1 310,-4 1-307,-4 3 1,-1 4-1,0 0 1,-2 0-1,-1 0 82,-2 0-132,0 6 0,5 2 0,-1 6 58,1 0-83,0 7 0,1-5 1,2 3-1,3-4 1,2 0 102,3-1-85,1 0 0,2 0 0,0 1 28,7-1 0,5-5 1,9-1-1,1-2 0,3-2 194,2-3-256,1-1 1,2-6 0,2-4-471,1-2 292,0-2 0,-4-5 1,-1-2-1,1-1 0,-2-3-600,-4-2 634,-2-2 0,-7-4 0,-1 0-202,-4 1 392,-3-4 1,-6 1-1,0-3 1,0 7 0,-1 4-200,-4 3 291,4 7 1,-11 1 0,6 8 355,-2 2-342,5 1 1,-5 5 0,5 2-1,-3 1 1,-1 3-196,1 2 133,-5 2 1,9 9-1,-4 1 563,0 2-486,4-4 1,-6 8 0,5-2 0,-2 3 0,2 0 950,2-3-1034,1 2 1,-5-5 0,0 4 91,2-1-112,1-7 0,4 5 0,3-4 0,4-1 0,4-3 43,1-3-294,7-7 1,1 7-1,6-7-48,1 0 55,-1-9 1,1-3 0,-1-8 0,0-1 0,1-4-440,-1-1 505,1-2 1,-7-4 0,-3 0-104,-3-1 230,-2 1 0,-6-1 0,-2-1 0,-1 0 0,-1 0 99,0 3-118,-9 8 1,2-1 316,-7 6-280,1 6 0,-1 1 0,1 7 0,-2 2 0,-2 1-106,-1 2 94,6 6 0,-5-3 0,4 6 0,-4 0 60,5 0 1,-4 2 0,4 2 0,0 1 0,2-2 327,-1-1-16,6 4 0,-6-2 0,7 5 869,0 3-906,0-6 0,-1 7 1,-2-3-1,-2 3 1,2 3 1204,1 3-1301,2-3 0,-1 6 1,-3-4 293,0 1-485,-1 6 1,0-9 0,0 4 0,2-3 0,0 1 195,-2 1-324,4 0 0,-5-4 0,6-1-101,0 0 104,0 1 1,0-2-1,0-4 1,0-4-1,0-3-625,0-2 392,0 1-125,6-1-366,-5-6 674,6-2 0,-9-6 0,-3 0-123,-4 0 349,-4-6 1,-6-1 0,-1-5-1,-1-1 1,-1-3-1125,0 0 836,5-6 0,-4 0 0,8-6-197,4-1 284,3 1 1,6-2 0,0-2-1,3-1 1,5 2-50,6 1 119,16 1 1,-5 5 0,12 2-588,-3 2 377,6 1 1,-10 5-1,3 1 1,-3 2 0,-2 3-1195,1 2-333,-7 1 1,-6 7 1766,-7 2 0,-31 11 0,-3 7 0</inkml:trace>
  <inkml:trace contextRef="#ctx0" brushRef="#br0" timeOffset="50">7266 6511 8229,'-15'0'609,"6"0"0,1 2 0,0 1 1964,0 2-2297,5-1 0,-2-4 0,10 0 1,5-1-1,2-2 0,2-2 1,1 0 379,-1-1-838,0 4 0,0-6 0,1 5 0,-1-2 0,0 2-583,0 2 0,-4 1 1,-1 0 764,2 0 0,2 6 0,1 2 0</inkml:trace>
  <inkml:trace contextRef="#ctx0" brushRef="#br0" timeOffset="51">7635 6596 8998,'0'-7'2434,"0"-1"-994,0 3-1187,0-3 1,2-1-1,1-1 1,3 1-1,2-1 346,3 1-577,2-1 1,1-9 0,0 0 0,2 0 0,2 0 169,1 0-367,6-6 0,-8 1 0,5-9-89,-1-5 0,3-3 1,-5-1-1,-2-1-549,-1 0 759,-2 1 0,-6 12 0,-3 6 182,-4 7-50,-1 2 1,-6 7-1,-4 5 1,-1 6 47,2 7-33,-4 9 0,5-2 0,-6 7-31,0 1 67,0 2 0,4 1 0,2 1 0,0-1 0,2 1 490,0-1-495,1 1 1,0 4 0,0 0 276,2-1-253,2-2 1,1-4 0,1 0 0,4-4 0,5-2-54,2-2-28,2-2 0,7-9 0,3-2-190,3-3 53,7-2 1,-4 0 0,3-2 0,-3-3 0,-1-4-565,-1-4 518,1-7 1,-2 4 0,-4-5 51,-4 1 62,-3 4 1,-3-6 0,-4 5 0,-4-2 0,-3 1 53,-2 3 99,0 0 1,0 1-101,0 0 0,-2 6 1,-3 5-1,-4 4 280,-4 4-277,-1 6 0,1 2 1,2 6 193,2-2-193,-1-1 0,-2 3 0,1 0 0,3-2 0,1-1 204,4-2-362,2 0 1,1 1 160,0-1-232,0 0 1,6-6-1,3-2 1,6-1-1,2 0-713,2-2 715,6-8 0,-3-3 1,8-6-147,3 0 236,-3 0 1,1-2-1,-8-1 1,1-2 0,-2 0 187,-3-2-69,3 5 0,-6-4 0,1 6 247,-6-1-238,2 1 0,-7 5 0,5 1 0,-1 1 104,1 4-130,-5 2 1,2 1 4,-3 0 15,-4 6 1,10-3 16,-6 7-383,0-1 165,-5-1 427,0-2 30,0-6-300,0 0 0,-6 0 31,-4 0-4,-2 0 0,2 5 1,1 0-1,-2 0 1,-2-1 377,-1 1-317,-1 6 1,1-8 0,0 7 92,0 1-199,0-5 0,4 7 0,2-4 0,0 2 0,2 0-21,0-1 37,1-7 1,5 10-367,0-4 231,0-3 1,6 1 0,5-7 0,5 0 0,3 0-571,-2 0 670,-1-7 0,-2 4 1,1-5 225,-1 2-152,0-5 1,0 5-1,-1-5 1,-2 1 327,-2-1-283,1-2 0,-2 4-386,-3-1 428,2 7 0,-5-1 259,3 8-170,-4 4 1,-2 2-1,-2-1 87,-2 2-210,0 2 0,5 1 0,0 0-91,0 0-72,6 1 1,2-7 0,7-4-311,-1-2 296,0-2 0,5-2 0,0-1 0,-2-3 0,1-2-134,1-3 228,-4-8 0,8 2 1,-8-6 489,0 3-389,2-5 1,-11 9 0,5-3-1,-3 3 1,-1 2 759,-4 0-213,-2 6-846,-1 1 44,0 7 0,-6 0 0,-3 2 1,-3 3-277,3 4 76,-4 4 0,12-4 1,-4 1-638,3 1 373,2-5 0,2 5-10,3-6 649,3 0 1,6-5-1,0 0 258,0 0 1,1 0 0,-1 0 0,0 0 485,0 0-329,0 0 0,-4 0 394,-1 0 0,-1 6 373,2 4-935,2 2 1,-10-2-1,3-1 596,-4 2-663,-1 2 1,0 1 0,0 0 0,0 0 511,0 1-1297,0-7 1,2-1 436,3-2-778,-4-3 1,12 3 0,-4-9 0,4-2-505,1-2 1334,0-1 0,2-10 1,2 0-87,0 1 426,1 3 1,-4-4-1,-1 0 1,0 1 709,0 3-800,-6 7 0,0-3-101,-3 6 302,-4 0 0,6 7 0,-7 2 847,0 6-968,-7 9 1,6-3-1,-4 3-30,4-4 0,-4 0 1,0-1-1040,2 0 562,1 0 1,2-4-1889,0-1 1083,0 1 668,0-2 72,0 4 769,7-10 1,-4-2-1,5-10 1,0-4 250,-1-5-589,-3 3 1,7-6-1,-5 5-366,2-2 290,1 0 0,1 5 1,-1 0-1,2-1 1,0 1-212,-1 0 53,3 6 1,-6 2 157,8 6 0,-1 0 1,-1 1-1,-2 4 1243,-2 4-1041,-6 4 0,8 1 0,-4 1-89,1-1 0,-4 0 1,6 0-734,1 0 201,-5 1 1,7-6 70,-4 1 0,4-7 1,1 1-1,0-2-315,1-2 395,-1 0 1,0 0 0,2 0 198,3 0 1,-3 0 0,2-2 0,-2-1 902,-1-1-720,-1-1 1,0 0-1,0 0 110,0 2 0,1-3 1,-1 1-45,0 2-203,7-5 0,-6 6 0,4-4-250,-3 0 1,5 0 0,2-6 0,3 3-536,-3-2 630,4-2 0,-9-1 0,4 0 72,-2 0 1,-1 1 0,-6 2 427,-4 1-245,-2 1 1,-7 0-92,0-1 1,-11 7 0,-4 0 0,-2 6 188,-4 6-181,6-2 1,-6 10 0,7-3 124,0 2 0,-1 1 0,3 2 0,1 4 369,1-1-314,7 4 1,-3-8 0,4 6 133,-3 1 1,4 0-1,-4 0 1,4-1 402,1 1-600,0-4 0,4 6 0,1-5-162,-2 0 1,0 0-1,1-5 1,0 2-433,-1-1 376,-1-2 1,-2-7 401,0 1 1,-2-6 0,-2 4 636,-6-2-558,-2-1 1,-3-6-1,1-4 37,0-5 1,4-2 0,1-2-1,-1-1-75,3 1-339,0-6 0,7-3 0,2-5-764,3 0 1,9-1 0,9-1 0,6-1-1820,4-3 2069,3 1 1,2 5 0,0 1-376,2 3 1,-6 1-1,-2 7 1,-7 5-1353,-6 3 1686,-3 3 537,-8 5 0,-40 19 0,-15 5 0</inkml:trace>
  <inkml:trace contextRef="#ctx0" brushRef="#br0" timeOffset="52">6342 7208 8211,'-15'-7'532,"1"6"1,-2-5-1,-1 4 1,-4-1-1,1-2 1,-2 3 0,0 4 1958,-4 3-2253,0 6 1,-1-3-1,1 6 1,4 0-1,2 0 1,4 1-1,3 0 1,5 3-1,2 1 1000,3-2-1437,1-1 1,10-2 0,5 0 0,6 1 0,3-3-43,3-2 1,2 1 0,2-5 0,-1 0-270,0 1 178,-6 4 0,-1-8 262,-7 6 1,-6 1 0,-5 2 181,-6-2 17,-11 3 1,-8-7-1,-7 5-209,1-2 1,0-1-1,1 3 1,1-3 44,3-1 72,-1-3 1,2-4 0,3 2 135,3 3-271,8-4 89,2 6 1,6-9 178,0-3 0,6 4 1,4-6-1,2 3 636,3-1-559,-1-6 1,0 8-169,0-7 0,0 7 0,1-3 0,-1 1 205,0 0-371,0 0 1,1 1 0,-1-3-58,0 0 0,2 2 0,1-3 1,4 0-882,1 0 865,1-1 0,1-6 0,-2 1 112,-1 0 1,-1 1-1,-4 2 1,0 2 216,-3-2-71,-9 4 1,4 1 0,-5 5 1112,2-4-742,0 3 0,-7-3 861,-2 10-1065,2 3 0,-6 8 0,5 1 0,-2 2 1,2-1 784,1-3-982,2 6 1,0-5-1,0 3-55,0-4 1,5 0-1,1-1 1,2-1-208,3-4-371,2 4 1,3-10 0,1 5-162,2-2 0,0-1 0,-5-7 0,2-3-759,3-4 1281,-3-4 0,4-1 0,-5-2 144,-1-3 1,-5 2 0,-1-5 0,-1 0-67,-4 0 233,5 4 0,-7-2 2354,4 6-645,-3-1-1524,-2 7 1,-2 2-1,-1 8-16,-2 2-1,0 4 1,5 8 0,-1 1 404,-4 2-631,3 0 0,-4-4 1,6-1-174,0 0 0,2 0 0,2 0-1659,6 1 1347,3-7 0,1-2 1,2-6-90,3 0 0,-4 0 0,6-2 0,-2-2-300,0-6 669,0-3 0,0-1 1,0-2 89,-2-2 1,-6 2-1,-3-3 1,-2 3 730,-3 2-328,-1 0 1,-2 4 0,-2 2 149,-2 2 1,1 1-1,-7 5 1,-1 0 433,-2 0-894,-1 0 0,0 6-370,0 4 1,6-2-428,3 1 506,4-6 0,2 4 0,5-7-171,9 0 1,4 0 0,6 0-1,-3 0-198,-1 0 538,4-7 0,-8 6 449,7-4 0,-7 4 1,2 1 1439,-3 0-1497,-8 0 1,-2 1-1,-6 4 395,0 4 1,0 4 0,0 1 727,0 0-1452,0 1 0,0-1 0,0 0-37,0 0 0,0-4 1,2-1-125,3 2-235,-4-4 1,13-1 0,-1-6 90,4 0 1,4-6 0,-4-4 0,2-4-703,-1-5 873,4 3 1,-5-9 0,5 3-165,-1-5 0,-2 2 1,-5-9-1,0 3-524,0-2 707,1-4 0,-6-4 0,-1 3 85,-2 5 1,-1 8 0,-5 3 0,-2 3 492,-2 6-228,2-1 1,-11 14 138,4 0-3,3 6 0,-7 9 0,5 0 0,0 4 0,2 5 1876,0 3-1810,4 1 1,-9 1-1,6-2 1025,2-4-1238,1 4 1,2-6 0,0 4-1,0-1 1,0-1 239,0-1-436,0-1 0,0-2 0,2 0-560,3-2 332,-4-7 1,12-2 0,-3-5-1,2 2 1,2-2-1294,1-2 968,5-7 0,-4-2 0,4-8-352,1-3 602,-5 4 0,11-11 0,-4 6 0,4-1 0,0-1-526,-3 0 786,3 5 0,-7-4 1,5 8 42,-1 4 0,-7-2 0,2 6 0,-3 2 151,-2 1 754,-6 2-435,-1 0 0,-7 7 221,0 2-167,0-3-373,0 1 0,-7-6 0,-2 3-638,-4 0 400,-1 1 1,-2-5-1,-1 2-95,-2 2 1,0-1-1,3 7 1,-1 1-94,-2 2 330,0 1 0,5-3 0,-1 0 22,1 0 0,5 10 0,1-7 0,1 2-121,4-1 249,2 0 1,2-1-30,4 0-230,9-6 0,8-2 0,7-6 1,-1 0-1,2 0-479,3 0 344,-3-6 0,12-4 0,-6-7-202,0-2 258,5-6 0,-6 3 1,3-7-1,-5 1 1,-3-1-310,-1 1 370,-1 0 0,-6-1 0,-4 1 109,-7-1 1,-5 2 0,-6 4 394,0 4-44,0 9 0,-6 4-119,-4 6 1,-3 2 0,-1 2-1,0 7 91,0 7-65,-7-2 0,5 10 0,-1-3 122,6-1 0,-2 4 0,6-3 0,-3 0 961,1 1-1070,5 0 0,-2-2 0,6-3-387,0-3 1,0-2 0,0 0-995,0 0 943,0 0 0,6-6-531,4-3 535,-4-3 1,5-4 0,-4-1-1,-1-3 1,2-2-871,0-3 758,-5-8 0,9 3 0,-4-3-102,0 3 341,5 2 0,-7 0 0,5-1 0,-1 1 272,1 0-192,1 6 0,-2 2 0,-1 6-158,2 0 497,-4 0 0,4 1 1,-5 4-1,0 6 1,2 5 1789,0 3-2015,-5 0 1,9-5 0,-6 2 250,2 3-732,1-3 1,5-1-1,1-5 1,-1-1-1,2-1-1610,3-3 1657,-4-3 0,6-2 0,-5 0-804,3 0 789,-4-7 1,6-1-1,-7-4 1,0 1 0,1 1-122,-1-1 529,-6-1 1,3 2 865,-6 1-524,-1 5 121,-4-8-331,0 10 0,2-3 30,3 10 0,-4-2 0,6 5 0,-3 0 418,1 0-670,6-5 1,-3 5-1,6-5-478,0 2 280,1 0 1,-1-5-1,0 1 1,0 2-477,1 2 393,-1 0 0,0-5-159,0 0 39,0 0 0,-6-2 0,-1-1-1699,-1-2-1623,-4 1 2143,4-3-911,-12 6 2431,-2-12 0,-26-5 0,-10-3 0,-2-6 0,-1 0 0</inkml:trace>
  <inkml:trace contextRef="#ctx0" brushRef="#br0" timeOffset="53">7180 7222 8153,'-14'0'2939,"0"0"-1792,0 0 1,1-2 0,5-1 0,10-2 1511,10 2-2248,15-5 1,11 5-1,10-5 1,5 0-1,6 1 1164,2-5-1434,1 6 0,-5-6 0,-2 4-372,-3 0 0,-14 0 0,-11 5-991,-5-2 1034,-9 0 0,-8 5-355,-10 0 1,2 0 0,-7 0-333,-1 0 545,-2 0 1,4 2-1285,-1 3 0,1-4-764,-5 4 2378,6 3 0,-49-13 0,-6 3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014"/>
    </inkml:context>
    <inkml:brush xml:id="br0">
      <inkml:brushProperty name="height" value="0.053" units="cm"/>
      <inkml:brushProperty name="color" value="#FF0000"/>
    </inkml:brush>
  </inkml:definitions>
  <inkml:trace contextRef="#ctx0" brushRef="#br0">23090 6269 8424,'14'0'-29,"0"0"0,1 0 0,-1 0 69,0 0 31,7 0 0,-4-4 0,7-1 0,1 0 0,2 0 0,1 1 0,1-1 0,-1 0 0,2 1 0,3 0 0,4 3 413,-1 1-506,5-7 0,-6 6 0,4-4 1,-1 4-1,0 1 0,-1 0 1,-4-2 6,-3-3 52,4 4 1,-5-6-1,1 7 33,-5 0 1,-9-1 0,0-2 12,-5-2-54,-8 0-35,3 5 0,-7 0 54,-4 0 96,-3 0-83,0 6 0,-3 2 1,6 7 20,2-1 37,2 0 1,1 0 0,0 0-1,0 1 1,0-1 195,0 0-254,0 0 0,1 7 0,2 1 81,2 0-113,0 5 0,-5-10 1,0 7-1,0 0 1,1-1 19,4 1 0,-3 0 0,4-1 0,-6 1-3,0 1 1,0-4-1,0 0 1,0-3-91,0 1-36,0 0 0,0-4 0,0-1-80,0 0 1,0-5 0,0 1-223,0 1-230,0 2 1,0-4-1210,0 1 486,0-7 1335,-6 3 0,-46-44 0,17 14 0,0 1 0</inkml:trace>
  <inkml:trace contextRef="#ctx0" brushRef="#br0" timeOffset="1">23147 6312 8449,'0'-14'-252,"0"0"0,0-1 1,2 3-207,2 2 514,-2 4 0,4 9 0,-6 5 0,0 8 0,0 4 0,2 6 0,1 1 581,2 1-543,-1 0 0,-4 1 0,0-1 0,0 1 0,0-1-10,0 1-43,0-1 0,0 0 1,0 1 34,0-1-55,0 1 0,2-7 0,3-3 1,4-3-1,4-2 94,1 0-188,7-6 0,2 3 1,9-6 61,1-2 0,11-2 1,0-2-1,4-2-55,1-2 68,5-6 0,-10 5 1,3-5-20,-3 1 0,-3 5 1,-3-3-1,-4 2 12,-4 3 5,-15 1 30,11 2 34,-23 0 32,9 0 0,-13 5 84,-4 0 1,2 6 7,-6-2-55,5-2 1,-8 1-98,2-4 0,-2-2 0,-3 3 1,0-4 89,-4-1-237,3 0 1,-11 2-1,3 1-68,-3 2 1,1-1-1,-1-4 1,0 0-392,-3 0 380,-2 0 0,4 0 0,-2 0 55,-3 0 1,3 5-1,-4 0 1,6-2-40,4-1 126,-3-2 1,12 0-1,-4 0 407,3 0 0,2 0 375,-1 0-441,1 0 0,5 0 12,-1 0 1,6 0 0,-6 1 89,-1 4-309,-2-3 1,-1 10 0,0-2-33,0 2 0,-1 3 0,1-1 0,-2 0-230,-2 0 137,2 0 1,-10 1 0,6-1-96,-2 0 0,3 0 0,-3 0-424,1 1 196,2-1 114,5-6 0,8-2 1,6-6-114,8 0 219,11 0 1,3-5-1,6-1-308,1-2 1,-1 3 0,0-4 449,1-2 0,34-7 0,16-2 0,-22 5 0,0-1 0,0 1 0</inkml:trace>
  <inkml:trace contextRef="#ctx0" brushRef="#br0" timeOffset="2">23659 6867 8449,'22'-7'-280,"5"-1"1,-11-4 0,2 1 1347,-2 1 374,-8 7-512,-1-3-718,-7 6 0,-7 4 0,-1 3 413,0 1-524,-11 1 1,10 10 0,-12 0 0,2 0 0,-1 0-110,-2 0-99,4 0 1,-7 0 0,5 0-254,-2-2 1,3 0 0,-5 1-1,-1 1-378,-2-2 389,5-1 1,-5-3-1,1-2 14,-5-2 1,-5-1 0,-7 2-1,0-6-209,1-2 385,-1-2 1,0 0 0,2 0 245,3 0 0,5 0 1,9 0-1,5 0 894,4 0-749,7 0 0,5-5 6,12 0 1,8-1-1,17 3 1,4-3-54,3-2-185,8 5 1,1-5-1,7 4-169,0 0 0,3-1 1,-3 5-1,-5 0 169,-2 0 0,-5-13 0,4-2 0</inkml:trace>
  <inkml:trace contextRef="#ctx0" brushRef="#br0" timeOffset="3">24455 6739 9250,'0'-15'17,"0"7"0,0-4 1,2 4-1,1-2 1,3 3 284,2 0-190,1 2 1,12 5-1,3 0 1,4 0-1,7 0 1,6 0-1,6 0 89,4 0 0,1 0-165,5 0 0,0 0 0,0 0 1,-1 0 25,1 0 0,-5 0 0,-1 0 0,-2 0 59,-3 0-97,-8 0 1,-4 0 0,-5 0 59,-1 0 93,-6 0-15,-1 0-44,-13 0-423,-2-6 1,-7 5 0,-4-4-1405,-5 3 1442,4 2 0,-7 0 0,4 0-686,-4 0 954,-1 0 0,-13 13 1,-3 3-1</inkml:trace>
  <inkml:trace contextRef="#ctx0" brushRef="#br0" timeOffset="4">26190 6355 9244,'0'-14'-46,"-7"-1"1,-2 3 0,-4 2-1,-1 5 88,0 4 20,-7 1 1,1 1 0,-6 3 0,3 4 0,-3 3-1,-1 4 1,-3 3 170,-3 2 1,3 2 0,-3 7 0,3-1 136,2 1-379,6-1 0,-5 5 1,5 0 147,-1-1 1,-2 3-83,6-2 0,5 2 1,6-4-1,2 2 72,3-1-203,1-2 0,8 2 0,5-2 0,7-3 0,7-2-263,7-3 338,-2-2 0,12-5 0,-1-3 19,5-2 0,2-4 0,-6-6 1,2 0 511,4 0-453,-4 0 1,5-11-1,-5-5 76,4-4 0,-4-4 0,3-4 1,-2-2 309,-3-4-257,-5-2 0,-4-2 0,-10 0-149,-4-1 0,-3 2 0,-3 0 0,-4-1 95,-4 1-532,-10-4 1,-7 6 0,-9-2-23,-1 3 1,-2 6 0,-4 4 0,-1 7-579,1 6 649,-7-2 1,5 12 0,-3-4-322,3 3 1,0 9 0,-2 2 652,-1 4 0,-6 5 1,-5 3-1,-2 2 0,0 0 1</inkml:trace>
  <inkml:trace contextRef="#ctx0" brushRef="#br0" timeOffset="5">25905 6468 8535,'8'0'782,"0"0"-414,-3 0-238,3 0 0,6 2 1,0 3 28,0 4 0,0 4 0,2 3 0,2 1 492,1 2-713,6 6 1,-8-7-1,7 5 343,1 3-416,2-6 1,0 5 0,-2-6 0,-1-1 0,0-2-667,-2-2 552,5 0 0,-7-6 0,4-3-136,-5-4 1,1-1-1,1-1 1,-1-6-448,1-7 625,-2 0 1,-5-13 0,0 2 156,1-7 1,2 1-1,-1-7 1,-5 0 49,-3 1 66,3 3 1,-10 5 0,4 2 1137,-3 4-928,-2 2 1,-7 13-1,-2 4 1,-4 2 0,-3 5 882,-3 7-909,-3 5 1,-12 15-1,-4 4 404,-3 3-526,-2 5 0,2-1 1,1-2-1,2-1 1,1 0-73,0-2-317,-4 12 0,13-17 1,-2 9-487,4-4 205,9-6 0,-5 0 1,6-8-1,2-1 542,6-4 0,36-26 0,12-9 0</inkml:trace>
  <inkml:trace contextRef="#ctx0" brushRef="#br0" timeOffset="6">27085 6568 8452,'-8'0'-873,"0"0"873,4 0 0,-4 0 0,-6 0 0</inkml:trace>
  <inkml:trace contextRef="#ctx0" brushRef="#br0" timeOffset="7">27014 6554 8452,'-14'0'-99,"0"0"0,4 0 0,1 0 239,-2 0 8,4 0 0,3 0 0,10 0 0,8 0 0,10 0 0,7 0 1,7 0-1,5 0 103,4 0 1,-1 0-1,6 0 1,2 1-285,1 4 14,15-3 1,-2 4 0,12-6-23,-39 0 0,1 0 0,-1 0 0,0 0 0,0 0 0,0 0 0,38 0-380,-2 0 381,-1 0 0,-11 0 1,-4 0-12,-2 0 13,4 0 0,-12 0 0,-4 0 0,-12 0 1,-8 0-131,-4 0 83,-5 0 1,-3-5-205,-5 1 200,-1-1 0,1 5 0,-2-2 0,0-1-622,0-2 555,-5 1 1,5-1-535,-4 0 609,4 0 0,2 1 0,-2-3 0,0 1 0,-1-2 81,5 0 98,-6 5 1,5-10 0,-5 5-39,2 1 416,-5-6 0,8 10 1,-6-7 834,-2-1-634,-1 5 82,-2-7-203,0 12-700,-6-6 0,2 9 1,-5 3 245,-2 4-156,-2 4 0,-1 3 1,-2 3-1,-1 3 1,-2 1-50,1 1 64,3 0 0,0 4 0,3 1 70,2-1-67,-2 7 0,10-8 1,-3 4-1,5 1 1,7-2 17,7 0 35,6-8 1,12 3 0,4-6 46,7-1 1,9-9-1,0-4 1,4-4 122,0-1-108,1-6 1,0-3 0,0-10-25,0-5 1,-5-4 0,-1-4 0,-4-1 118,-6 1 71,-5-4 1,-15 6-1,-7-5-244,-7 0 0,-7 4 1,-8-6-1,-11 3-561,-13 2 347,-7 2 1,-10 3 0,-2 3-6,0 6 0,-4 8 1,5 5-1,-2 4-560,-1 1 594,8 0 1,-4 1-1,8 4-888,3 5 832,3 2 0,11 2 1,4 1-1,2-1 1,6 0 239,-1 0 0,7-6 0,-1 5-62,7-5 0,2 0 0,3-4 0,3-4 62,-1-4 399,0 2 0,-1-4 179,4 6 0,2 0 1,2 0 805,1 0-1086,-1 6 1,0 2 0,0 8-150,0 3 0,1-4 0,1 6 0,2 0 7,6 2-82,-3-2 0,6 1 0,-4-5-261,4 2 1,6 2-1,2-5 1,0-1-445,0-2 362,-2-2 0,-3-3 0,1-3-96,3-4 0,-1-2 1,-5-4-1,1-6-414,-1-7 730,0-4 1,-1-6 0,-5-1-24,-7 1 1,-1-5-1,-6 0 1,0 1 867,-4 2-633,-2 2 1,-4 7 0,-2 5 355,-6 5 0,-4 8 0,-5 0 0,-5 8 1113,-3 9-1336,-7 0 0,2 13 1,-6-2-32,-1 7 0,2-2 1,1 3-1,1-3-157,4-1-450,1-1 0,-4 0 0,1 1-267,2-1 0,2 5 1,4 1-1,1-3-1726,-1-1 2335,4-1 0,-24-1 0,-1 0 0</inkml:trace>
  <inkml:trace contextRef="#ctx0" brushRef="#br0" timeOffset="8">25976 7364 8513,'-14'-28'-291,"0"6"0,1 3 1,2 3-1,3 2 291,2-1-57,1 7 1,7 2 0,2 6 0,4 2 0,2 1 462,-1 2 0,-5 7 1,0 1-1,-2 6 824,-2 3-1156,0 2 0,-2 9 1,-1 2 210,-2 1 1,-4 7-166,4 4 1,-4 0 0,2-4 0,-1 0 31,-3-1-115,5 7 0,-5-5 0,5 2 1,-1-5-1,-1-4 23,1-3-46,3 6 0,-7-10 1,5 3-167,-2-3 1,3-8 0,-3-1 0,1-2-725,-1 0 553,5-7 0,-4 1-458,7-4 1,0-4 201,0-5 461,7-6 0,0-7 0,8 2 175,-1 2 0,-5-1 1,1-4 237,1 0 536,-5 0 0,2 4-245,-3 1 0,-5 5-185,0 0-352,-6 8 0,-10 4 0,-3 8 2,-5 3 1,2 3 0,-2 7 0,1-1 77,0 1-65,-3 5 1,5 3 0,-3 5 15,5 1 0,5 0 0,3-1 0,3 1-45,2 0-9,7-1 0,9-6 0,9-2 3,5-4 0,4-3 0,5-4 0,5-4 36,3-3-70,2-8 1,4-2 0,2-7 28,2-4 0,-4-3 0,4-8 0,-2-3 35,-3-4 22,-2-4 0,-3-3 1,-5-2-43,-7-1 0,-7-7 1,-10 4-1,-2-2-432,-5 0 228,-4 0 0,-7-4 1,-7-1-39,-9 0 1,-5 1 0,-12 1-1,-4 4-466,-1 9 453,3 12 0,-8 5 1,5 6-161,-4 2 1,2 8 0,-4 6 0,1 5-638,3 3 732,8 6 1,-1-3-1,7 7 281,5-1 0,5-1 0,9-3 0,4-6 0,22-2 0,10-2 0</inkml:trace>
  <inkml:trace contextRef="#ctx0" brushRef="#br0" timeOffset="9">25706 8359 8513,'0'-20'72,"6"4"0,-4-5 1,4 7 452,1 0 640,-6 0-860,6 6 1,-1 2 0,3 7 299,4 4-384,1 3 1,0 8 0,2 1-87,3 2-112,-3 6 0,12-7 1,-1 4-1,5-2 1,-1-1-351,-1 2-98,-1-6 0,-1 6 1,1-8 155,-1-4 1,1-3-1,-1-6 1,1 0-623,-1 0 546,0-6 0,-5-3 0,-5-10-103,-2-5 355,-8-3 1,-2-1-1,-6-2 1,-1-2-1,-4 0 251,-4 6 272,-4-3 0,-6 13 0,0-1-23,2 6-165,-5 5 0,6 7 0,-5 6 0,2 7 0,-1 9 1239,-2 9-1186,4-2 1,-9 10 0,5-6-32,0 3 0,-5 1 1,5 3-1,-1-2-556,-1-1-287,6-6 0,-2 4 0,7-6-257,4-2 1,3-2-1,7-14 836,4-2 0,30-32 0,14-19 0,5-3 0,1 1 0</inkml:trace>
  <inkml:trace contextRef="#ctx0" brushRef="#br0" timeOffset="10">28464 7165 8513,'0'-14'0,"7"-7"0,1-1 0</inkml:trace>
  <inkml:trace contextRef="#ctx0" brushRef="#br0" timeOffset="11">28592 7037 8513,'15'-14'158,"-1"0"0,0 1 0,-1 5 399,-4 8-514,-3 6 1,-12 15 0,-3 3-1,-2 3 1,-1 1 0,3 0-1,-2 2 463,-2 4-378,-1-4 0,5 6 1,1-3 173,1 5 0,-2 5 0,4 2 0,2 4 678,1 2-753,2 1 1,0 3-1,0 1-64,0 1 1,0-10 0,0 5 0,0-6-213,0-3-97,0-1 0,0-5 1,0-4-157,0-3 1,5-3-1,0-4-574,-2-4-772,5-9 115,-6-4 963,4-6 0,-1-2 0,-1-2 570,0-6 0,-16-9 0,-3-3 0</inkml:trace>
  <inkml:trace contextRef="#ctx0" brushRef="#br0" timeOffset="12">28336 8160 9266,'-14'14'26,"5"7"0,-1 3 1,-1 4-74,-1 5 153,4-3 0,-3 11 0,4-3 0,1 3 0,0 2 474,2 0-480,3-1 1,7-5 0,5-4 0,7-3 0,7-3 372,7-4-391,4 4 1,6-13 0,3 1-47,2-9 1,-1-4 0,8-2 0,1-2-164,0-3 91,5-9 0,-11-3 0,3-5 10,-4 1 1,-6-7 0,-5 2 0,-9 1 91,-7-2-82,-5-6 1,-9 3 0,-2-5 61,-3 0-240,-9 5 0,-7-11 0,-11 3 0,-7-3 0,-6 0-994,-3 3 936,-8 4 0,4 12 1,-8 3-312,0 3 295,-9 8 1,8 2-1,-2 6 1,2 1 267,3 4 0,-4 28 0,4 13 0</inkml:trace>
  <inkml:trace contextRef="#ctx0" brushRef="#br0" timeOffset="13">28237 8274 8338,'20'-6'-240,"3"-2"0,5 0 0,0 3 0,1 4 1032,-1 1 0,-1 6 0,-2 3-425,-1 4 1,-2 6 0,3 1 0,-2 1-237,-3 0-35,-1-3 1,2-2 0,1 2-228,0 1 1,-2 0 0,-5-5 0,-1-2-248,0-2 181,0 3 0,0-7 0,1 3-1147,-1-4 1046,0-3 0,0-2 0,1-2 0,-1-3 0,2-4-846,3-4 1046,-4-7 0,6 2 0,-8-5 98,-4-3 76,4-1 0,-12 4 0,4 1 1,-3 1-1,-2 4 341,0 1 1879,0 2-971,0 6-1068,-7 2 1,-2 12 0,-9 3 0,-1 4 0,0 3 819,-1 3-1278,4-3 1,-9 6 0,4-5 202,-1 2-277,5 6 1,-10-4 0,5 2 0,-2-2 0,0-2 274,-1 0 0,-16-6 0,-8-1 0,-5-1 0,1 0 0</inkml:trace>
  <inkml:trace contextRef="#ctx0" brushRef="#br0" timeOffset="14">26389 8501 8381,'-15'-6'295,"1"-2"431,0-6-589,6 0 1,3 6 0,10 3-1,6 4 1,6 1 0,7 0 0,5 0 1077,4 0-1120,3 0 0,11 0 1,2 0-1,2 0 0,3 0 348,1 0-536,8 0 1,2 4 0,8 1 92,2-2 1,3-1-1,-37-2 1,0 0-1,40 0 66,-40 0 0,0 0-105,0 0 1,1 0-1,2 0 1,-1 0-1,1-1 1,1 0 257,0-1 0,0-1-164,32 2 1,-7-5 0,-17 4 0,-4-1 0,-9-2 230,-8 2-551,-7 1 1,-11 2-1,0 0-454,0 0 239,1 0-663,-7 0 490,-2 0 166,-6 0 1,-2 0 0,-2 0 0,-6-1 486,-3-4 0,-26-22 0,-7-11 0</inkml:trace>
  <inkml:trace contextRef="#ctx0" brushRef="#br0" timeOffset="15">29218 8615 8405,'0'-14'173,"-6"6"0,6 3 0,0 8 102,7 2-126,6 6 1,8-3 0,2 6 0,6 1-1,4 0 1,5 3 0,5 1 138,4-2 1,0 4-1,7-1 1,1 1 137,-1-1-308,-7-1 0,7 0 1,-5 2 126,2 1 0,-7-5-149,-1 2 1,-2-3-1,-8-3 1,-2-2 60,-1-2-290,-7 1 1,-3-3 0,-7 0-737,-4-1 531,-3-4-93,-6 4 233,0-6 0,-4-2 0,-3-1 0,0-1 0,-5 0-1174,0 3 1372,-9-6 0,-32-7 0,-15-8 0</inkml:trace>
  <inkml:trace contextRef="#ctx0" brushRef="#br0" timeOffset="16">30739 9354 8397,'-20'-6'-118,"4"-2"1,2 7 0,7 2-1</inkml:trace>
  <inkml:trace contextRef="#ctx0" brushRef="#br0" timeOffset="17">30739 9141 8397,'-8'-6'-478,"-3"3"1,5-5 2089,-2 1-1462,5 3 1,-2 4 0,10 0 0,6 0-1,6 0 631,7 0-712,3 0 0,8 1 0,4 2 1,5 2-1,7-2-236,4-1 191,-1-2 1,14 0-1,-5 0 1,0 0 0,-1-2-77,-7-2-46,-4 2 1,-12-4 0,-6 6 77,-9 0-63,-7-7 0,-10 6 176,-7-4-22,-7 4 1,-2 1 26,-1 0-55,7 0 0,-9 0 0,4 1 326,0 4-296,-5 3 0,12 6 0,-4 0 599,3 0-543,2 7 1,-4-4-1,-1 7 1,2 1 0,1 2 441,2 2-489,0 5 0,0-2 0,0 4 17,0-1-44,0 4 1,0-9-1,2 5 1,1-3 0,2-2 135,-2-3-347,-2-8 1,-1 3 0,0-5-800,0 2-473,0-6-500,0-1 1294,0-4 0,-1-1-313,-4-7 86,-3 0 861,-12-13 0,-22-46 0,16 21 0,0-1 0</inkml:trace>
  <inkml:trace contextRef="#ctx0" brushRef="#br0" timeOffset="18">30810 9241 8397,'0'-15'376,"0"6"264,0 0-478,0 5 0,0 0 1,0 8-1,0 7 1,0 5 594,0 3-337,0 6 1,5-7-1,0 5-179,-2 3 1,-1-4 0,-2 2 0,1 1 326,4 2-686,-4-5 0,6 3 1,-7-4-273,0 1 270,6-5 0,-4 8 0,4-6 1,-1-1-1,1-2-536,2-2 478,1 0 1,6-5 0,-1-1-74,0-1-25,7-3 1,1 1 0,6 0 0,2-2 0,3-3-496,5-5 690,3 4 0,4-7 1,0 5-247,3-2 407,-1 0 0,-6 4 1,-3-3-1,-5 0 0,-4 1 206,-6 1 70,-2 2 413,-7 0-382,-6 0 1,-3 0-1,-10 0 721,-4 0-1000,-4 0 0,-3 0 1,-3 0-260,-4 0 0,-6 0 0,-4 0 0,-3 2-470,-1 2 429,-4-2 0,5 4 0,-5-4-351,3 2 1,-3-2 0,4 4 0,1-1-626,3 0 998,3 6 0,8-10 0,3 4 199,3-3 1,7-1 190,-1 4 524,7-3 1,3 4-206,9-6 1,-1 0 92,2 0-462,-7 0 0,3 2 176,-6 2 0,0 0 0,-1 5 1,-4 2 499,-5 2-703,-2 1 0,-2 5 0,-1 1 22,1 3 1,0-5-1,-2 6 1,-1 0 366,-2-2-513,0 5 0,5-10 0,1 5-146,4-1 1,-4-2-1,5-5-622,0 0-937,-5-6 1091,12 5 1,-5-10 0,7 5-610,4-2 879,-4-1 1,12-5 0,-2 0-97,7 0 1,-1 0 0,5 0-1,0 0 421,0 0 0,34-25 0,11-7 0</inkml:trace>
  <inkml:trace contextRef="#ctx0" brushRef="#br0" timeOffset="19">31450 9966 8397,'35'-22'0,"-5"1"0,5 8 0,-9 2 1118,-2 2 27,-10 6-736,-7-4 1,-7 14 0,-2 2 705,-3 4-893,4-5 0,-12 4 0,4-2 42,-4 2-189,-1 3 1,-2 4 0,-1 0-1,-4-2 1,-1-1-735,-3-2 335,-2 0 1,-2 0 0,3 1-188,2-1 0,-5-5 0,3-1 0,-6 0-965,0 0 1139,2-5 1,0 4-1,-3-7 71,-5 0 0,-3 0 1,-1 0-1,-3 0-263,-2 0 507,3 0 1,-5 0 0,6 0 313,0 0 0,7 0 1,4 0-1,7 0 448,6 0-199,3 0 0,10 0 0,8 0-163,10 0 0,17-2 0,15-1 1,10-2-87,6 2-288,8-5 0,-5 6 0,5-2-268,-2 2 1,-3 1 0,1-3 0,-9 0-2299,-5 0 2562,-2 3 0,-6-5 0,1-2 0</inkml:trace>
  <inkml:trace contextRef="#ctx0" brushRef="#br0" timeOffset="20">27085 6028 8533,'14'-7'-11,"1"6"0,-1-4 0,0 2 1,0 0-1,1-2 0,-1 2-30,0 1 54,0 2 0,5-4 0,0-1 0,0 2 0,2 1 0,1 1 0,1-3-108,1 0 95,6-7 1,6 7 0,7-5 0,0-1 0,-1 1-26,1 0 0,0-1 1,1-3-1,2 2-24,1 2 30,-6 6 0,-1-8 0,-7 6-11,-1 2 0,2 1 0,-1 1 0,-1-3 11,-2 0-3,5-1 1,-4 5 0,6 0 4,-3 0 0,1-2 1,-3-1-1,1-2-33,-1 2 72,4 2 0,-6 1 0,5 0-7,-1 0 0,-2 0 0,6 0 0,1 0 12,3 0-24,-6 0 0,5 0 0,-3 0 64,3 0 0,5 0 0,-2 0 1,-5 0 45,-2 0-99,2 0 1,-7 0 0,4 0 23,-1 0 1,0 0 0,-4 0 0,3 0 243,-3 0-246,5 6 1,-6-4 0,4 2-8,-4-2 0,-2 3 1,1-1-1,-3 1 2,-2 1-35,3-4 1,-10 11-1,5-4 37,-1 4 1,-2-1-1,-5 0 1,0-3 44,1 2-91,5 2 0,-4 1 0,3 0-8,-3 0 1,-2-1 0,0 0-1,0-1-59,1 4 85,-1 1 1,0-2-1,0-1 9,0 0 1,2 2 0,2 1 0,-1 4 113,-4 1-124,1 2 1,-6-1 0,6 1 13,0 1 1,-4 2 0,-1 2 0,2-1 36,2 0-22,-5 1 0,4-1 0,-4-1 34,0-3-66,5 3 0,-10-5 1,5 6-1,0-1 1,-2-2 143,0-1-121,-1-7 1,-3 9 0,1-6 99,2 2-102,-1-4 0,-2 9 1,1-5-1,2 1 0,-2 1-10,-1 1 14,-2 2 1,0 2 0,0-3 74,0-2-68,0 3 0,0-5 0,0 7 0,0-3 1,0 0 98,0-3-79,0 1 0,-5 5 0,0-3 29,2-2-15,-5 3 1,6-7 0,-2 6 0,2-3 0,2 3 227,0 1-329,0-5 0,0 3 0,-1-5 64,-4 3 0,3-1 0,-3 3 0,4-3 67,1-1-149,0-2 0,0 0 0,0-1 57,0 0 0,0-2 0,0-2 0,0 0-76,0 0 38,0 1 1,0-6 0,0 0-56,0 3 1,0-5-1,0 3-75,0 1 57,0-5-100,0 1 271,0-7 0,0-2 0,0-3-190,0-4-35,-6-10 1,4 3 0,-4-4-553,-1-1 692,6 5 1,-12-6 0,5 5 0,-1-2 0,-1 0-214,-1-2 227,5 5 1,-7-4 0,4 6-324,-4-1 585,-1 1 1,4 0 0,1 1 0,-2 2 745,-2 2-665,-1 6 1,0-4 137,0 7-397,6 0 1,0 2 0,5 3 0,-2 4 0,2 4 381,1 1-397,8 0 1,7 0 0,8 1-75,1-1 1,8-1 0,8-2 0,3-3-390,1-2 118,1-1 0,0-5 1,-1 0-114,1 0 1,-2-2 0,-3-3-1,-6-4 395,-7-4 0,-30-20 0,-12-5 0</inkml:trace>
  <inkml:trace contextRef="#ctx0" brushRef="#br0" timeOffset="21">25166 7279 8381,'8'0'1684,"-2"0"-1466,-6 6-215,-6 8 0,-2 4 0,-6 5 1,-1 4-1,1 5 0,0 6 1,0 3 294,0 1-283,-7 1 0,5 5 0,-3 0 0,3 1 0,2 0-35,0-3 1,-2 0 0,-1 0 0,-1 1 107,6-1-99,-2-2 1,7-1-1,-4 0 51,2-1 1,6 1 0,-2 0 0,3-2 55,2-3-69,7 3 1,-4-11 0,6 4-21,2 1 3,2-5 1,3 5 0,1-7 0,2 1 0,-2-1 58,-1 1-200,-8 5 1,5-4 0,-4 4-496,4-4 583,1-2 1,0-1 0,1-2 0,0-1-1,3-1 69,1 0-34,6-3 0,-5-6 1,6 1 500,-3-1-451,7 6 0,0-4 1,4 3-1,-3-5 0,1-1 146,1 1-190,7-3 1,-10 5 0,4-7-310,1 3 303,-5 0 0,6 4 0,-2 0 1,2 1-1,2-1-48,0 1 58,0 1 1,4-4 0,1 0 95,0 0-67,-7 1 1,5-3-1,-5-1 1,4-1 0,-1-1 152,1-1-109,10 5 0,-10-10 1,14 5 27,4-2-182,5 5 1,2-8-1,-3 5 1,-4 0-1,-1-2-254,0 1 233,0 4 0,0-8 0,-1 5 8,1-2 55,6 5 1,2-8 0,5 5 0,-4-1 0,-4-4-4,-4-2 30,-1-1 1,1 0 0,1 0 355,-2 0-310,-3 0 1,-18 0-1,-3 0 1,-1 0 0,-2 0 44,-2 0-71,4 0 1,-17 0-1,4 0 22,-3 0-34,5 0 1,-5 0 0,3 0 0,-4 0-28,0 0-93,-8 0 0,4-6-178,-6-3 189,0 2 0,-5-5 1,-2 2-1,-2-3 0,-6-2-644,-2-4 582,-9 3 0,4-5 0,-6 7-114,3 0 312,1 0 0,6 4 1,2 2 326,2 2-32,6 1 0,-2 7 0,11 3 608,8 4-616,1 4 0,10 3 0,-5 1 1,1 2-1,0 0 115,-4 1-316,-1 2 1,-8 2-1,-4-2-162,-2-1-59,-2 4 1,-13-4 0,-7 4 0,-12-3 109,-10-1 0,-5-11 0,-6-1 0,-7-2 0,0 0 0</inkml:trace>
  <inkml:trace contextRef="#ctx0" brushRef="#br0" timeOffset="22">30000 5274 8188,'8'2'310,"-2"1"0,-1 3 0,0 2 0,-1 2 1615,3-2-1789,-6 4 1,6 1-1,-7 7 1,0 3-1,0 0 1,0 1-1,0 0-117,0 1 1,-5 2 0,0 0 0,2-2-415,1-1 274,-4-7 1,4 3-1,-2-5-450,2-1 1,1-1-87,-4-4 478,3-3 1,-4-9-1,6-5-80,0-6 127,6-3 1,-4-4 0,3-3 0,-2-2 0,0-3-531,2 1 474,-1-7 0,-2 3 0,1-4-68,2 1 410,0 2 1,-1 5-1,3 1 1,0 2-1,5 1 814,0-1-795,2 4 1,1 1 0,0 5 503,4 1-493,3 6 1,1 2-1,-3 6 1,-1 0 0,0 0 354,-2 0-454,-1 6 1,-6 2 0,-2 6 56,-2 1-75,-1-1 1,-5 5 0,0 0 0,-2-2 0,-3 0 227,-4 2-356,-4-3 0,-6 6 1,-3-4-549,-5 1 498,2 0 1,-10-5 0,5 0-1,0 0 1,0 0-180,3 1-2300,8-7 2590,-1 4 0,69-35 0,16-3 0</inkml:trace>
  <inkml:trace contextRef="#ctx0" brushRef="#br0" timeOffset="23">30569 5232 8447,'7'-15'-126,"0"1"0,-1 0 126,4 0 0,-4 6 0,7 2 649,-4 6 1,-1 6-81,1 3 0,-4 6 0,3 2 0,-2 3 1202,-2 3-1609,-3 0 0,-1 6 0,0-1 8,0 1 0,0-6 1,0-1-1,0 1 334,0-1-384,0-5 1,-5 4 0,1-7-357,0 0-227,3-6 115,1-2 0,5-18 0,1-7 281,2-7 30,1-2 1,4-7 0,-2-1-349,-1-1 317,-1-4 0,0 7 0,-1-4 1,-1 5-1,-4 4 17,-2 5-163,-1 4 10,0 6-333,0 6 0,0 5 0,0 12 0,-1 10 0,-2 8-1062,-2 6 1599,0 3 0,-11 14 0,-6 6 0,-1 5 0,-1 0 0</inkml:trace>
  <inkml:trace contextRef="#ctx0" brushRef="#br0" timeOffset="24">25990 9937 7733,'0'-14'62,"0"5"1085,0-1-893,0 7 1,0-2-1,0 10 1,0 4-1,-1 6 1,-2 2 496,-2 2-714,0 6 0,1-7 0,-1 4 0,2 0 0,1-2 51,2 1 1,0-2 0,0-5 0,0 0-35,0 1-156,0-1 1120,0 0-1072,0-6-53,0-8 0,0-8 0,0-8-321,0-3 375,0-3 0,2-11 1,1-2-1,3-1 1,2-4-80,3-1 25,2 5 0,1-4 0,2 7 142,3 2 0,-2 2 0,5 7 0,-1 8 204,-4 8-103,5 4 1,-6 2 0,3 2 328,-3 2-429,-2 4 1,-1 11 0,-4 2 0,-3-1 0,-1 2 248,0 1-275,0-6 0,-10 8 0,-3-4-30,-5 1-74,-4-5 0,-8 8 1,-2-6-1,-5-1 0,-3-2-994,-4-2 368,-2 0 1,0 0 0,5-1-11,7-4 1,7-1 729,8-3 0,75-29 0,-20 12 0,-1-1 0</inkml:trace>
  <inkml:trace contextRef="#ctx0" brushRef="#br0" timeOffset="25">26573 10037 8328,'7'-14'-186,"-6"-1"0,10 1 0,-4 0 1,-1 0 709,0-1 1,-1 8 1,-3-4 0,1 4 434,2-1-1078,-1 5 1,-4-2 0,2 10-229,3 5 368,-4 2 1,7 1 0,-5-2 94,2-2 0,4 1-49,-4 4 0,0 0 0,-5 1 0,0 0 193,0 4-217,0-3 1,-2 5-1,-2-7 1,-6 0-1,-3 2 119,-1 3-134,-6-3 0,2 4 1,-4-6-44,2 1 17,1-1 1,0 0-1,0 0 21,1 0 194,9-6 1,11-1 0,13-7 63,12 0-196,8 0 0,8-2 0,-1-1 0,1-3 1,0-1 267,-1 1-329,-5-5 0,-3 8 0,-7-5-489,-3 2 141,-4-5-794,-12 9 1,-9-4 1116,-13 6 0,-51 19 0,23-8 0,0 1 0</inkml:trace>
  <inkml:trace contextRef="#ctx0" brushRef="#br0" timeOffset="26">25990 10065 8328,'0'-8'363,"0"-4"308,0 2-383,0 4 0,0 1 1,0 10-1,0 4 0,0 4 1,0 1-1,0 0 974,0 1-1152,0-1 0,0 0 1,0 2-1,0 1 1,0 2 57,0-1 0,0-1 0,0 0 0,0 2 212,0-1-523,-6-3 0,5 0 0,-4-1-91,3 0 0,1 0 1,-2 1-1635,-2-1 1032,0-6 1,5 0-1525,0-4 2360,0-2 0,19-34 0,5-15 0</inkml:trace>
  <inkml:trace contextRef="#ctx0" brushRef="#br0" timeOffset="27">9228 12866 9914,'0'-8'726,"0"0"1,0 3 0,1-3 99,4 1-738,-3-6 1,6 3 0,-4-7 0,6-3 0,4-3 0,5-3 0,5-6 501,2-6-672,3-3 1,4 3 0,0 0 0,-1 0 0,-2 2-166,-2 3 0,-2 4 1,-6 7 108,-6 8 79,-9 6-20,1 8 0,-12 2 1,-3 2-1,-4 6-154,-1 2 228,0 3 1,1-1 0,2 0-55,1 0 1,7 1 0,-2-1 0,4 0-307,1 0 333,0 0 0,0 1-1,0-1 1,6 0-1,4-1 1,2-2-180,3-2 147,-8 1 0,6-1 0,-5 1-24,0 1 0,3-3 1,-6 1-1,-2 2-20,-2 2 65,-1-5 0,-1 4 0,-4-4 0,-4 0 1,-4 3 0,-1-4 0,0-1-54,-1 0 163,1-1 1,0-5 0,0 0 129,-1 0 1,6 0 0,-1 0 372,-1 0-86,5 0-275,0 0-230,-1 0 1,6-2-1,-2-1-139,6-2 156,5 1 0,6 4 1,0-2 79,0-3-100,1 4 0,4-7 0,1 5 1,1-4-1,1 0-48,0-5 75,2 6 1,4-8 0,1 1-38,-1-4 0,5-8 0,2 1 0,0-3-291,-1-1 190,0-7 0,-6 5 0,-1-5 85,-3 0 0,-6 10 0,-8-2 1,-5 5-107,-4 5 116,-7 1 1,-4 2-1,-7 0 272,-2-1-150,0 7 0,0 2 1,0 6-1,2 0 0,1 0 110,2 0-132,0 6 0,4 4 0,1 7 89,-2 2 1,4 5 0,1-4 0,1 3 367,1 2-215,-1 2 0,5 1 1,0 1 501,0-1-702,0 0 0,0 1 1,0 1-1,0 0 1,0 0 526,0-3-663,0-8 0,0 6 0,0-6-22,0-2 1,0-1-181,0-2-711,0-6 759,0-1 1,0-9 536,0-3-415,0-3 1,1-1-1,3-1-41,0-1 0,3-1 0,-4-3-32,2 1 122,6 0 1,-8 5-1,5-1-45,-2-1 0,5 5 0,-3-1 1,1 3-128,1-1 119,-7 0 1,10 5 162,-4 0 1,4 0 0,-1 2 0,-1 2 276,-1 6-186,-7 3 0,5 1 0,-5 0-186,2 0 1,0 5 0,-5 0-1,1-1-854,4-3 545,-3 0 0,5-1 112,-2 0 1,3-5 0,6-1-1,1-1-334,-1-4 433,0-8 0,5-3 0,0-8 111,-2-3 1,4-1-1,-2-5 1,-2 1 216,-1-1-2,-8 4 1,3 1 0,-6 5 360,-2 1 0,-2 0-165,-1 0-568,0 6 0,0 3 0,-1 10 215,-4 4 0,-1 4 0,-5 3 1,3 1 210,1 2-238,3 0 1,4-5 0,0 0-62,0 1 0,0-1 0,1 0 1,4-1-435,4-4 345,4 4 0,1-12 0,2 4 32,3-3 1,-2-2-1,6-2 1,-3-1-404,-2-2 439,-3-6 1,0 2 0,-1-9 257,0-1 0,-5-1 0,-1 3 1,-1-4 231,-4-1-440,-8-2 0,2 2 0,-8 2-2,-5-1 0,0 7 1,-6-2-1,0 7 98,0 2-213,5 2 0,-9 5 0,7 2 3,2 3 1,-4 0 0,4 7 0,3 4-109,3 0 154,8 0 1,-5 2 0,5 1-70,-2-1 0,2-2 0,7-4 0,7-1-33,7-1 95,-2-7 1,10 3 0,-3-6-41,-1 0 1,5 0 0,-4-1 0,4-4-168,2-5 306,-1-2 1,-4-2 0,-2-1 99,-2 1 0,-1 2 0,-6 0 1,-2 5 175,-2 0-151,-5-4-33,2 10 0,-6-4 1,0 10 187,0 4-58,0 4 1,0 1-1,0 0-148,0 0 0,1 1 0,4-1-445,5 0 238,-4 0 0,7-4-46,-4-1 1,4-1 0,1 2 0,0-6-649,0-2 585,1-2 0,-6 0 0,1 0 100,1 0 0,1-2 1,1-2-1,0-6 33,1-3 123,-9-1 1,13 0-1,-8-2-70,3-3 1,1 2-1,0-7 1,-1-1-36,-4-2 42,4-1 0,-10-6 1,5 1-52,-2 2 121,-1 1 0,-5 1 0,0 2 0,0 4 0,0 4 819,0 3 69,0 8-440,-6 2-566,4 6 1,-6 1 0,5 4 220,-2 5-40,0 9 0,1-4 0,-1 6 42,2-1 1,1 1-1,2 4 1,0-1 356,0 1-343,0 2 1,0-3-1,0-1-135,0 3 0,0-4 0,0 1 0,2 1 187,3-2-420,-4 5 1,12-11 0,-4 3 98,4-3 1,1-7 0,2-1 0,1-2-544,2-2 436,7-3 0,-9-1 1,5-1-11,-1-4 1,-1-8 0,-3-6 0,4 0-92,1-1 246,-4-2 1,2-5 0,-6 1 80,0 3 1,-1-1-1,-3-3 1,-6 4-25,-2 4 170,-2 3 1,0 2-57,0-1 1,-6 7 0,-4 5-1,-3 6-126,-1 7-21,0 3 0,0 1 1,1 2 92,4 3-28,-4-4 1,12 11 0,-4-7 0,3-2 0,2 0-34,0 2-21,0-3 0,0 5 1,2-9-19,3-2-83,2 2 1,8-10 0,-1 4 0,2-1 0,1 0-444,2-2 446,6-2 1,-4-7 0,4-3-5,-1-4 1,-2-1-1,3-2 1,-3-1-40,-1-2 175,4 0 1,-8 3 0,6-1 127,-3-2 1,-1 4-1,-5 8 1,1-1 251,-1 0 14,0 5 0,-5-4-19,1 7-169,-7 0 0,3 7 1,-6 2-1,0 4 383,0 1-545,0 0 1,-1-1-1,-2-2 173,-2-2-399,-6 1 1,3 4 0,-6-1-1,0-2 1,-1-2-1046,1 2 859,0-4 1,0 5-162,-1-2 1,6-4 0,1 0-451,2 1 847,1-6 1,8 5-29,7-6 271,-1 0 1,16-6 0,-3-3-1,4-4 1,4-1 327,0 0-373,0-7 1,3-1-1,0-6-101,-1-1 28,4 1 1,-11-1 0,2 1-1,-5-1 1,-4 1-68,-2 0 76,-9-1 0,0 2 0,-7 4 451,0 4-400,-7 9 0,0 4 1,-8 6-1,-1 1 273,-2 4-261,8 3 1,-9 11 0,10 1 529,-4 3-394,5 0 0,-3 6 1,6-1-1,2 1 1,2-3 1201,1-2-1226,0 3 0,0-6 0,0 2 282,0-4-451,0 3 0,1-8 0,4 2 0,4-6 0,4-2-365,1 0 56,0-5 0,1 3 0,0-6-611,4 0 543,-3-6 1,9-2 0,-4-6 0,0-2 0,-1-2-1560,-3-1 1454,6-6 0,-8 3 1,4-6-1187,-3-1 1279,-2 1 1,-6-1 369,-3 1 0,-35 9 0,-14 3 0,-4-2 0,1 0 0</inkml:trace>
  <inkml:trace contextRef="#ctx0" brushRef="#br0" timeOffset="28">11659 12411 8305,'-8'14'-334,"2"-4"566,6-1 32,0-6 1,1 8 0,4-6 474,5-2-567,2-1 1,9-2 0,4 0 0,5-2 0,3-1 110,-1-2-710,-2-6 1,-3 5 0,-4-5 147,-4 1 279,-3 1 0,-52-18 0,-13-3 0</inkml:trace>
  <inkml:trace contextRef="#ctx0" brushRef="#br0" timeOffset="29">10735 12425 8358,'-10'8'2618,"1"-3"-2532,6-4 0,-2-1 0,10 0 0,6 0 998,6 0-1233,5 0 0,11 0 1,1 0-1,-1-1 1,0-2-3155,0-2 2055,0 0 1248,-11 5 0,5-19 0,-5-4 0</inkml:trace>
  <inkml:trace contextRef="#ctx0" brushRef="#br0" timeOffset="30">12370 12653 8607,'0'8'578,"1"3"669,4-7-1148,-3 1 1,6-7 0,-4-2-1,6-6 1,3-2 0,2-3-1,4 0 263,5-4-328,3-3 1,1-7 0,1 1 0,-1-1 0,1-1-62,-1-3 0,-1 3 0,-3-3 0,-5 1-307,-4-1 351,-7 9 1,-1-7 0,-7 12-97,0 1 0,-7 3 0,-2 2 0,-4 4-244,-1 4 303,0 3 1,-1 4 0,1 1-19,0 2 44,0 6 1,0 1-1,1 7 1,2 0-1,3 2 531,2 3-499,-5-4 1,9 7-1,-3-5 569,4 0-486,1 5 1,0-5-1,0 7 1,0-3-1,0 0 925,0-3-836,0 1 1,0 9-1,0 0 226,0-1-325,0-2 1,0-2 0,0 1 0,0-1 0,0 1 423,0-1-560,0 1 1,0-1-1,0 1 303,0-1-395,0-6 1,0-1 0,0-7 0,-2 0-119,-3 0 79,4 0 7,-6-6 414,7-1 0,0-9 0,0-3 883,0-4-1031,0-4 0,0-3 0,0-1-444,0-2 114,0-6 0,0 3 0,0-7 1,0-1-1,0-3-1040,0-5 993,7-3 1,-4-2 0,6 1-406,3-1 540,0 1 0,7 5 1,2 4-1,1 3 0,1 5-445,0 6 652,3 0 1,-8 17-1,4-1 140,-2 6-167,-1 5 0,-6 6 1,-3 2-1,-6 2 1,-2 0 391,-2 0-351,0 4 0,0-6 0,-3 3-12,-7-3-53,1-2 1,-12 0-1,5 0 1,-1 0-1,-2-1-880,2-3 605,-5 2 0,4-9 0,-4 5-306,2-1 541,1-3 0,4-4 0,1 0 1,0 0 159,0 0-285,6 0 1,1-1-370,7-4 596,0 3 1,7-4 0,2 6-1,4 0 1,1 0 869,0 0-817,7-6 1,-4 4-1,5-4-420,-1 0 124,4 4 0,-3-11 0,7 4 0,-1-4 0,1-1-428,-1 0 447,7 0 1,-4-7 0,7-3-173,2-3 288,-5-1 1,2 4 0,-7 2 0,-4 2 0,-4 2 139,-5 3 63,-1 7 129,-8-5-365,-2 11 0,-6-2 1,0 8 255,0 6-177,0-4 0,0 2 46,0-3-7,-6-4 1,4 7 0,-4-5 372,0 2-337,-2 0 1,-6 0 0,-1 1 67,1 2-163,0-5 0,0 8 1,0-5-1,-1 2 0,1 3 93,0 2-125,0 1 1,1-4 0,2 1-67,1 5 68,1-2 0,0 5 0,1-8 1,1-2-1,4 2-322,2 2 264,1 1 0,1-6 0,4-3 6,4-4-26,4-1 0,1 0 1,2 0-1,1-1 1,2-4-96,-1-4 188,-2-4 0,-2 0 1,0 2-72,0 2 93,0-7 1,-4 0 0,-1-3-1,1 3 703,-2 2-585,-2 0 1,-6 5-155,0-1-59,0 7 0,0-2 45,0 10 49,0 3 1,0 11 0,0 0 230,0-2-199,0-1 1,2-2 0,1 0 0,3 1 0,2-3 3,3-2-120,2 2 1,1-10 0,0 3 207,0-4-298,1-1 0,0-1 0,3-3 0,2-3 0,1-5-227,-1-3 281,-1-9 0,0 7 0,0-9-226,-1-4 248,-3 2 1,0-7-1,-3 7 1,-2-2 0,-6-2 310,-2-1-184,-2 0 0,0 6 0,-2 3 929,-2 5-795,2 10 0,-10-2 1,2 8-1,-3 6-176,-1 9 116,6 3 0,-3 11 1,7 0 399,0 5-361,-4-1 0,7 7 1,-4-6-1,4 2 0,1-1 751,0-2-851,0-2 0,4 1 1,3-2-70,1-4 53,1 4 0,5-13 1,2 2-1,1-6 1,4-4-578,1-3 45,2-1 1,4-8-1,1-4-245,-1-3 514,-6-1 1,3-6 0,-4-4-1,0-3 1,1-1-513,0-1 673,-5-6 0,4 4 1,-7-7-57,0-2 66,-6 6 1,-2-7 0,-6 4 0,0 3 0,-1 5 510,-4 9-300,-3 10 0,-8 4 301,-3 6-375,4 6 1,-4 8 0,8 10 0,1 4 0,1 4 921,1 1-748,-5 7 0,11-10 1,-2 5 492,2-1-607,-4-4 0,4 5 0,-3-7 1,4-1-1,1-1 435,0-3-822,0-5 0,5 2 356,-1-6-765,7 1 0,-9-9 659,3-6-63,3 0 0,-7-13 1,4 4-93,-3-4-2,4-7 0,-5 4 0,4-3 0,-2 2 0,1-1-47,0-1 174,7 7 0,-8-1-74,7 3 186,-7 4 1,10 0 0,-5 7-1,1 4 732,1 5-591,-7 2 0,8 2 0,-6 2 507,-2 3-697,5-3 0,-5 6 1,5-5-1,0 2 137,-1-1-693,-3-2 0,8-8-634,-2-4 797,2-2 0,3-4 0,0-2 0,3-6 0,1-4-1355,-2-5 1122,-1 3 0,-2-11 582,0 4 0,-6-36 0,-1-9 0</inkml:trace>
  <inkml:trace contextRef="#ctx0" brushRef="#br0" timeOffset="31">13308 12425 8561,'-6'8'2623,"4"-2"0,2-6-1732,10 0-684,9 0 0,4-1 0,12-4 0,6-4 0,5-4-778,0-1 293,-2 0 0,-8 1 0,-2 2-1295,-4 1 1,-8 1 1572,-3-5 0,-41-1 0,-12 1 0</inkml:trace>
  <inkml:trace contextRef="#ctx0" brushRef="#br0" timeOffset="32">9469 13079 12171,'-7'0'1883,"-1"0"1393,3 0-2570,3 0 0,-6 0-322,4 0 1,4 0 0,0 0 277,8 0-572,4 0 1,2 0-1,2 0 51,3 0 0,-1 0 0,5 0 1,4 0 169,5 0-283,4 0 1,2 0-1,0 0 6,1 0-75,2 0 1,5 5-1,-1 0 1,-4-2-1,-2-2 52,-3-1-165,5 0 0,-6 0 1,3 0 98,-5 0 0,2 0 1,-2 0-1,-1 0-37,-2 0 86,-2 7 0,1-6 0,-1 4-57,1-3 0,-1-2 0,0 0 0,1 0 56,-1 0 21,1 0 1,-1 0 0,1 0-22,-1 0 1,1 0-1,-1 0 1,2 0-93,3 0 49,-3 0 0,10 0 0,-7 0-17,-2 0 1,4 0 0,0 0 0,1 0 55,4 0 15,1 0 1,-3 0-1,-2 0 3,-1 0 0,3 0 1,-3 0-1,-1 0-29,1 0 59,-2 0 0,0 0 1,2 0-28,1 0 0,-4 0 0,1 0 0,-3 0-151,-1 0 116,-1 0 0,1 0 1,-1 0-75,0 0 0,6 0 0,-1-2 1,0-1 57,2-2 27,-5 0 0,9 5 0,-6 0-12,-1 0 0,3 0 0,-2 0 0,-1 0 110,-2 0-99,-2 0 1,0 0 0,1 0 6,-1 0 1,1 0 0,-1 0 0,1 0-25,-1 0 15,0 0 1,2 0 0,2 0 2,1 0 0,5 0 1,-3 0-1,1 0-87,4 0 165,1 0 0,0 0 0,-2 0-34,-1 0 0,-1 0 1,1 0-1,-4-1 147,1-4-109,-5 3 0,11-4 1,-5 6 12,1 0 1,-1 0-1,-4 0 1,1 0 49,-2 0-89,0 0 0,-8-1 0,-1-3 76,-1 0 0,-2-1 0,-5 5-567,0 0-1752,-6 0 1054,-2 0 1,-7 0-322,-4 0 362,4 0 0,-12 1 1,3 3 993,-2 0 0,-47-5 1,-10-7-1</inkml:trace>
  <inkml:trace contextRef="#ctx0" brushRef="#br0" timeOffset="33">14517 12411 8226,'0'-8'760,"-2"0"1,-1 3 1137,-2-4-1367,1 3 125,4-1-914,0 7 176,0 0 1,6 0-1,3 0 55,4 0-33,-5 0 0,5 0 0,-4 0 148,4 0-152,-5 0 0,3-1 0,-5-2 0,2-2-439,3 2 347,-5 1 0,7 2-293,-4 0 282,-2 0 31,-1 0 0,-4 0 288,2 0-169,-2 0 86,4 0 0,0 0-47,4 0-4,3 0 1,-4 0 143,1 0 1,-1-2 60,5-2 356,0 2 584,-6-4-162,5 6-694,-11 0 0,4-2-265,-6-2 0,0 0 158,0-5 69,6 6-275,-4-4-41,4 7 0,-6-1-583,0-4 404,0 4-71,0-6 135,-6 7 0,3 0 0,-7 0-108,-1 0 259,-2 0 1,4 0 0,1 2 20,2 3 0,-5-4 29,1 4 72,4-4 0,-2-1-580,3 0 126,4 0 227,-6 0-182,1 0 235,4 0 68,-4 0-1,6 0 1,0 2 35,0 3 396,0-4-329,0 6 264,0-7-293,0 0-308,0-7-219,0 6-331,0-6-87,0 7-62,0-6 813,0 5 544,0-6-279,0 7 0,2 0 0,2 2 0,6 1 757,3 2-709,-6-1 1,6 1-1,-3 1-55,2 2 1,-2-4-1,-2 2 1,0-1 333,-1-1-436,-3 7 1,2-7 0,-6 5-28,0 2 0,-2 2 0,-2 1 0,-6 0-1565,-3 0 891,-7 7 1,3-4 0,-7 7 660,-1 1 0,-28 27 0,23-22 0,0 0 0</inkml:trace>
  <inkml:trace contextRef="#ctx0" brushRef="#br0" timeOffset="34">16607 11530 18946,'0'-10'1082,"0"1"-1471,0 5 450,0-2 1,-2 6-1,-3 0 1,-4 0-1,-4 0 296,-1 0 0,0 0 0,0 0 0,-1 0 371,1 0-452,0 0 1,0 0-198,0 0 0,-1 2 0,1 1 564,0 2-390,0-1 0,4-2 499,1 3-409,6-4 0,-5 6 0,5-6 71,-2 4-71,0-4 1,5 12-893,0-3 479,0 2 1,-5 2 0,1 1 0,0 0 0,3 3-728,1 1 472,0 0 1,0 0 0,0 1-545,0 2 591,0 2 0,0-2 0,0-1 0,0-2 0,0 1-987,0 2 886,0-4 0,0 7 0,0-6 404,0-2-110,0 5 1,0-4 0,0 4 0,0-2 0,0-1-175,0 2 364,0-5 1,-2 10-1,-1-3 32,-2-1-107,1 5 1,4-10 0,0 7-1,0 1 1,0 2-211,0 1 103,0 1 1,-5-3-1,0 0 47,2-3 0,1 1 1,2 5-1,0-1-57,0 0 88,0 1 0,0-5 0,0-1-141,0 3 144,0-6 1,0 2 0,0-4 0,0 2 0,0 1 240,0-1-156,0-1 1,0 0-1,0 2 10,0 1-116,0-5 0,0 8 1,0-4-1,0-1 1,0 3-101,0-1 107,0-5 1,0 5 0,0-4-95,0 1 0,-4 4 0,-1-2 1,2-1 260,1 1-108,2-2 0,0-3 1,0 1-6,0 2 26,0 0 1,0-5 0,0 0 0,0 0 0,0 1 213,0-1-321,7 6 0,-6-4 0,4 3-247,-4-3 268,-1-2 1,0 0-1,0 1 1,0-1-1,0 0-72,0 0 92,0 1 1,0 3 0,0 1 38,0-1 0,2-2 0,1-2 0,2 2-159,-2 3 92,-1-4 1,2 6-1,1-7 0,-2 0 102,-1 1 0,-1-1 1,3 0-1,0 0-210,-1 0 105,-1 1 1,3-6-720,0 1 659,6-7 0,-8 8 1,6-6-1,4-2 680,4-2-440,-1-7 0,5 3 0,-6-5 1,3 0-1,1 0 583,-2-3-907,-1 5 0,3-5 0,0 4-471,-2-1-740,-1 5 1797,-2-9 1,-6 4 0,-2-6-1</inkml:trace>
  <inkml:trace contextRef="#ctx0" brushRef="#br0" timeOffset="35">17119 11729 8504,'0'-8'1245,"0"0"1,0 3 819,0-4-1181,0 2 200,0 1-964,0 19 0,0-4 1,0 10-1,0-3 333,0-2-570,0 0 1,-2 2-1,-1 1 1,-2 2 0,2-1-818,1-3 636,2 0 0,0-6-1011,0 1 1148,0-1 1,0 1 103,0-1-108,-6-6 0,4 2 6,-2-10 143,-4-3 1,6-7-1,-4-3 1,1-1-1,-1 2 54,-2 1 311,5 2 0,-3 4 0,6 1 0,-2-1 118,-3 3-1095,4-6 523,-6 11 350,7-4 1,0 12 0,0 4 0,0 2 78,0 3-325,0-1 1,2 0 0,1 0-240,2 0 1,0 1 0,-5-1 0,0 0-754,0 0 474,0-6 1,1 5-644,4-4 0,-4 4-821,4 1 1983,-3-6 0,17-14 0,4-10 0</inkml:trace>
  <inkml:trace contextRef="#ctx0" brushRef="#br0" timeOffset="36">17204 11515 8491,'-14'-6'88,"-1"4"0,1-5 1,0 3-1,0 0 1,0 0-1,-1 3 844,1 1-795,0 0 0,0 0 1,0 1-1,-1 4 1,1 6-1,0 5 518,0 3-585,-1 6 0,1-3 0,0 7 0,0 1 0,0 3 19,-1 5 1,3 3-1,-1 2 1,2 1 130,0 3-191,-5-3 1,15 4 0,-4-9 0,3-1 0,2 0 78,0-1-126,0-9 1,7-3 0,2-6-33,4-1 62,7 4 1,-2-11-1,5 1 1,1-4-1,0-5 214,-1-1-207,7-2 0,0-2 0,2-2 25,-7-6 0,5-2 1,-3-4-1,2-2 137,2-1-26,-6-6 0,1 3 1,-7-6 27,-2-1 0,4 1 1,-4-1-1,-3-1 90,-3-3-131,-8 3 0,8-16 0,-6 4-95,-2-3 0,-7-4 0,-7 0 1,-5-1-456,-3-4 208,-6 12 1,-2-4-1,-6 14-200,1 5 1,0 2-1,1 9 1,-2 5-1010,1 3 1014,2 10 1,6 6 0,2 8-2018,2 3 2412,7-4 0,19 31 0,10 0 0</inkml:trace>
  <inkml:trace contextRef="#ctx0" brushRef="#br0" timeOffset="37">18029 11515 12321,'6'-8'1675,"-5"2"0,6 12-1617,-7 4 127,0 3 1,0 7-1,0 4 1,0 4-1,-2 5 1,-1 5-1,-3 3 224,-2 2 0,3 0 1,-3 1-1,0 2 30,0 1-487,5-6 0,-9-1 0,4-6 0,0 1 0,1-2-547,1-6 261,5 2 0,-6-18-2139,7 3 1212,0-9 690,0 1 0,7-19-404,2-6-212,4 0 1,1-7 1193,0 2 1,-1-17 0,1-8 0,1-5 0,0 0-1</inkml:trace>
  <inkml:trace contextRef="#ctx0" brushRef="#br0" timeOffset="38">18242 11572 11353,'0'-8'1494,"0"-4"-1344,0 10 84,0-4 1,0 7 0,0 4 0,0 6 1653,0 6-1571,0 6 0,-5 5 1,0 0-89,2 1 0,-3 6 1,1 1-1,0 2 462,-1 0-667,4 0 0,-4 3 1,6-2-116,0-1 54,0-6 1,0 1 0,0-8-1,0-3 1,0-1 4,0-4-1322,0-1-376,0-8 344,0-2 1,0-17-1370,0-3 1965,-6-3 1,4 1 775,-2-3 1,-4-29 0,0-12 0</inkml:trace>
  <inkml:trace contextRef="#ctx0" brushRef="#br0" timeOffset="39">17972 11814 11353,'-8'-6'-636,"-5"4"2040,12-4-708,-12 6-277,11 0 0,-2 0 0,8 0 1119,6 0-1326,9 0 0,3-5 0,6 0 171,1 2-434,6 1 1,-5-2 0,3-1 0,-3 2 0,-2 1-32,1 2-108,-7 0 1,3 0 0,-4 0-725,1 0 0,-10 0 1,2 0-2060,-1 0 2086,-7 0 913,1 0 1,-58 19 0,-12 5-1</inkml:trace>
  <inkml:trace contextRef="#ctx0" brushRef="#br0" timeOffset="40">17972 11913 11353,'-8'8'1382,"1"-1"-446,1-7-769,5 6 1,-4-5 0,10 4-1,4-3 1,5-2 1416,5 0-1264,10 0 0,4 0 0,6-2-70,1-3 0,4 2 1,-8-5-1,1 2 523,-4 3-826,-3-5 1,-8 6 0,-3-2-4700,-3 2 814,-8 2 4005,-8 6 0,-59 9 0,-18 7 0</inkml:trace>
  <inkml:trace contextRef="#ctx0" brushRef="#br0" timeOffset="41">18768 11828 8509,'-6'-8'306,"-2"2"1,-2 4-1,1-1 1,-2-2 1321,-2 2-1494,5 2 0,-5 1 0,4 0 0,-4 1 0,-1 4 0,1 4 1,2 4 461,2 1-490,6 0 0,-8 5 0,4 0 0,1-1 0,0-1-361,3 2 137,1-3 0,4 4 0,2-5-151,6-1 1,4-5 0,3-1-1,4-1-464,1-4 713,2-2 1,-1-2 0,0-2-39,-3-2 63,-1-6 1,0 1-1,-2-7 1,-2-2 0,-4 0 653,0-2-484,-5 6 0,0-11 0,-6 7-81,0 2 1,-6-3 0,-3 1-1,-4 1-242,-1 2 151,-7 9 0,5-5 1,-3 8-109,4 1 1,-4 1 0,0 4-234,1 2 215,9 4 1,3 2 0,6-1-497,0 2 557,0 2 0,3-4 0,5-1 0,7-1 1,4-4-291,2-2 258,4-1 0,-3 0 0,7 0-556,-1 0 538,1-6 0,-1-2 1,0-8-1,1-3 1,-1-4-270,1-4 300,-7-2 0,3-4 1,-7 0 137,-6 1 0,-4 4 1,-8 3-1,0 1 612,0-1-504,-6 11 0,-1-5 0,-4 11 724,2 0-737,-1 1 1,-4 7-1,0 2 1,0 3-1,0 4 347,-1 4-365,7 7 1,-3-2 0,5 5 184,-2 3-215,5 1 0,-3 1 0,6 0 1,-2 2-1,-1 2 357,-2 1-289,0 0 0,5-3 0,2 4 143,3 4-117,-4 3 1,6-4-1,-6 0 1,2-1 0,2 0 489,-2 4-664,-1-5 0,-2 1 0,0-4 371,0 1-449,0 0 1,0-6-1,0-3 1,0-6-1,0-2-148,0-2 176,0 1 1,-6-7 124,-4-4 10,4-2 0,-7-2 0,4 0 0,-2-2 0,0-2 189,1-6-294,1-2 1,-1-7 0,2-2-439,2-1 283,1-2 1,5-9 0,2 0-1,1 0 1,3 0-770,2-1 678,2 1 1,5 6 0,3 2-392,1 1 1,6 1 0,-1-4 0,3 3-1420,1 5 1656,7 3 1,-4 2 395,7 0 0,13 12 0,7 4 0</inkml:trace>
  <inkml:trace contextRef="#ctx0" brushRef="#br0" timeOffset="42">19692 11956 11625,'-14'0'1241,"4"0"1,2-2 294,2-2-1440,1-4 0,5-2 1,2 1-1,3-2 1,4-2-1,4-3 1,3-1 297,3-2 1,-2-6-240,7 1 1,-7-3 0,4-1 0,-3-1-171,1 1 0,5-2 1,-5-2-1,-2-1-134,-1 2-109,-2 1 0,-4 3 0,-2 1-219,-2 3 1,-3 5-183,-7-1 489,-4 10 0,-7 3 0,0 6-225,-4 0 355,3 0 1,-9 6 0,4 3-1,1 4 1,-1 3-31,4 3 240,1-3 1,2 6-1,-1-3 483,1 4-455,6-2 0,-3 4 0,7-4 1,0-1-1,3 2 650,1 0-451,0 2 0,1 0 0,3-2 79,0-2-424,7 6 1,-4-6-1,4 4 1,-3-4-1,-2-1 124,-3 0-146,5 0 0,-6 0 1,2 0 83,-2-1-403,-2-3 1,0 0 0,0-1-270,0 0 691,0-6 0,-2-2 700,-2-6-679,2 0 1,-4-1-1,6-4 1,0-4-790,0-4 303,0-1 0,0-1 0,1 0-604,4-4 813,-3 3 0,10-5 0,-4 7 0,2 0 0,-1 0-328,2-1 594,2 1 0,-4 5 0,1 1-301,1 2 239,1 1 0,3 0 1,-1 0-1,0 2 1,-1 3 509,-4 5-480,4 3 0,-7 6 1,5 0-132,-1 0-34,-7 7 1,8-5 0,-6 3 0,-2-2 0,0 1-671,2 0 500,-4 1 1,6-4-790,-7-1 71,6 0 1,-3-1-304,7-4 1045,-7-2 1,9-9 832,-2-3-446,-4-3 0,7-6 1,-5 0-1,1 0 0,1-1 993,1 1-653,-5 6 0,5-4 1,-5 4 400,2 0 0,-3-3-177,5 6-421,-7-6 1,5 9-233,-4-2 0,-1 2 0,7 2-423,1 0 135,-5 0 1,7 5 0,-4 0-148,4-2 0,-3-2 1,-1-1-1,2 2-419,2 3 513,1-4 1,0 6 274,0-7 0,-4-2 0,-2-3 207,-2-4-52,-1 2 0,-5-5-143,0 2 0,0-2 0,0-3-88,0 1 37,0 0 0,-2 6 1,-1 2 64,-2 0-288,1 4 1,-3-4-450,-2 6 132,2 0 1,1 1-337,6 4 826,-6 3 0,4 6 0,-2 0 0,2 0-237,2 1 154,0-1 0,0-5-57,0 1 0,5-1 0,1 4-79,2-4 349,-5-2 1,8-6-1,-5 3-3,2 0 1,-3 1 0,3-7 0,-2-2 411,-3-6-508,5-2 1,-6-3-1,3 1-13,-4 0 1,-1-5 0,0 0 0,0 0-389,0-1 401,-6 4 1,3-10-1,-7 8-75,-1 0 0,-1 9 1,-4 2-1,-2 3 4,-1-1 41,1 0 0,3 7 1,1 2 26,0 6 0,0 4 0,1 4 0,2 2-61,1 2 145,7-4 0,-3 7 0,6-5-47,0 2 0,0-4 0,0 1 0,2-3 27,2-2-46,4 0 0,6-5 0,1-1-122,-1-1 1,2-1-1,1-3 1,2 2-484,-2-2 489,5-1 0,-6-7 1,3-1 14,-3-2 1,-2-2 0,-1-4 0,-2 0 238,-2 0-222,-5-1 0,2 0 1,-6-3 50,0-1 0,0-4 0,0 2 0,-2 0 461,-2 1-235,-4 1 0,-7 5 0,1 0-3,0-1 0,-5 7 1,0 4-1,2 2 69,1 2-159,2 0 1,0 0-1,1 2-129,3 2 0,-1 4 0,7 7-48,0-1 14,3 0 0,2-1 1,4-2-41,5-2 0,9-6 0,3 2 0,1-3-390,1-2 412,0 0 0,4 0 0,1 0-136,-1 0 0,1-5 0,-1-1 0,-1-2-105,-3-3 455,2-2 1,-10 4 0,2-1 594,-7-1 0,0 3 137,-7-1-401,1 5 0,-5 0-99,0 8 1,0 4 0,0 7 0,0 0 1005,0 4-1077,0 3 0,0 7 0,0-1 15,0 1 0,0-1 1,0 2-1,0 2-58,0 1-115,0 0 1,0-4 0,0-1-101,0 0 0,0 1 0,0-2 0,0-4-3,0-4-232,0 3 0,0-11-323,0 4 450,0-11 248,0 3 1,-1-23-306,-4-3 0,3-9 0,-4 4 0,1-3-342,0-1 274,1-7 0,-1 3 0,0-7-220,2-5 1,2 1 0,1-4 0,0 2-329,0 3 596,0 5 1,6 1 0,3 6 8,4 2 0,3 7 0,1 13 1,2 2 214,-2 3-38,6 1 0,-8 4 0,4 2 75,-3 6 1,-2 4 0,-1 3 0,-4 2 85,-4-1-107,-3 4 1,-2-6-1,0 4 122,0 1 0,-5-5 0,-1 2 1,-2-2 138,-3-2-400,-2 1 0,-1-1 0,0 0 29,-1 0 1,3-4-1,1-2-44,1-2-172,1-1 257,1-5 0,3-2-513,10-3 374,3-2 1,8-9 0,3-2-93,4-1 0,-1-4 0,2 2 1,0 1-503,-2-1 660,5-4 0,-5 8 0,6-6 27,1 3 1,-1 6 0,1 6 0,-1 1 325,0 4 74,1 2 1,-2 1 0,-2 1-25,-1 4 1,-7 8 0,0 6-1,-5 0 739,-8 1-749,-2-4 0,-2 4 1,0-4-89,0 3 0,-11-3 1,-3 3-1,-4-5-92,-2-4-363,-2 2 0,-7-10 0,1 4-1083,-1 0 1,7-4 1294,3 3 0,10-35 0,2-10 0</inkml:trace>
  <inkml:trace contextRef="#ctx0" brushRef="#br0" timeOffset="43">17104 11757 8191,'-8'-8'1743,"2"2"1,1 4-1338,1-3-434,-1 4 1,5-4 0,0 10 0,0 4 0,0 4-1,0 1 1,0 0 0,0 1 0,0-1 165,0 0 0,2 5 1,1 0-1,1-2 71,0-1-144,-3-8 0,-1 9 1,0-2 155,0 0 812,0-5-520,0-4 1,0-7-369,0-4-199,0-3 0,0-11 0,0-1-115,0-3 164,0 0 1,-5-6 0,1 2 0,-1 2 0,0 3-17,0 2-137,1 1 1,4 9-335,0 1 0,0 7 189,0 2 365,0 13 0,0 2 1,0 6-66,0 0-159,0 1 0,0 1 0,0-1 1,0-1-1,0-4-934,0-1 268,0 5 0,0-6 0,0 4 828,0-3 0,-26-2 0,-5 1 0</inkml:trace>
  <inkml:trace contextRef="#ctx0" brushRef="#br0" timeOffset="44">17033 13051 15583,'0'-8'-1332,"0"1"434,0 1 527,0 5 53,7-6 185,-6 7 0,6-1-58,-7-4-73,0 3-1267,0-4 599,0 6 454,0 0 0,6 25 0,2 7 0</inkml:trace>
  <inkml:trace contextRef="#ctx0" brushRef="#br0" timeOffset="45">22024 11672 8160,'0'-8'394,"-2"0"1,-3 5 783,-4-2-992,3 0 1,-2 5 0,5-1 0,-1-2-2,6-2 1,9 0-1,11 5 1,3 0 89,5 0-171,8 0 1,5 0 0,8-2-10,-1-2 0,4 2 0,-7-3 1,-1 2-57,-2-2 35,-7 4 1,-7-5 0,-10 4-12,-4-3 127,-5 4-261,-11-12 0,-2 10 1,-2-5-108,-6 2 1,-2-5 0,-3 1 0,1-2-106,0-3 77,-7 1 0,6 5 0,-4 1-106,3 1 310,8-4 0,0 10-468,3-4 696,4 3 1,-4 4 43,10 3 0,1 3 0,5 6 0,-1 0 206,1 0-272,-5 7 1,2-5 0,-5 3 105,2-4-388,-1 0 0,-4 0 0,-1 3 0,-4 1 0,-4-2-1514,-4-1 881,-1-2 0,-5 0 711,0 1 0,-38-20 0,-5-5 0</inkml:trace>
  <inkml:trace contextRef="#ctx0" brushRef="#br0" timeOffset="46">23204 11572 18645,'8'-6'90,"4"3"0,-2-7 0,2-1 1,4-3-1,3-5 0,5-5-174,3-3 57,1-1 1,1-7 0,-1-4 0,-1-5 0,-2-5 0,-4-2 0,-4-1-861,-4 1 726,-9 9 0,1 9 1,-10 9-1,-4 6 1,-4 7 49,-1 7 1,-2 8 0,-1 7-1,-4 7-212,-1 6 126,-1 2 1,1-2 0,1 0 52,0 1 0,6 2 0,-3 1 0,6 1-285,2-1 289,7 1 0,-3-1 0,6 0 186,0 1 1,0-2 0,1-2 0,2-3 334,2-1-363,6 4 1,-8-4-1,5 2-34,-1-4 1,-3-3 0,-2-2 0,1 0 36,2 1-163,0-1 0,-5-5-33,0 1-46,0-7 545,0 3 0,-5-7 228,0-4-593,0-3 1,5-6 0,0 0-1,0-1 1,2 0-180,3-4 146,3 3 1,1-5 0,0 7 305,3 0-382,0 0 0,2 4 0,1 2 0,-1 2 68,0 3 206,0 1 1,0 4 0,1 1 328,-1 2-319,-6 12 0,3-7 0,-6 10 0,-2 1 0,-2 1 130,-1 0-288,0 5 1,0-12-1,0 6-486,0 0 121,0-6 1,0 6 0,0-7 0,2-1-1117,3-4 1091,-4-2 1,12-9 427,-4-3 34,4-3 0,1-11 0,0-1 0,1-1 0,-3-1 459,-2 0-152,2 5 1,-5-4 145,2 7 307,-2 0 0,-3 4-628,1 1-126,0 6 1,-5 3 121,0 9-286,0 4 1,0 1-1,0 0 1,0 0 0,0 1-298,0-1 321,6-6 0,2 4 0,6-4-485,0 0 548,1-2 0,0-1 0,3 0 0,1-2 0,-2-3 238,-1-5-204,-2-3 0,0-6 0,-1 0 475,-4 0-412,4-7 1,-11-1-1,2-6 1,-2-1 0,-4 1 218,-2-1-449,-4 7 1,-6 0 0,-1 5-213,1-2 223,-6 6 1,4 7 0,-3 6 0,3 1 0,2 4-618,0 5 604,-1 2 0,3 7 0,1 2-180,1 1 192,7 2 1,-3-1 0,6-1-1,1 1 1,3-3-424,0 1 451,14-2 1,-7-7-1,12-2-212,3-6 263,1 4 0,3-6 0,1 1 0,2-4 0,-3-6 237,-4-1-161,0-1 1,-8-5 0,4-1 894,-2 1-394,-7 6 1,-2-4 378,-6 2-520,0 4 1,-5 1 643,0 10-774,0 9 0,0 2 0,0 4 0,0 1 1,-2 3 677,-3 2-817,4 3 0,-6-1 1,7 1 76,0-1-164,-6 1 0,5-3 1,-4 0-1,3-4 1,2-2-401,0-2-315,0-9 0,-1 2 56,-4-6 982,3 0 1,-4-8 0,6-5 0,0-8-778,0-5 294,0-2 1,0-12 0,2-3 74,2-3 0,-1-6 1,5-2-1,0 0-236,0 0 122,2 8 1,9-2 0,0 8-45,-2 5 76,5 10 1,-5 4 0,7 8 0,0 3 0,0 5 73,-1 3 108,-5 15 0,1-7 1,-8 11 63,-2-2-39,-6 6 0,8-10 0,-6 4 0,-2-1 0,-1 0 675,-2-2-669,-7-1 0,0-2 1,-8 1 221,1-1-266,0-6 1,-2 3 0,-1-6 0,-4-2 0,1-2-187,-1-1 121,2 0 1,5 0 0,0 0 39,0 0 108,6 0 1,-3-1 110,6-4-544,0-3 1,13-1-1,5-1-37,4-1 246,8-2 0,-3-1 0,7 0 0,-1 0 0,1-2-167,-1-3 320,7 3 1,-5-4 0,3 7 105,-3 4-50,-1-4 0,-3 11 0,0-2 1,-4 2-1,-2 2 740,-2 0-498,-3 0 0,-2 6 543,-3 4-665,-4 2 1,-6 3 0,0-1 0,0 0 0,-2-1 112,-2-4-352,2 4 1,-11-5 0,2 4-270,-6-2-123,1 2 0,-9-10 1,6 3-1,0-4 0,0-1-2280,0 0 2708,0 0 0,-1-38 0,-3-9 0</inkml:trace>
  <inkml:trace contextRef="#ctx0" brushRef="#br0" timeOffset="47">25237 11387 15249,'-8'-6'224,"-3"3"0,5-5 310,-2 2-206,5 1 1,-4 6-1,7 4 1,0 5 1593,0 2-1817,0 3 0,0-1 0,0 0 0,0 0 0,0 0 56,0 1-435,0-1 1,0-5-1,0 1-720,0 1 741,0 2 730,0-6-711,0 0 0,2-9 0,1-3 0,2-4-667,-2-4 678,5-1 0,-2-5 1,5 0-61,-1 2 242,-1 1 0,5 2 0,1 0 0,-1-1 0,0 3-155,0 2 156,0 4 1,-4 6-1,-1 0-36,2 0 186,2 0 0,-3 5 1,-3 3-1,0 3 1,-4 4-28,-1 1-365,-2 0 1,0 0 0,0 1 0,0 2-1400,0-1 995,0-3-196,0 0 973,0-8 1,0 3-1,0-10 244,0-6-242,6-5 1,2-5-1,4-2 1,-1-1 0,-1 2 606,1 1-455,2 2 1,1 1 0,-2 2 128,-2 2-406,3 6 1,-5-4 0,6 7 220,0 0-192,0 7 0,-1 1 0,-2 6 0,-3 0 0,0-1-438,0-4 303,-5 4 0,8-5 1,-5 4-620,2-2 612,1 2 0,1-10 0,-1 3 0,2-4 0,2-1-122,1 0 204,1 0 0,-1-1 1,0-4-1,0-4 0,0-4 276,1-1 54,-1 6 1,-5-5 0,-1 4 98,-1-4 247,4 5 0,-10-5 507,4 4-880,-3 3-49,-2-7-683,0 11 126,0-4 1,-2 8 0,-3 2 0,-4 4-81,-4 0 410,-1 5 1,0-5-1,-1 6 346,1 0-237,0 7 0,1-5 0,2 3 0,2-4 0,-1 0-68,2-1-23,-4 0 0,9 0-347,-7 0 1,9 1 27,1-1 259,6-6 0,10-4 1,1-8 6,2-6 1,5-2 0,-5-4 0,0-2-18,1-1 116,-4 1 0,5 2 0,-9-2 315,-2-1 0,1 0 0,-7 5 554,0 0-443,3 6-460,-5 2 0,4 7 0,-7 4-280,-4 5 333,3 2 1,-4 2-1,6 1-107,0-1 0,0 0 0,2 0-622,2 1 505,-2-8 0,12 4 0,-1-6-75,4-2 1,2-1 0,-5-2 0,2 0-133,3 0 366,-3-6 1,5-2-1,-9-6 117,-2-1 1,2 1-1,-4 0 644,0 0-270,5-1 0,-12 6-450,4-1-217,-3 7 313,-2-3 1,0 17-148,0 3 1,0-1 0,0-4 0,1 2-264,4 2 170,3-5 1,6 3 0,2-6 0,1-2 0,4-1-239,1-2 351,-5 0 0,9 0 0,-7-2-26,-2-3 309,-1-3 1,-2-6 0,-1 0 0,-4 0 832,-4-1-272,-4 8-1337,-1-6 515,0 18 0,0-4 1,-1 15 320,-4 3-246,3-3 0,-4 12 1,6-1-1,0 5 0,0 1 395,0 2-467,0-5 0,0 4 1,0-5-65,0-1 1,-5-1 0,1-2 0,-1-3-230,-1-1 328,-2-8 1,-7-2 0,1-7-65,0 0 1,-2-3 0,-1-1 0,-2-1-517,2-4 350,1-3 1,3-8-1,4-3-122,4-5 1,3-2 0,2-3-1,3 1-696,7-1 523,6 1 0,12-1 0,2 3-411,3 2 881,-3 3 1,10 16 0,6 2-1,0 0 1,-1 0 0</inkml:trace>
  <inkml:trace contextRef="#ctx0" brushRef="#br0" timeOffset="48">27270 11359 8350,'0'-14'287,"-5"-1"0,1 1 0,-1 0 1,0 0-1,-1 1 0,-1 2 2612,1 2-2646,-5 6 0,3-4 0,-6 7 1,0 0-1,0 2 0,-1 4 95,1 8 1,0 1-238,0 3 0,-1 5 0,3-1 0,1 1 404,1 1-715,7-7 0,-3 9 1,6-7-1,0 0 1,0 0-410,0 0 119,6 0 0,2-7 0,8-2 123,3-6 0,-2-2 0,7-2 0,0 0-770,-2 0 1102,5 0 0,-12-6 1,4-4 40,-3-2 0,-2 2 0,-1 1 0,-2-2 827,-2-2-194,-5 5 926,2-5-1851,-6 5 381,0 1 0,0 2 225,0 10 0,0-2 0,2 6-554,2 2 146,-2 2 1,10 1-75,-2 0 0,3-4 0,1-2-35,0-2 138,7-1 1,-6-5-1,3-2 110,-7-3 1,1-2 0,-4-8-1,2 1 19,-1 0 85,-6 0 1,4-2 0,-7-2-228,0 0 0,-7-1 0,-2 4 0,-4 3-99,-1 2 146,-6-2 0,4 10 1,-3-3-247,3 4 1,2 1 0,0 1-802,-1 4 809,7 3 0,-3 1 0,7 1-131,1 1 0,1-3 0,4 0 0,2 0-429,6 0 753,2-5 0,7 3 0,2-4 6,1 2 0,0-2 0,3 3 0,-3-4 119,-1-1 455,4-6 0,-9 4 0,3-4 368,-3 0 1,-7 4 1009,1-3-1336,-1 4 0,1 2-192,-1 4 1,-6 3 0,2 8 0,-3 1 330,-2 2-606,6 0 1,-4-5 0,2 1 0,-2-1 0,-2 0 301,0 0-917,0 0 1,0-4 1130,0-1-549,0-6 1,0 2 0,0-11-1,0-7-719,0-4 589,0-8 1,0 7 0,0-5 35,0-3 0,0 1 0,0 0 1,2 1-2,2-1-56,4-2 0,5 5 1,-1 3-97,3 3 0,-4 7 0,8 1 0,-4 1-732,0 4 734,-1 2 1,0 2 0,0 4-212,1 4 1,-1 1-1,-2 3 1,-1 2-2187,-1 1 1950,-7 0 640,3-2 0,-6 7 0,0 1 0</inkml:trace>
  <inkml:trace contextRef="#ctx0" brushRef="#br0" timeOffset="49">27953 11345 8268,'0'-15'3229,"-2"6"-1827,-3 0-228,4 5-1000,-6-2 1,7 12-1,0 4 1,0 2 0,0 3 681,0-1-842,0 6 0,0-4 0,0 5-39,0-1-50,0-4 0,0 9 1,0-6-1,0-1 1,0-2-383,0-2-8,0 0 0,0-5 283,0 1 0,0-5-11,0 4 497,0-6 1,0-7-402,0-11 1,0-7 0,0 2-1,0-1-61,0 1 163,0-6 0,2 6 1,1-5 9,2 1 0,1 8 0,-3 0 0,2 5-124,-2 0 34,5-2 0,-5 6 0,7 2 60,1 3 1,-3 2 0,1 0 0,2 0 59,2 0-122,1 7 1,0-4-1,0 6-44,1 2 0,4-3 0,0 0 0,-2-2-609,-1-2 474,-8-3 0,9 4 166,-3 0 0,4-1 1,-4-4-275,0 0 763,-6-6 0,3 3-3,-6-7 1,0 6 0,-5-6 243,0-1-482,0-2 1,-2 4-98,-3 0 1,-3 5 0,-6 0-1,0 2 46,0 2-133,-1 0 1,1 6-70,0 4 0,0 2 0,1 3 0,2-1 68,2 0 21,5 0 1,-2 1 0,5-1 49,-4 0 0,3 0 1,-1 0-1,6 2 44,7 3-46,2-9 1,3 9 0,0-10-28,4 4 1,3-5 0,7-4 0,-2-2-29,-4-2 18,4 0 0,0-2 0,6-2-15,-1-6 1,-7-2 0,-3-4 0,0-2-41,1-1-8,-6-6 0,3 8 1,-7-7-47,-3-1 1,1-4 0,-7-2 0,0-4-626,-3-1 528,-1 4 0,0-3 0,0 7 161,0-1 1,0 7 62,0 3 136,-6 10 0,3 3 0,-5 7-80,1 4 0,-4 3 0,0 8 0,-5 1 307,-2 2-205,-1 6 0,9-7 0,1 5 72,-2 3 0,3-4 0,0 1 0,1 3 587,4 0-756,-5-3 0,7 2 1,-4-5 27,3 3 0,9-5 1,2 5-1,4-3-115,1-2 30,0-3 0,5-2 1,2-2-276,1-2 0,0-5 0,3 0 0,-1-2-579,1-2 536,2 0 1,2-6 0,-1-5 3,0-7 0,1 1 0,-1-5 0,-1 0-377,-3-1 708,3 6 0,-11-3 0,3 5-49,-4 1 0,0 5 0,-1 1 156,0 1-61,-6 3 0,3 5 37,-6 4 1,4-2 0,-4 7-6,-2 1-246,-1-5 0,-2 2-134,0-3 0,0-2 128,0 6 302,0-6 0,-2 4-216,-3-7 0,-3 0 0,-6 0 0,0 0-98,0 0 224,-7 0 1,5 0-1,-4 1 141,-1 4-189,6-3 1,-6 10 0,7-4 0,0 2-1,1-1 292,3 2-326,-2-4 1,10 5-1,-2-2 52,2 2-105,2-4 1,2 3 0,2-6-1,7 0 1,5-1-297,3 1 311,6 0 0,-7-7 0,4-2-7,-2-6 1,4-2 0,-5-3-1,-2 3 54,-1 2 159,-2-2 1,1 4 63,-1-7 1,-6 6 212,-4-1-676,-2 7 1,-2-1 315,0 8 0,0 4 0,0 6 247,0 1-338,0-1 0,2-5-106,2 1 1,4-2 0,7 1 0,-1-4-139,0-3 254,0-2 0,0 0 0,1 0-188,-1 0 1,0-7-1,2-2 1,1-4-236,2-1 311,0-7 0,-9 4 0,-3-7 37,0-1 1,2-7 0,-2-1 0,-1 2-99,0 1 299,-1 1 0,-5 2 1,0 4-47,0 4 253,0 9 1,-2 4-1,-1 7 1,-3 6-191,-2 7 99,5 7 0,-8 7 0,4 0 663,0 1-646,3 6 0,-2-5 0,6 3 0,0-3 0,0-2 116,0 1-313,0-1 0,6-1 0,4-3-201,3-5 0,2-5 1,4-5-1,5-2-482,3-1 495,1-5 0,1-1 1,-2-9-62,-4-4 0,4-6 1,-3-1-1,3-2-74,1-3 231,-6 4 1,-1-4 0,-9 6-87,-2 1 415,3 3 1,-13 2 351,0 3-745,-7 4 0,-7 6 0,0 2-171,0 2 252,-1 11 1,1-1-1,1 3 1,2-4-1,4 0-48,0-2 15,2 0 1,5 3 0,2-1-272,3-4 190,3-3 0,7-1 1,4 0-1,4-2 1,0-1-1462,1-2 1067,0-7 1,-1 4-1,-1-6-1707,-1-2 2224,-2-2 0,-28-26 0,-12-12 0,0-4 0,1 1 0</inkml:trace>
  <inkml:trace contextRef="#ctx0" brushRef="#br0" timeOffset="50">29232 11245 8230,'-14'8'238,"0"-2"781,-1-6-706,1 0 0,8 5-295,6 0 0,13 0 1,10-4-1,4 2 97,2 2-454,-1 0 0,-4-5 339,-1 0 0,20-6 0,9-2 0</inkml:trace>
  <inkml:trace contextRef="#ctx0" brushRef="#br0" timeOffset="51">30483 11302 12030,'-8'0'710,"0"2"0,5 2 0,-1 6 1,0 2-1,1 3 0,0-1-83,-2 0-782,1 0 1,4 1 0,0-1 0,0 0-1,0 0 1,0 0 0,1-1-1418,4-3 1122,3-4 0,6-1 0,0-1 0,2 0 0,1-4 192,2-5 0,0-3 1,-4-5-1,-1 2 547,0 2 10,0-1 0,-1 1 1,-2 1 265,-2 2 1,-4-4-322,5 5 36,-7 1 1,3 5 67,-6 4-235,0 3 1,5 1 0,1 1 0,2 1-1,3 1-39,2 3-184,1-7 1,5 3-1,1-7-422,3 0 466,0-3 1,6-1-1,-1 0 1,1-1-1,-1-3-356,0 0 378,-5-7 1,-3 3-1,-6-7 323,1 1-82,-1 6 1,-5-3 0,-1 5 546,-2-2-610,-1 5 1,-5-5 0,-1 5 71,-4-2-149,3 0 0,-4 4-96,6-4-456,0 3 1,11-9 0,3 5-212,2-2 599,0 5 0,3-8 0,0 5 0,0-2 0,0-2-154,0 2 361,0-4 0,-5 5 0,0-4-144,0 2 61,-6-1 0,3-4 0,-6 0 1,-2-2-1,-1-1-177,-2-2 239,0 0 0,0 9 1,0 1 40,0-2 1,-7 5-37,-2 1-206,3 3 0,-5 4 111,6 3 139,-6 9 1,8 3-1,-5 5 1,1 0 0,4 0 940,2 4-798,-6 1 1,6-4 0,-4-1 675,3-1-919,2 4 1,0-7-1,0 4 1,0-2-883,0-2 445,0-3-472,0 0 507,0-7 1,0-4-1155,0-8 1194,0-4 1,0-8 0,0-2-330,0 0 575,0-8 1,0 10 0,2-4 0,1 1-111,2 0 300,6 0 1,-5 5-1,5 1-200,-1 4 210,-1 2 1,10 3 0,2-1 0,1 2 0,3 1 729,2 2-773,1 0 1,-4-1-1,0-3 32,1 0-86,-4-1 1,-1 3-1,-6-1 1,1-2 396,-1 2-257,0-5 248,-6 7-468,-2-5 1,-6 7 0,0 4 0,-1 4 0,-2 4 713,-2 1-387,0 0 0,0 5 0,1 0 448,0-1-613,3 4 0,-1-6 0,-1 3 0,-2-4 0,2 0 300,2-1-638,1 0 1,0-5-511,0 1 567,6-7 1,-3 3-1,7-7 1,1-4-685,1-4 707,-4-4 0,5-1 0,-4 0-201,4-1 364,1 1 1,-1 0 0,-2 1 0,-2 4 0,1 2 230,-2 1-36,4 5 1,-4-4 303,6 10-231,1-4 0,-6 10 0,1-4 0,1 0 0,1 3 1287,3-2-1366,-1 4 0,0-5 1,2 4-291,3-2 1,-2-6-1,7 2 1,-1-3-655,0-2 521,3-7 1,-10 4-1,3-6-489,-3-2 0,-2-2 0,0-1 0,-1 0 721,-3-1 0,-61-37 0,15 22 0,1-1 0</inkml:trace>
  <inkml:trace contextRef="#ctx0" brushRef="#br0" timeOffset="52">25009 12212 8498,'0'-14'854,"-1"4"0,-2 1 0,-2-2 2365,2-2-2853,1 5 1,4 3-1,1 10 1,2 5-1,-2 2 184,-2 2 1,1 1-1,1-1 1,2 0-541,-2 0-330,-1-6 0,-2 5-446,0-4 179,0 4-301,0-5 271,0-2 1,6-18 0,3-6-370,4-2 1114,1-7 1,1 9-1,0-4 809,4 2-705,-3 1 1,6 5-1,-4 1 1,1 3-1,-2 6 559,-1 2-404,-2 2 1,-5 2 0,-1 2-93,-1 6 1,-3 4 0,-4 4-1,0 1 442,0-2-906,0 5 0,0-6 0,-1 3-1133,-4-3 1,2-2 0,-5 0-3256,2 0 3222,-5-6 1335,9-2 0,40-69 0,-10 24 0,-1-1 0</inkml:trace>
  <inkml:trace contextRef="#ctx0" brushRef="#br0" timeOffset="53">25479 11913 8277,'6'-14'804,"-4"-5"-296,2 0 826,-2 0-297,-2 5 1,0 8 637,0 6-1255,0 6 1,0 15 0,0 2 178,0 4 0,0 2 1,-2 1-1,-1 3 756,-2 5-1139,1-4 1,-3 6 0,-1-7-72,1-1 1,-6 4 0,3 0 0,-2 2 342,-2 0-422,-1-6 1,1 3-1,-2-5-265,-3 3 0,4-8 1,-4 2-1,3-5-438,2-5-1021,6-7 0,-3 2-2747,6-2 1716,0-4 1847,11 1 0,2-7 842,7 0 0,30-26 0,9-5 0</inkml:trace>
  <inkml:trace contextRef="#ctx0" brushRef="#br0" timeOffset="54">25550 12269 8186,'6'-22'147,"-4"-4"0,2 7 265,-2 2 2337,-2 1-382,0 8-1093,0 2-926,6 6 1,-4 6 0,3 5-174,-4 7 1,-1-2 0,0 3 0,0-4-286,0 0-71,0-1 0,2 0-789,2 0 0,-2 0-996,3 1 1512,-4-1 0,4-5-178,0 1 1,6-5 570,-2 4 32,-2-6 193,5 4 1,-4-7 195,6 0-199,-6 0 0,5 0-129,-4 0 0,-1 0 0,2 0 1,1 0-2,2 0 104,1-7 1,0 4-1,0-5 39,0 2 1,1-4 0,-1 4 0,0-2 768,0-3-610,-6 5 1,5-7 171,-4 4 1,-1-2 0,0 0 845,-2 1-1188,-1 7-440,-5-3 90,0 6-1584,0 0 1291,0 6 378,0-5 0,2 11 111,2-8 53,-2 1 0,11 0 0,-4-1 912,4 0-741,1-3 1,-4-2-319,-1-4 0,-1-3 1,1-6-1917,-4 0 1445,3-1 556,-6 1 0,-28-25 0,-13-7 0</inkml:trace>
  <inkml:trace contextRef="#ctx0" brushRef="#br0" timeOffset="55">26915 12155 8162,'0'-8'295,"0"-4"1,0 2 0,-2-1 0,-1 0 1933,-2 1-1996,0 7 0,5-9 0,0 2 0,0-2-40,0-3 0,0 6 0,0-1 0,0-1-267,0-1 14,0-3 1,0 1 172,0 0 0,0 0 201,0 0-150,0-1-166,0 7 0,0 4 162,0 8-18,0 4 1,0 8-1,-1 3 70,-4 5 0,4 3 1,-4 3-1,3 1 783,2 2-779,0 7 1,-1-4-1,-3 7 90,0 0 0,-1-1 1,3 1-1,-1-2 298,-2-3-482,-6 3 1,8-11 0,-5 3-36,2-3-360,-5-1 1,9-7-1,-4-5-1221,0-6 1469,4-5 1082,-4-6-1149,6-6 0,-2-3 0,-1-9 1,-2-2-1,2-4-1056,2-6 950,1-5 0,0-9 0,0-2-592,0-1 640,0-1 0,6 6 0,3-1 0,6 0 0,2 4-397,2 6 570,6 6 0,-3 14 0,7 4-500,-1 4 610,7 4 0,-10 7 0,2 3 1,-5 6-1,-6 2 127,-5 2-178,2 0 1,-12 0-1,4 0 39,-3-2-55,-9-1 0,-1-2 0,-6 0 0,0 1 0,-2-3-159,-3-2 44,3 2 1,-10-10 0,3 3-647,1-4 552,-4 6 1,8-6-1,-4 4 1,1-4-1,4-1-89,1 0 156,8-6 0,1 5 372,2-4-414,3-3 1,-3 6-1,10-2-141,5 2 583,2 2 0,7-2 1,0-1 138,-1-1-374,4-1 1,0 3 0,6-1-1,1-3 1,-1-2 82,1-3-245,-1 4 1,0-5-1,1 2 158,-1-2-189,1-9 1,-2 5-1,-4-3 1,-4 4-1,-5 0-109,-4 1 202,3 6 0,-12-4 437,4 2-388,-3 4 0,-9 0 0,-2 6 0,-4 1-420,-1 4 396,0-4 1,-1 17 0,1-4-32,0 2 11,0 0 0,1 3 1,2 0-1,3-2 1,2-1-99,3-2 83,1 6 1,2-4 0,2 2-39,2-7-8,11 1 0,2-5 1,7 2-1,1-4 0,0-4-275,-1-1 247,3-6 1,-5-2 0,5-6-47,-4 0 219,-2 0 1,-7-2 0,-1-2 0,-2-1 0,-3 2 460,-2 1-263,-1 2 1,-5 0 387,0 0-510,0 6 1,0 3-910,0 10 687,0-4 1,0 12 0,0-4 44,0 4 63,0 1 1,0 5 0,1 0-1,3-1 1,2-3-102,2 0 16,-5-1 1,5 0-76,-3 0 119,3 0 1,1-1-1,1-3 1,1-6-44,1-2 10,2-2 0,1 0 1,-1-2-73,0-2 100,0-4 1,5-7-1,0 0 1,0-4-1,0-5-53,0-3-48,6-1 0,-9-2 1,3-2 71,-3-1-44,-2-7 0,-1 10 0,-2-4 0,-3 2 0,-2 4 52,-3 6 100,-1 4 0,-2 9 0,-2 1 320,-3 1-471,4 3 1,-7 10 0,3 4-1,-4 2 1,-4 4 349,-1 3-113,0-3 0,-1 11 1,3-4 392,2 4-401,-2 2 1,5-3-1,-2 0 1,3-3-1,1 3 1039,0 0-992,0 3 1,5-1-1,0 1 385,0-1-454,0 1 1,0-1-1,0 1 1,0-3-1,0 0 182,0-3-289,0 1 0,0 0 0,0-2 192,0-2-510,0-1 1,0 0 0,0 0-1,0-1-1193,0-3 729,0 0 0,0-6-1041,0 1-872,0-7 1471,0 3 994,7-6 0,-6-6 0,4-4-743,-3-2 689,-2-3 1,0-5 0,0-4 261,0-3 0,-19-45 0,7 30 0,0 0 0</inkml:trace>
  <inkml:trace contextRef="#ctx0" brushRef="#br0" timeOffset="56">27626 12283 8192,'0'-8'-449,"1"-3"1743,4 6 5,-4 1-956,6-3 1,-7 4-1,1-5 1,4 2-122,5 3-136,-4 1 0,8 2 1,-1-1-375,4-4 269,8 3 1,-3-4-1,7 6 1,-1-2-1,-1-1-681,-3-2 548,3 1 0,-11 4 0,3-2-76,-4-3 635,0 4 314,-1-6-343,-6 7-158,-2 0-123,-12 7 0,-1-4 0,-4 6 0,3 2 0,0 2 402,1 1-500,3-6 0,-2 5 0,6-4-56,0 4-10,0 1 0,0 0 0,2 1 0,2-3-185,6-2 247,9 2 0,-2-10 0,5 3-123,-1-4 141,4-1 1,-7-1 0,4-4 0,0-5 0,-2-2 315,1-2-202,-2-7 1,-10-1 0,-1-5 294,-2 3-356,-1-2 0,-5 5 0,-1-4 1,-4 3-1,-5 3 320,-2 6-434,-2 5 0,-5 8 0,0 0-66,1 0 64,-4 0 0,6 6 1,-3 4-1,4 4 0,2 4-488,3 1 393,-2-1 0,10-3 1,-2-1-69,2 0 121,2 0 1,6 1 0,4-3 0,4-2-1,3-6-153,2-2 214,7-2 1,-4 0 0,6 0-67,1 0 151,-1 0 0,-1-6 0,-2-4 1,-3-1-1,-1 0 567,-4 2-301,-1 5 70,-2-8-278,-6 10 1,3-3 97,-6 10-155,0-3 0,-5 10 0,0-2 18,0 3-66,0 1 1,0-5 0,1 1 0,2 1-31,2 1-234,0-4 0,1 3 101,4-6 168,2 0 0,-2-5 1,-1 0 349,2 0-279,-4 0 1,4-6 114,-7-4 555,1 4 1,-3-2 264,2 3-702,-2 4-383,4-6-131,-6 7 0,-1 0-72,-4 0 285,3 0 0,-5 0 16,2 0-62,3 0 0,-10 0 49,2 0 299,4 0-135,-7 0-62,12 0-25,-12-6-308,5-2 1,0-1 0,3-1 9,4-1 21,1-2 0,0-1 1,1 0-1,4 0 1,3-1-230,0 1 223,5-6 1,-6 4 0,8-1-200,-1 5 287,0 0 0,0 9 0,1-5 0,-1 1 0,0 4 179,0 2-84,0 7 0,1 4 0,-3 7 543,-2 2-411,2 6 1,-8-7-1,3 4 1,0-2 0,-4-2 631,-1-3-648,-2 0 1,0-1-291,0 0 124,0 0 244,0-6-82,0-2 1,0-7 0,0-4-50,0-4-394,0 2 0,0-5 0,0 2 1,0-2-1,1-3-768,4 1 1087,-4 0 0,7 0 0,-5-1-293,2 1 271,6 6 0,-9 0 0,3 4 0,-2-4-21,2 0 98,-4 2-390,5 6 85,-6 0 0,0 1-1285,0 4 1102,0 3 0,0 1 0,0 1-994,0 1 1444,0 1 0,-19 22 0,-4 4 0</inkml:trace>
  <inkml:trace contextRef="#ctx0" brushRef="#br0" timeOffset="57">28621 12212 8192,'0'-14'833,"0"6"0,0-5 949,0 4-1468,0 2 0,0 3 0,0 8 0,1 6 1062,4 2-1287,-3-4 0,4 5 0,-6-4 0,0 4-282,0 1 0,0 1-104,0-1-15,0 0 1,0-5 323,0 1 1,2-7-86,2 2-35,-2-10 1,6-3 0,-3-6 104,4 0 37,4-7 0,1 4 0,0-5 0,0 1 0,0 4 135,1 1-29,-1 2 1,-5 1 0,1 4-51,1 4 4,2-3 1,1 6 0,-2-1 0,0 5 0,-5 4 234,0 2-154,4 2 1,-10 4 0,4 0 103,-3 0-381,-2 0 1,0 1-1,0-1 1,0 0-1,0 0-982,0 1 743,0-1 0,0-5-811,0 1 545,0-7 1281,0 3-654,0-6 1,1-6 0,4-5-59,4-7 0,4 3 1,1-4-1,1 3 330,-1 2-184,0-1 0,0 3 0,0 1 233,1 1-340,-7 7 0,4-5 1,-2 5-1,2-2-33,3 2 63,-8 2 0,6 7 52,-3 3-96,-4 4 0,5-3 0,-5-3 1,2 1-1,5-1-64,4-1-57,-1 5 0,4-9 0,-4 2 53,3-2 0,-1-2 0,4 0 1,-2 0 29,-2 0 49,-3 0 0,0-6 1,-1-2 114,0 0 0,-1-5 0,-4 4 0,-2-2 457,-1 1-493,-5-2 1,6 4 119,-7-7-200,0 1 0,-7 6 0,0 2 0,-3 1 0,1 0-352,-2 2 350,-2 2 0,-1 1 0,-1 1-388,1 4 373,0 3 1,0 5 0,0-2 0,1-2 0,2 2-102,1 2-109,7 1 0,-8 0 49,6 0 0,1 1 1,4-1 123,0 0 34,0 0 1,6-6 0,2-1 19,0-1 0,4-5 0,-2 4 1,3-3 365,1-2-226,-6 0 0,4 0 295,-2 0 0,2 0-80,3 0-299,-1 0 1,-5 0 33,1 0 0,-1 0 0,6 0 114,-1 0-268,0 6 0,0-4 0,2 2 110,3-2-10,-3-2 1,11-5-1,-4-1 1,3-2-1,-1-3-14,-1-2 324,-1-1 1,-1 0-1,-4 0 98,-7-1 779,1 8-472,-4-6-566,0 11 0,-3-4-364,-10 6 1,4 2 0,-6 2-19,1 6-382,4-4 1,-5 5-592,2-6 368,3 6 149,-4-3 486,6 0 0,1-2 198,4-6-127,3-6 0,6 3 161,1-7 0,-1 7 0,0-2 0,0 4 479,0 1-445,1 0 0,0 0 0,3 1-2,1 4 0,0 1 0,-5 5 0,0-3 348,0-1-380,-6 4 0,5-8 0,-2 6-34,6 2 1,-1-4-1,3-3 1,-2-2 33,2-2-196,-3 0 0,9 0 0,-6-2 80,-1-2 1,2-3 0,-1-4 0,-1 2-40,-3-2 134,-7-2 0,3-1 0,-6 0-25,-2-1 1,-1 1 87,-2 0-139,0 6 1,-2 0 0,-2 5-81,-6-2 0,-3 1 0,-1 5 1,0 4 248,0 4-120,0 4 1,-1 1 0,3 0 136,2 1 0,4-1 0,4 0 0,-1 0 171,-2 1-210,1-1 0,5 0 0,6-1-132,7-4 0,2 4 0,7-5 0,3 0 9,0-4-325,3-2 1,-1-2-1,-1 0 42,-3 0 1,1-2-1,-6-2-1679,-1-6 1093,-3 4 880,-7-1 0,-33 7 0,-15 0 0</inkml:trace>
  <inkml:trace contextRef="#ctx0" brushRef="#br0" timeOffset="58">17005 13335 25699,'0'-14'-677,"0"4"0,0 1 0,0-2 1028,0-2-171,0-1 1,0 4 0,0 1 0,1-1 632,4 3 0,3 0-227,6 7 1,1 0 0,-1 0-162,0 0 0,0 5-603,0 0 1,-4 6 0,-1-2 0,1 4-1783,-2 1 1931,-2 0 1,-6 5 0,0 0 0,0 0 0,0 0 240,0 0-25,-6 6 0,-1-9 1,-4 5 58,2-1 0,-1-4-235,-4 3 1,2-3 0,0-4 0,5 0 390,0-3-68,3-6 1,4 5 0,3-5 0,6 2 2358,10-2-2409,6-8 0,4 2 0,-1-6-284,1-2 0,-2 0 0,-2 0 0,-3 3 0,-2 1 0,-1-4 0,-9 10 0,-1-4 0,-5-3 0,2 6 0,-8-4-1458,-2 6 1,-4 2-1,-7 1-925,1 2 2358,0-1 1,-7 3-1,-1 1 1</inkml:trace>
  <inkml:trace contextRef="#ctx0" brushRef="#br0" timeOffset="59">17218 13079 25715,'-8'-14'-2638,"-4"0"1,8-1-1,-3 1 1375,0 0 1356,-4 6 0,8-3 0,-5 5 366,2-2 0,-5 5-196,1-2 1,-2 3-1,-4 2 1,-3 2 229,-5 3-433,-3 3 1,2 7 0,-2 3-374,-3 1 0,-3 6 0,1-1 0,-2 3 585,-3 1-234,6 0 1,-4 6 0,7 0-28,-1 3 0,2-4 1,4 3-1,4 0-327,3 1 194,8-6 0,2 9 0,6-7 50,0-1 0,1-2 0,4-2 1,4 1 40,4-1 19,1-6 1,7 3-1,1-6-32,0-1 0,5-3 1,-3 0-1,2-3-190,3-2 228,-1 2 0,1-10 0,1 3 14,3-4 0,-3-1 1,5 0-1,-2-1 543,0-4-527,6-3 1,-4-11 0,5-1 111,-2-2 0,0-2 0,4-5 0,1 1 99,0 0-109,-7-1 1,3-4 0,-7 0 73,-5 1 1,0-4-1,-8 0 1,-2-2 266,-1 0-407,-8 0 1,-2-10-1,-8-1-65,-2-1 0,-6 4 1,-7-1-1,-4 2-424,-1 3 371,-2-1 1,-4 7 0,0 4-243,-1 7 1,5 6-1,1 8 1,-2 3-903,-2 2 828,-2 1 1,6 11 0,0 4-518,3 2 0,-4 9 1,7 3-1,4 3-2150,7 1 2239,4 0 0,2 2 802,0 4 0,44 15 0,12 9 0</inkml:trace>
  <inkml:trace contextRef="#ctx0" brushRef="#br0" timeOffset="60">17872 13506 9391,'8'-7'1752,"-2"-1"1,-4-6 1971,3 0-3278,-4 0 0,6 4-1763,-7 1 1317,0 6 0,6 15 0,2 12 0</inkml:trace>
  <inkml:trace contextRef="#ctx0" brushRef="#br0" timeOffset="61">27128 6909 7960,'0'-14'329,"6"6"1,-4-5-1,4 4 1,-1-4 2822,0-1-2701,-1 6 1,-4 0-1,0 7-20,0 1 0,0 3-168,0 11 1,0 2 0,0 1 0,-1 4-49,-4 1 0,2-3 0,-5 3 0,0 0-44,0 0-208,5-4 0,-5 7 0,5-6-206,-2-2 1,-1-1-1,3-2 1,-2 0-1526,2 1 646,1-1 0,2-5-1115,0 1 1455,0-1 1,2-1 781,3-3 0,21-48 0,12-12 0</inkml:trace>
  <inkml:trace contextRef="#ctx0" brushRef="#br0" timeOffset="62">27327 6966 7960,'6'-14'1641,"-4"4"-704,3 1 389,-4 6-82,-1-4-1003,0 7 1,-1 5 0,-3 1 253,0 2-443,-1 2 1,0 4 0,0 0 0,1 2 0,-1 1-40,0 2 43,1 0 0,4-4 0,0-1-286,0 0 1,0-5 0,1 1-32,4 1 377,3-5 1,6 5 0,0-6 0,0-2-1,1-3 793,-1-4-699,6-4 1,-4-11 0,2-2 182,-7-1-379,1 5 1,-10-9 0,3 7 0,-4 2-1,-2 1-106,-4 2-608,-3 0 1,-6 6 0,-1 3-811,1 4 0,0 2 1,1 6-1131,4 7 2254,-4 0 0,12 6 386,-4-5 0,29 24 0,7 7 0</inkml:trace>
  <inkml:trace contextRef="#ctx0" brushRef="#br0" timeOffset="63">27654 7037 7960,'14'-14'69,"0"0"0,-1-1 624,-4 1-357,4 0 1,-11 0 684,2 0 0,-2-1 658,-2 1-1405,0 0 0,-6 6 0,-4 3 260,-2 4-426,-9 1 0,4 6 1,-5 4-1,-1 2 0,1 2 400,-3 1-379,5-1 1,-3 2 0,6 1-89,-2 2 1,5 0 0,4-5 0,1 2-833,1 3 385,2-3 0,6 4 66,0-6 1,6 1-1,5-3 1,5-2-492,3-6 775,6-2 1,-9-2-1,4 0-15,1 0 0,-7-2 0,2-1 0,-5-1-31,0 0 415,-5-3 1,2 5 113,-3-3 230,-3 4-469,-2 1 0,-4 6 0,-5 2-33,-2 0 0,5 4 0,-1-4 0,3 2-39,-1-1-239,0 1 0,0-1-3020,1 1 202,-1-1 2433,5 5 508,0-6 0,6-20 0,2-12 0</inkml:trace>
  <inkml:trace contextRef="#ctx0" brushRef="#br0" timeOffset="64">27853 7051 8089,'0'-14'406,"0"0"0,0 0 2065,0-1-844,0 8-676,0 0 1,-2 18-1,-1 5 190,-1 5-855,-8-4 0,9 10 0,-5-5-124,2 0-122,-5 5 0,8-10 0,-5 5 0,0-1 0,2-4-29,-1-1-93,3-2 0,-1 1-900,0-1 0,-1-2-13,1-2 719,4-4 0,-6-7 1,7-4-117,0-5 0,7-2 0,2-2 0,4-1 50,1 1 260,0 0 0,0 1 0,1 2 216,-1 2 1,0 4 0,0-3 125,0 2-27,1 1 1,-6 5 207,1 0 0,-2 6 1,1 4 413,-4 3-697,-4 1 1,-2 0 0,-2 0-126,-2 0 0,-5-4 1,4-1-1,-2 1-785,-3-2 645,5-2 0,-7-1 0,4-1-1115,-4 0 0,4-3 0,-1-1-2293,-1 0 2782,5 0 733,-1 0 0,26-19 0,5-4 0</inkml:trace>
  <inkml:trace contextRef="#ctx0" brushRef="#br0" timeOffset="65">28038 7222 7960,'8'0'528,"-2"-6"1434,-6-4-901,0 4 1113,0 0-599,0 6-1264,0 6 0,0 2 1,0 6 390,0 0-621,0 0 1,0 1 0,0-1 0,-2 0 0,-1 0-233,-1 0 44,-1 1 0,0-1-387,0 0 1,-1-1-1,3-2-304,-2-2 287,0-6 228,5 4 1,-4-14 0,-1-2 0,2-4-425,1-1 649,2-6 1,5-1-1,1-3 44,2 5 0,-3-1 0,4 1 122,2 2-144,2 1 1,-3 6 326,-1 1 0,0 6 578,6-2-651,-7 3 0,-2 4-45,-6 3 1,0-2-140,0 6 149,0-6-100,0 4-338,0-7 201,0 0 1,5-2 0,1-1 193,2-2 1,1 1 0,6 2 204,-1-3-73,-6 4 1,4-6-164,-2 7 1,-2 0-1,0 2-248,-2 3 147,-1-4 1,-5 7-258,0-3 1,0 3-1,-2 4 1,-3-1-2036,-4-1 1724,-4-7 1,-1 10 0,-2-4 559,-3 4 0,-27-7 0,-12-4 0,-8 1 0,1 0 0</inkml:trace>
  <inkml:trace contextRef="#ctx0" brushRef="#br0" timeOffset="66">25251 7691 7829,'-6'-14'-74,"4"4"0,-2 1 1,2-2-1,4-2 0,2 1 638,6 2-236,-4-3 0,2 7 0,-5-5 0,3 3 809,2 2-580,-5 1-266,4 5 1,-7 2 433,0 2-429,0 4 1,0 8 347,0 3-533,0-3 0,0 4 0,0-5 0,0-1 1,-2 0 148,-3 0-226,4 7 0,-5-5 1,6 3-92,0-4 0,-2-5 0,-1-1-153,-2 2 281,0 2-48,5-5 0,0-3-35,0-10-165,0-3 0,0-13 0,0-2 82,0-4 1,0-3 0,0-2-1,0-1-81,0 2 299,0 1 1,0 3 0,0 3-68,0 5 1,0 3-586,0 2 491,0 6 0,0 8 0,0 10 375,0 2-384,0 9 0,0-1 0,0 6 0,-1-4 0,-2 0-233,-2 0-227,0-5 0,0 9 1,1-7-967,1-2 973,1-1 1,2-2-1,0 0 500,0 0 0,13-6 0,2-1 0</inkml:trace>
  <inkml:trace contextRef="#ctx0" brushRef="#br0" timeOffset="67">25479 7663 7033,'0'-15'258,"-2"6"0,-1-1 0,-2-1 751,2-1-551,1-2 1,2 4 0,0 1 341,0-2-532,0 4 1,0 2 0,0 10 503,0 5-674,0-4 0,0 7 1,0-4 25,0 4 1,0 1 0,0 0 0,0 0-9,0 1-83,0-1 1,0 0 0,0 0 37,0 1-91,0-8 1,0 6 0,0-3 285,0 2 83,0 2 476,0-6-805,0-1 0,2-7 0,1-2 1,2-3-1,-2-4-799,-1-4 643,4-1 1,-4 0 0,4 0-99,0-1 1,-4 0 0,2-3-314,-2-1 117,4 0 0,-4 5-1329,3 0 1076,-4 0 683,-1 6 0,7 14 0,1 10 0</inkml:trace>
  <inkml:trace contextRef="#ctx0" brushRef="#br0" timeOffset="68">25663 7520 7968,'0'-14'351,"0"5"1,0-1 133,0-1 137,-6 5 1,5-7-148,-4 4 0,-1 1-156,1-2 0,-6 7 0,1-1 150,-2 2-400,-3 8 1,1 2 0,0 6 0,0 2 0,0 2 109,-1 1-168,1 6 0,0-3 0,1 5-324,4-4 272,-4 4 0,12-9 1,-6 4-1,2 0 0,1-2-74,1 1-62,1-2 0,4-10 62,2 1 1,4-5-1,8 3 1,1-2-152,2-3 250,0-8 0,-3 2 0,0-6 67,-2-2 1,3 3 0,-9-2 0,2-1 392,-1-1-298,-6 4 0,9-5 93,-8 4 0,1 1 274,-5-2-710,0 7 368,0-3 1,-5 14 0,-1 4 186,-2 6-87,5 1 1,-3-1 0,6 1-114,0-1 1,-5 2 0,0 1-1,2-1 4,1 1-231,-4-2 0,4-5 1,-2 0-428,2 1 1,-3-6 0,1 1-1875,1 1 955,1-5-1040,2 0 1888,0-6 1,0-1 566,0-4 0,38-47 0,-14 17 0,-1 0 0</inkml:trace>
  <inkml:trace contextRef="#ctx0" brushRef="#br0" timeOffset="69">25749 7720 7971,'6'-21'-415,"-4"5"0,2-3 934,-2 3-158,-2 2 1,0 0 0,0 0 360,0 0 0,0-1 0,0 1 699,0 0-557,0 6 136,0 2-350,0 6-397,0 0-88,0 6 1,0 2 0,0 6 581,0 0-667,-6 1 0,3-1 0,-5 2 0,0 1 0,1 3 238,1 3-453,-5-6 0,9 4 0,-4-7-532,0 0 517,4 0 1,-6 0 0,5 1 0,-2-1-638,2 0 494,2-6 1,1 0-45,0-3 309,0-4 0,0 4 1,1-10-1,4-4 1,4-4-61,4-1 40,1 0 1,1 1-1,0 2-51,4 1 145,-3 7 0,5-8 0,-6 6 0,3 2 0,1 2 163,-2 1-218,-1 0 1,-3 1 390,-4 4-228,-3 3 1,-6 1-1,0 1 1,-1 1 720,-4 2-733,-9-6 1,-2 5 0,-4-8-697,-1-1 358,5 5 1,-6-6 0,5 3 0,-2-4 0,1 1-616,3 3-255,0-4 1,6 5 15,-1-6 267,1 0 1,3 0 0,6 0-207,7 0 949,12 0 1,-1 0 0,4-1 54,-2-4-44,6 4 1,-4-12 0,6 5 0,-1-1 0,-2-1 481,-1-1-281,-6-2 1,7-1-1,-6 0 1146,-2 0-678,-7 6 1,2-3 0,-4 4 781,0 0-858,-2 3 264,-6-2-658,0 12 1,-4 2-1,-1 7 1,0-1-1,0 2 716,1 2-645,-7-2 0,7 5 1,-3-7-139,0 0-93,2 0 0,1 5 0,-3-1 0,1-4 0,0-3-327,3 0-128,1-5 1,0 5 142,-2-6 189,2 0 1,-4-2 136,6-3-115,0-3 0,1-11 0,3-2-191,0-3 196,7 3 1,-7-11-1,3 5 1,1-1-1,0-1-259,3-1 306,-4 4 1,5 1 0,-4 5-98,0 1 49,5 6 0,-10-3 1,6 6-1,2 4 458,2 4-251,-5 5 0,3 6 1,-6 0 418,-2 1-388,-2-1 0,-1 5 1,0 0-1,0-2 1,-1-3 429,-4-4-708,4 2 1,-12-4 257,3 6-206,-2-6 0,2 3 0,1-6 0,-2-2-480,-2-1 531,5-2 0,0-2-97,4-2 85,2 2 0,-4-11 1,7 4-1,4-4-8,4-1 55,4 0 0,1 0 1,1-1 132,-1 1-125,0 0 1,0 0-1,0 0 1,1 1-1,-1 2 69,0 1-109,-6 7 1,5-8 0,-4 6-97,4 2 1,-4 2 0,1 1 198,1 0-67,-5 0 0,7 1 1,-5 4 315,0 4-183,4 4 1,-9 6 0,5 0 0,-1-2 0,-4-1 683,-2-2-658,-1-6 0,0 5 1,0-4 167,0 4-405,-6-5 1,-4 3 0,-7-6 0,-3-2 0,-3-2-646,-2-1-381,-2 0 0,0 0 0,2 0-492,1 0 1,7 0 1580,-2 0 0,-16-31 0,-3-9 0</inkml:trace>
  <inkml:trace contextRef="#ctx0" brushRef="#br0" timeOffset="70">27569 5246 7936,'6'-14'377,"-4"6"0,4-5 0,-5 5 1,3-1-1,2-1 1452,2-1-91,-5 5-833,3 0-757,1 6 0,-6 1 0,4 4 0,-3 4 121,-2 4 1,0 6 0,0 0 0,0 0 378,0 1-657,0 3 0,-5 0 0,0-1-38,2-1 1,1 3-1,2-4 1,-1 1 47,-4-1-52,3-1 0,-4-5-203,6 1 777,0-8 489,0 6-1095,0-18 0,0 2 0,0-16 40,0-4 0,0-4 0,0-3 0,0-2-4,0-1 42,0-7 1,0 10-1,0-3 265,0 3-299,0 8 1,0-3-1,2 7-92,2 6 124,-2 10 0,4 16 0,-6 10 418,0 3-292,0 1 1,0 6-1,0-1 1,0-2-1,0-2 401,0-6-507,0 4 0,0-11 1,0 3 147,0-3-209,0-2 0,0-4 825,0-1-1357,0-6 0,0-8-1009,0-9 238,0-3 0,0 3 0,0-1 1,0 1 1350,0 0 0,26-32 0,5-7 0</inkml:trace>
  <inkml:trace contextRef="#ctx0" brushRef="#br0" timeOffset="71">23502 7819 7881,'-8'-14'254,"2"0"1,5-1 0,-3 1 0,0 0 1830,1 0-532,1 6-1043,2 2-322,6 12 1,-4 2-1,3 6 1,-4 0-1,-1 2 255,0 3 1,0-3-302,0 3 0,0 1 0,0-1 0,0-1 312,0-3-616,0 0 0,0-1 1,0 0-1,0 0-452,0 0 527,0-6 1,0 0 63,0-3-49,0-3 0,2 2 0,1-8 0,2-8 1,-1-3-275,3-4 319,-6-7 1,6 9 0,-7-5 227,0 1-113,0 2 1,0 1 0,0-1-92,0 1-27,0 2 0,0 10-269,0 6 337,0 6 0,0 9 1,0-1-1,0 2 0,0 1 131,0 2-104,0 6 1,0-7-1,0 4-51,0-2-172,6-1 1,-5-5 0,4 1 0,-3-1-1569,-2 0 318,0 0 483,0-6-280,0 5 0,1-12 1205,4 4 0,12-35 0,6-20 0,3-2 0,1 1 0</inkml:trace>
  <inkml:trace contextRef="#ctx0" brushRef="#br0" timeOffset="72">23773 7791 7881,'7'-7'336,"0"6"1004,-1-12-413,-4 11-64,4-4 1,-8 9 131,-2 7-765,-4-1 0,-2 13 1,1-4 234,-2 1-295,4 6 0,1-8 1,4 5-1,-1 1 0,-1-3 137,0 1-304,3 4 1,7-9 0,4 3 29,2-4 1,7-5 0,2-2 0,1-2 149,3-3-21,2-1 1,-3-8-1,-2-4 150,-2-3 1,-1-7 0,-6-4 0,-4-3 790,-4-1-897,-3 0 1,-4-2 0,-3 0-417,-4 1 1,-4-3 0,-2 10 0,-3 0-1715,-1 3 1476,0 10 1,5 3 0,0 6-691,0 0 1,-1 7 0,1 8 0,2 5 1137,2 2 0,10 49 0,8 7 0</inkml:trace>
  <inkml:trace contextRef="#ctx0" brushRef="#br0" timeOffset="73">28919 7407 7370,'-6'-8'228,"4"-5"0,-2 4 2203,2-4-1181,2 5-773,0 2 0,0 7-204,0 4 1,0 5-1,0 7 1,0 4 311,0 1 0,0-3-423,0 4 0,0-4 1,-1 3-1,-3-1 73,0-4-181,-1 5 1,5-6 0,0 3 0,0-3 362,0-2-22,0-6-123,0-2-176,0-6 1,0-1 0,0-4-1,0-4 1,0-6-565,0-4 349,0 4 1,0-12-1,1 3-294,4-3 330,-3 5 1,4-3 0,-6 6 0,0 2-802,0 1-139,0 2-993,0 6 1673,0 1 1,0 9-1,0 4 1,0 7-1,0 4-2218,0 1 2129,0 4 0,0-5 0,0 5 432,0-1 0,0 29 0,0 4 0</inkml:trace>
  <inkml:trace contextRef="#ctx0" brushRef="#br0" timeOffset="74">27071 8757 7845,'0'-14'695,"0"6"1,0-4 0,0 2 2160,0-3-2593,0 6 0,0 2 0,0 10 1,0 4-1,0 4 0,0 2 1,-2 4 1890,-2 5-1964,2-3 0,-4 5 0,4-2 0,-1 1 0,-2 1 0,2-4 1,0-2 677,-2-2-953,4-2 1,-6 3-257,7-1 0,-1 0 1,-2-7-15,-2-2 283,0-5 0,5 0 341,0-8-382,0 2 0,5-15 0,1 1 0,1-5 0,-1-4-591,-3-2 498,5-1 1,-5-5-1,5-1 156,-2 3 31,-1 1 1,-5 8-1,2 1 1,1 2-117,2 0-428,-1 7 1,-4 7 397,0 10 0,-1 4 1,-2 8-1,-4 4-56,-1 1-95,5-5 1,-8 10 0,5-5-1505,-2 1 1363,5-3 0,-5-1 0,5 0 0,-2-2 0,2-1 457,1-2 0,15-6 0,3-1 0</inkml:trace>
  <inkml:trace contextRef="#ctx0" brushRef="#br0" timeOffset="75">27270 8828 7845,'0'-14'706,"0"5"1870,0-1-492,0 1-134,0 1-1645,0 2 0,-6 12 0,-2 3-25,0 4 1,-3 3 0,5 1-1,-1 4 206,1 1-397,1-5 0,5 8 0,0-4-210,0 1 51,0-5 1,7 9 0,2-7 0,4-2 0,1-3-665,0-4 733,7-4 1,-1-1 0,5 0 311,-1-2 0,-5-8 0,3-6 0,-1-5 817,-4-3-946,-1-6 1,-3 3-1,-4-7 466,-4 1-664,-4-1 1,-1 6-1,-1 1 1,-6 1-1,-5 4-2689,-6 1 1884,-7 8 1,3 2 0,-5 6-470,3 0 0,-1 1 0,5 6 0,-1 5 1290,1 6 0,7 39 0,7 4 0</inkml:trace>
  <inkml:trace contextRef="#ctx0" brushRef="#br0" timeOffset="76">18498 13676 8080,'-8'0'375,"0"0"465,3 0-343,4 0 897,-6 0-338,7-6-628,0 4 0,0-6 12,0 4 0,2 1 1,1-7 33,2-1-328,6-2 1,-3-1 0,8 0-117,2 0 80,-2-7 1,11-1 0,-3-6 0,3-2-1,1-4-165,1-3-40,-1 2 1,0-6-1,2 3-96,4-3 0,-6 4 0,0 4 0,-7 5 72,-5 4 260,-2 10 247,-6 1 1,-3 13 179,-10 0-539,3 0 1,-10 8 0,2-5 192,-2 2-258,-9 6 0,5-3 1,-3 5-1,4-2 1,2-2-168,3 2 116,-2 2 1,4 1-13,-6 0 10,-1 0 1,6 1 0,1-1 114,2 0 8,1 0 0,7-4 0,2-1 135,6 2 1,2-4 0,4-1 0,2-1 445,1-1-549,0 8 0,-1-9 1,1 5-1,-1-1 256,-2 1-193,-2 2 0,-5 4 1,-1 0 161,-1 1-249,-3-1 1,-4 0-1,-1 0 1,-4 0-1,-5-1 174,-2-4-388,-2 4 1,-2-5 0,-2 5 8,-1-4 0,-1 2 1,3-6-1,-4-2-371,-1-1 347,5-2 0,-9 0 0,7 0 0,2 0 0,1-2-341,2-3 645,0 4 1,4-12-269,1 4 413,6-4 0,-4 4-754,7-1 505,0 7 1,2-3 0,3 6 0,4 0 545,4 0-451,1 6 1,0-3 0,2 5 185,3-2-249,-3-1 0,6 0 0,-5 0 1,4-2-1,1-2 225,3-1-260,-4 0 0,5 0 1,0-1-1,4-2 0,3-4-218,-1-1-102,4-8 0,-6-1 0,3-7-487,-3-1 555,5-2 0,-10-1 1,2-1-1,-5 1 0,-6 0-955,-5-1 1062,-5-6 1,-6 5 0,0-1 0,0 6-1,-1 6-438,-4 3 758,-3 2 1,-1 1 415,-1 3-395,1 4 1,-1 6 0,1 0 279,-2 0-346,-2 6 0,3 1 0,1 4 0,0-2 0,-1 2 691,1 2-447,5 1 1,-7 2 875,7 3-985,-7 3 0,9 0 0,-3-3 0,4-3 0,1-2 634,0 0-803,0 1 1,0-1 0,0 2 0,0 1-1,0 2 416,0-2-504,0 5 0,0-6 0,0 5 383,0-1-472,6-4 1,-4 9 0,2-6 0,-2-1 0,-2-1-239,0 2 191,0-3 1,0 4 0,0-5-49,0-1 176,0-6 0,0-2 57,0-6 0,0-2 1,0-2-725,0-6 363,0-9 0,0 3 0,0-3 1,1 2-1,4 0-1002,5-2 1074,-4 0 0,7 0 0,-5 0-395,-1 2 537,12 7 0,-12-3 0,10 6 0,0-3 0,-1 2 120,0 2 69,-2 1 1,0 5-1,1 2 1,-1 2 0,0 4 1100,0 0-1071,1 11 1,-6-9 0,-1 9 484,-2-4-444,-1 0 1,-5 4 0,0 0 0,0-2 0,0-1 721,0-2-1141,0 0 0,0-4 1,0-1-1,-2 1-1066,-2-3 47,2 0 623,-4-7 467,6 0 1,1-2 0,4-3 0,3-4 0,1-4-149,1-1 233,-1 0 1,6-5-1,-3 0 1,-1 2-1,-3 1 618,-1 2-290,4 6 0,-8-5 363,6 4-146,-6 2 0,5 3 577,-3 8-866,-3 4 1,6 6-1,-5 1 1,3-1-1,0 0 594,1 0-737,4 0 0,-2 1 1,9-3-74,1-2-103,-1 2 1,1-8 0,2 3-1,0 0 1,-1-4-477,-3-1 538,6-2 0,-8-7 1,4-2-1,-4-4 1,-4-1-14,-2 0 50,-6-7 1,4 1-1,-7-6-110,0 3 99,0-1 0,-2-4 1,-3 1-1,-4 1 1,-5 6-243,-5 4 218,-4-1 1,0 10-1,1-2 1,0 6-1,1 6-142,0 6 167,-4 4 1,9 1 0,-3 2-138,4 3 214,0-3 0,6 9 1,1-4-1,2-1 0,3 1 58,1-4-98,2-1 1,0-7 0,2-1 0,4 0-1,7-2-64,4 1-8,8-3 1,-3-4 0,7-1 20,-1-4 66,-6-3 0,5-6 0,-3 0 0,3 0 0,1-1-44,1 1 145,-7 6 0,3-4 1,-5 4-1,1-2 1,0 2 454,-4 2-208,-8-5 68,4 9-84,-11-4-125,4 6-83,-6 0 1,0 2 224,0 2-432,0-2 1,0 6 152,0-3-87,0-4 0,0 7 0,2-5 212,2 2-71,-2 0 1,6-4-7,-4 4-35,-2-3 4,4 4 62,1-6 1,-4 5 106,6-1-218,-6 1-118,4 1-25,-7-4 234,0 11 0,1-12 29,4 4 12,-3-3-110,4-2-75,-6 0-1151,0 0 1442,0 6-168,0-5 0,0 7 56,0-3 0,0-2 0,2 7 85,2 1-125,-2 1 1,4-2 14,-6-1 1,5 1 0,1 3-67,2-4-209,-5 4 1,5-12 0,-5 6-85,2-1 0,6-5 1,-1 4-108,2-3 216,3-9 0,0 0 0,3-8-18,1 1 1,4-6 0,-2-4 0,-1-3-268,1-1 69,4-7 0,-9 0 0,3-4 111,-3 1 0,-4 6 0,0-1 1,-5 4 257,0 6 234,-3 2 171,-4 7-137,0 6-166,-6 8 1,5 8 0,-4 6 93,3 0 0,-2 2 1,-1 2-1,0 2 1059,-1 2-915,4 2 1,-6 3-1,5-2-61,-2-1 0,1-7 0,4 4 0,0-2 255,0 0-549,0 6 1,0-9-1,0 3 33,0-4 0,1 0 1,4-3-754,4-2 565,4 2 0,1-10 0,2 3-93,3-4 0,-2-1 1,5-1-1,1-4-332,-1-4 503,1-4 1,4-3 0,-1-1-38,-3-2 0,-5-7 0,2 3 1,-2-2-197,-4 1 263,3-3 0,-14 10 1,5-6-7,-1 3 1,-3 6-1,-5 6 158,-4 2-354,-3 1 0,-6 6 0,-2 4 108,-3 5 0,3 4 0,-3 3 0,4 4-121,0 1 323,1-5 0,1 4 0,4-7-166,4 0 0,4 0 0,1 1 0,0-1-410,0 0 413,6 0 1,2-6 0,8-3-76,3-4 1,3-1 0,8 0-1,1 0 81,3 0-2,5-6 0,-7 0 0,4-5 135,-1 1 1,-7 6-1,-4-4 1,0 1 465,-2 4-295,-2 2 1,-6 1 106,1 0 0,-7 1 1,-4 4 219,-2 4-402,-2 4 0,-2 1 0,-2 0-76,-6 1 1,2-1 0,-3-1 0,-3-2-291,-4-2 152,0 1 1,3-1 0,1-1-425,0-2 1,0-1 0,-1-5-472,1 0 361,0 0 335,6 0 1,3 0 0,10-2-1,6-2-412,7-6 740,4-2 0,8-7 0,3-2 64,5-1 0,-3-2 0,-1-4 0,-1-1 210,1 1-280,-1-7 1,-2 0 0,-2-2-123,-7 3 0,-6 4 0,-7 2 0,-4 1-46,-3 3-93,-2 4 1,-7 12 0,-2 3-62,-4 4 0,-1 1 0,0 0 1,-2 1-198,-3 4 414,3 3 0,-4 11 0,5 1 225,1 2 1,5 2-1,1 3 1,1-2 1403,4-1-1277,2 0 0,1 3 0,0-2 247,0-2 0,6-5 0,3 1 0,4-3 570,1-2-1082,1 0 1,4-1-1,-1-4-207,0-4 0,2-4 0,1-1 0,-1 0-261,1 0-463,-2-6 1,-3-2 0,1-6-47,2 0 1,-2 0-1,-5-1 1,-3 0-2400,2-4 2860,2 3 0,-1-9 0,-2 4 470,-5-1 0,-48-21 0,-12-9 0</inkml:trace>
  <inkml:trace contextRef="#ctx0" brushRef="#br0" timeOffset="77">21085 13307 8080,'-22'7'510,"2"0"1,5-7 840,1 0-689,6 0 0,5 0 33,13 0 1,7 0 0,16 0 0,5 0 963,3 0-1392,2-7 0,-5 4 0,0-5-521,1 2 1,-9-3-1,-3 2 1,-5 1-3002,-4 0 2706,-3 1 1,-7 3 0,-5-1-1986,-6-2 2534,-17 1 0,-29-5 0,-23-2 0,-2-1 0,12 2 0,0 0 0,0 0 0,0 1 0</inkml:trace>
  <inkml:trace contextRef="#ctx0" brushRef="#br0" timeOffset="78">20133 13264 8039,'-22'0'2638,"1"6"0,15-4-1578,6 3-831,12-10 1,17 2 0,9-7 0,3 1 0,2-1-713,-1 1-159,1 6 1,-5-5 0,0 5-493,1-2 0,-4 0 1,-4 5 1133,-5 0 0,-25 6 0,-10 2 0</inkml:trace>
  <inkml:trace contextRef="#ctx0" brushRef="#br0" timeOffset="79">22152 13349 8274,'0'-14'590,"-2"6"0,-1 2 0,-3 1 0,-2 0 1677,-3 2-1882,-2 2 1,-1 7 0,0 5-1,-1 5 1,0 4 0,-3 2 0,-1 4 92,2 1 0,1-4 1,2 1-1,0 0-194,-1-2-759,8-2 0,-5-1 182,8 0 1,1-1 0,7-7-1610,6-2 1456,9-6 0,3 2 1,6-10-476,1-4 910,-1-4 1,5 4 0,1 1 0,-3 0 0,-1 2 254,-1-1 191,-7 2 1,1 4 0,-7-2-114,-3-2 0,-4 2 1,2 6 925,-1 2-800,-7 6 0,3-8 79,-6 6 0,0 1-653,0 4 81,0-6-81,0-2 1,7-6 0,1-1 23,-1-4 38,6-3 1,-7-6-1,5 0 87,-1-1 0,-7 1 0,3-2 0,-1-1 93,0-2-203,0 0 0,-7 0 1,-3 0 67,-4 2 0,-4 3 1,-1 4-1,0 5 7,0 4-90,-1 1 0,-4 0 1,0 1 7,2 4 1,1 3-1,2 6 1,1 1 186,4-1-39,-4 6 1,12-4 0,-4 3-74,3-3 1,2-2-1,2 0-107,3 0 91,3-6 0,7-1 0,4-7-82,5 0 1,3-2-1,1-1 1,1-5 8,-1-5 120,1 2 0,4-9 0,0 4 185,-1-3 1,2 3 0,-1-3-1,-1 4 461,-2 0-381,-1 1 0,-7 6 0,-2 3 103,1 4 1,-5 1-1,2 1 568,-2 4-799,-8 3 1,-2 6-1,-6 1 4,0-1 1,5 5-1,0 0 1,-3-2-321,-6-1 119,3-8 1,-12 4 0,4-2-236,-4 2 1,-1 1 0,-2-2-1,-1-3-1185,-2-2 1162,-7-1 0,11 0 0,-4 0-154,3-2 1,2-2 0,-1-1-223,1 0 501,6 0 0,0 0 73,4 0 0,4 0 1,1 0-1,10-1-92,7-4 468,7 3 1,-3-10 0,7 4-164,-1 0 1,0-5-1,2 4 1,2-5-306,1-5 223,0 3 1,-6-6-1,-2 4-219,-1-1 0,-6-6 0,1 2 0,-5-4-552,-5-2 645,-2 1 1,-7-1-1,0 1 68,0-1 1,0 7 0,0 3 0,-2 5 413,-3 5-284,4 2 0,-7 7-5,3 0 109,-3 7 0,0 5 0,2 9 0,1 1 0,0 3 1462,2 2-1300,-5 2 1,7-1-1,-4 0 1441,3 1-1511,2-1 0,0-4 0,0-2 0,0 0 0,2-1 286,3-1-531,3-1 1,1-9 0,2-2-109,5-2 0,-2-1 1,5-5-1,-3 0-1639,-2 0 1200,0-7 1,2-1 0,2-6-1040,1 0 1,-5 0 0,-5 0 0,2-2 1539,2-3 0,-18-29 0,-4-12 0</inkml:trace>
  <inkml:trace contextRef="#ctx0" brushRef="#br0" timeOffset="80">22891 13307 7961,'-14'6'551,"0"-5"356,-1 4 199,1-3 1,6-1-533,3 4 1,10-3 0,5 2 0,4-2 864,5-2-1162,3 0 1,6-2 0,1-1 245,-1-1-1178,-6-1 0,5 5 0,-5 0 1,1-2-1,-5-1-2641,-2-2 970,-2 1 2326,1 4 0,-14-7 0,-2-1 0</inkml:trace>
  <inkml:trace contextRef="#ctx0" brushRef="#br0" timeOffset="81">24142 13164 7943,'6'-14'177,"-4"0"1,3 0-1,-4 0 3278,-1-1-2682,0 7 0,0 4 0,-1 8 141,-4 6 1,-3 3-661,-6 1 0,-7 6 1,-1 4-1,0 4 42,3 6 1,-1-3 0,1 7 0,0 2 326,-2 1-419,12 1 0,-9-1 0,14-1-65,0-2 1,3 0 0,2 3 0,4-5-8,5-7-151,9-1 1,-4-12 0,4 3-695,-3-4 338,5-7 1,-5 0-1,2-5 1,-2 2 0,-1-2-1841,-1-1 934,0-2 1,-5-2 0,1-1-2150,1-2 2118,-5-6 1312,7 10 0,-5-37 0,6-2 0</inkml:trace>
  <inkml:trace contextRef="#ctx0" brushRef="#br0" timeOffset="82">24370 13548 7943,'0'-14'713,"0"5"1890,0-1-1799,0 7 1,0-5 2480,0 3-1885,0 4-1316,6-6 1,0 6 0,5-2-158,-1-2 21,-1 0 0,7 0 0,1-1 0,2-2 0,-1-1-488,-2 1 427,4-5 1,-6 5-1,2-6-978,-5 0 936,-1 0 0,-2 4 1,-4 1-1,-2-2-103,-2-2 218,-6 5 1,-2 2 0,-7 6 219,1 0-173,0 0 0,-2 11 1,-1 3-1,-2 3 1,2 2 5,1 0 240,8 7 1,-3-6 0,6 5 269,2-1-465,1-7 0,2 6 0,0-6 1,2 2-1,3-3-63,4-5-146,10 1 0,-2-10 0,7 3 56,1-4 32,2-1 0,0-1 0,-2-2 1,-1-4-1,0-1-164,-2-3 341,5 5 0,-11-5 0,3 6 381,-4 2 142,-7 1 1,5 2 1222,-4 0-1434,-2 7 1,-1 1 410,-6 6-741,-6 0 0,4 0 0,-4-1 0,1-2 231,0-1-1540,1-7 254,-3 9 410,6-10 0,-7 4-458,3-6 653,3-6 1,-2-2 0,7-8-330,2-3 595,6 3 1,1-10-1,7 3 1,-1 1-1,-3 3 225,0 4-116,-1 0 1,5 3-1,0 2 289,-2 6-145,-1 2 1,-2 2-1,0 0 1,1 2-1,-1 2 749,0 6-755,-6 9 0,3-4 0,-5 4 299,2-3-438,-5-2 1,5 1 0,-5-1 0,2 0-707,-2 0-68,-1-6-163,4 5 733,2-12 0,5 4 1,-2-10-1,-2-2 0,4-3-882,4 1 957,-1-1 0,11-9 1,-5 0 80,0 2 53,5 7 1,-6-2 0,4 4 0,-3-2-1,-1 2 408,-4 2-209,-1 1 1,-2 5 0,0 0 136,0 0 340,-6 0 272,5 0-273,-12 0-139,6 0-574,-7 0 0,-2 0 1,-3 0-806,-4 0 724,-4 0 1,-1 0 0,0 0-386,0 0 421,-7 0 1,5 7-1,-4 1 1,1 1-1,0 1 4,2 1 47,1 1 1,6 2 0,1 1 292,-2-1-137,4 0 1,1 0 0,6 1-1,2-3 159,2-2-363,4-4 0,13-6 1,3 0 130,2 0-186,3 0 1,-2-6 0,-2-4-1,-1-4 1,1-3-265,2-2 244,1-7 0,-6 4 0,-4-6-241,-7-1 284,1 1 0,-10-2 0,3-2 1,-4-1-1,-1 2 163,0 1-18,0 7 0,-4 3 0,-3 7 570,-1 4-439,-1 2 0,-1 11 1,1 4-1,-1 7 1,1 7 1047,-1 8-882,7-1 1,-3 10-1,6-5 230,0-3 0,0 4 1,0-4-1,0-2-300,0-4-359,0-7 0,5 7 0,1-6-1352,2-2 30,1-7 0,1 1 0,-1-7-2986,2 0 4382,-4-3 0,5-13 0,-4-4 0</inkml:trace>
  <inkml:trace contextRef="#ctx0" brushRef="#br0" timeOffset="83">25948 13605 7846,'-7'-8'4742,"4"0"-1893,-6 4-2769,6 2 0,-2-4 0,10 4-743,4-3 0,4 4-446,1-4 1,2 3 0,1 2 0,2 0 1108,-1 0 0,48-12 0,11-4 0</inkml:trace>
  <inkml:trace contextRef="#ctx0" brushRef="#br0" timeOffset="84">26488 13221 14294,'0'8'1493,"0"10"1,-1-3 302,-4 6-1433,3 3 1,-6 4 0,5-1 0,-2-2 0,2-1-177,2 1 1,-1 2 0,-1 1 0,-2-1-609,2-3 67,1-4 1,2-1-1,0 0-883,0-1 1,0-7-1314,0-2 2300,7-6 0,1 4 0,6-7 111,0 0 0,0 0 1,1-2-1,-1-1-284,0-2 577,7 1 1,-10 4 0,3 0 355,-2 0 1,1 0 472,1 0-626,-6 0 0,3 1 98,-6 4 0,1-4-117,-1 4-214,3-3 0,1-2-57,1 0 1,-5-5 0,4-1 0,1-2-25,-3-3-59,0-2 1,-2 4 0,1-1 45,2-1 0,-5 3 1,2-1 199,-4-2 466,-1 4-374,7-5-1131,-6 4 501,5 0 0,-6 3 604,0 10 1,0-2 0,0 7 184,0 1-446,0 1 1,0 2 24,0 1 1,0-1-1,2-1-155,3-4 102,-4 4 1,6-10 0,-6 5 1,4-2 1,-2-1 0,7-5-1,1 0-277,1 0 241,3 0 1,-1 0-1,0 0 47,0 0 1,5-7-1,0-4 1,0-4 12,2-4-22,-6 0 0,1 0 0,-8-2-81,-2-1 1,4-2 0,-5-2 0,-4 0-611,-4 3 411,-5 5 1,-12-2 0,-4 5-214,-3 1 0,-3 6 0,-2 5 0,-1 6-1044,2 7 1191,-6 2 1,9 4 0,-2 2-284,5 1 0,9 6 0,0-3 0,7 2-823,2-1 1041,2-5 400,5 2 0,19 1 0,5 1 0</inkml:trace>
  <inkml:trace contextRef="#ctx0" brushRef="#br0" timeOffset="85">26389 13335 7930,'0'8'1426,"0"5"0,0-10 470,0 6-1425,0-6 1,1 4 0,4-6-1,4 2 845,4 2-1846,8 0 1,-4-5-1,7 0-184,1 0 1,-3 0 0,2 0 0,-1 0 713,0 0 0,35-19 0,4-5 0</inkml:trace>
  <inkml:trace contextRef="#ctx0" brushRef="#br0" timeOffset="86">27441 13577 11287,'8'0'485,"-1"0"1,-2 0 0,5 0 0,2 0-420,3 0-328,-1 0 0,0 0 0,2-2 0,1-1 0,2-2 0,0 2 0,0 0-3000,0-2 3162,0 4 0,-5-10 0,0 4 1,1 1-1,-1-2 181,0 0 0,0-1 0,0-6 0,1 0 1709,-1-4-1393,0 3 0,-1-5 0,-4 6 2104,-4-4-2020,3 3 1,-7-5 0,4 7 0,-3 0 936,-2 0-1176,0 6 0,-7 1-256,-2 7 0,-4 2 1,-1 3-1,0 4 272,0 4-125,-1 7 1,1 2 0,2 5 112,2-3-271,-2 3 0,10-7 0,-3 4 0,4-3 0,1-2-468,0 0 404,0-1 0,6-3 0,5-1-458,6 0 436,-1-6 0,11-2 1,-5-6-1,2 0 0,0-1-553,1-4 485,-5-3 1,6-6-1,-7 0 242,-2-1 68,-1 1 1,-2 2-1,-1 1 1,-2 1 485,-2-1 395,-6-2-504,4 5-368,-7 2 0,0 8 1,0 2 972,0 6-818,0 3 0,0 1 0,1 0 419,4 0-612,-3 0 1,4 1-1,-6-1 1,0 0-420,0 0 246,0 1 1,0-6-610,0 1 391,0-7-129,0 3 375,0-6 0,0-2 0,0-2-968,0-6 802,0-9 1,6 3 0,4-4 0,1 1 0,1 0-349,3 2 753,-11 1 1,18 2-1,-9-1-141,3 1 67,-4 6 0,9-3 0,-7 6 1,0 2 490,1 2-298,-1 7 1,0 2 0,0 6-133,1 0 1,-6 1-1,-1-1 1,0 0 162,0 0-542,1 0 0,1-1 1,-1-2-3,2-1 0,2-6 1,1 4-1,2-1-603,3-4 657,-3-2 0,4-1 0,-4-1-1,3-4 1,-3-3-1,3-6 1,-5-2 222,-5-3-152,4 3 1,-7-6-1,4 5 196,-5-2-125,-4-6 0,-1 9 0,0-3 0,0 3 0,-1 3 73,-4 4-123,-3-4 0,-6 12 0,-1-4-443,1 3 470,0 9 0,-5 2 1,0 9-1,2 2 1,-1 1 37,-1-1 240,10 5 1,-10-7 0,11 4 67,0-1-270,-4-3 0,10 1 0,-3 0 0,5-1 103,5-2-124,3-9 0,8 0 0,1-7-82,2 0 47,6 0 1,-3-7-1,5-4 1,-2-4 0,-2-6-216,-3-1 226,5-2 1,-9-4 0,3-1 47,-3 1-59,-2 0 0,-4-1 1,-2-1-1,-1-3 0,0-3-130,-1-1 205,-1 2 1,-5 13 451,0 3-546,0 4 0,-5 8 0,-1 9 0,-1 9-332,1 6 760,-5 9 0,10-4 0,-4 6 1071,3 1-1197,-4-1 1,4 0-1,-2-1 1,2-1 0,4-4 538,2-2-1130,-2-1 1,11-3 0,-2 0 198,6-2-592,-1 3 1,6-10-1,-3 2 1,5-3-1,2-1-4056,3 0 3511,-7 0 0,5-5 1252,-4 0 0,55-13 0,-32 5 0,0 0 0</inkml:trace>
  <inkml:trace contextRef="#ctx0" brushRef="#br0" timeOffset="87">8958 12084 17447,'0'-8'694,"-2"-3"0,-1 5-2284,-2-2 1433,0 5 0,5-2 1,0 10-1,0 4 718,0 4 1,2 1-481,3 0 0,-4 7 0,4 2 1,-3 4 19,-2 2 1,1 1 0,2 3 0,2 5 215,-2 3-559,5 2 0,-5-1 0,5 1 218,-1-1 145,4 1 0,-8 0 0,6-1 0,1-1 1,-2-1 447,-4-2-473,-2-7 0,-2 11 0,0-6 260,0 0-194,0-1 1,-2-7-1,-2 1 1,-4-2 0,-2-4 590,1-4-295,-1-3 0,1-3 688,-1-4-872,7 4 0,-8-13 418,6 0-594,1 0 0,4-8-1372,0 3 399,0-3 0,-5-1 0,0-1-3643,2-1 3426,1-1 1,4 2 1099,3 1 1,15-13 0,10-8-1</inkml:trace>
  <inkml:trace contextRef="#ctx0" brushRef="#br0" timeOffset="88">8872 12169 17155,'-4'-14'-1003,"-1"0"1,0 4 507,5 1 879,0 6 0,0-5 1,2 5-1,2-2 1,6 0 1556,3-1-1732,7 4 1,-3-6-1,7 5 1,1-2 0,2 1 645,2-3-657,-1 6 0,5-10 0,2 4-72,1 0 1,4 2-1,6-3 1,1 0 961,-1 0-754,-2 5 0,-1-5 1,1 5-128,3-2-329,-9 0 1,10 1 0,-12-1-1,2 2 1,0 1-83,1 2 158,2-6 1,-1 4-1,1-2 4,3 2 0,7-3 0,-2 1 0,1 0 90,4 3-79,-5 1 0,0-5 0,-6 0 41,-1 2-19,-5 2 0,-1 1 0,-4-2 1,2-1-1,1-2 68,0 2-56,4 1 1,-7 2-1,4-1-79,-1-4 86,11 3 1,-8-9-1,9 5 1,-3 0 0,-1-2 329,0 0-267,6 5 1,-10-8 0,2 6-196,-4 2-35,-4 1 1,0 2-1,0 0 1,-1 0-1,-4 0-826,-4 0 702,3 0 0,-4 0 0,9 0-523,1 0 676,7 0 0,-9 0 1,7 0-1,2 0 1,2 0-681,6 0 548,-4-6 1,5 4-1,-6-4-451,-1 0 643,7 4 0,-9-4 0,1 6 0,-5 0 0,-4 0-350,-2 0 345,-2 0 1,-1 0 0,-2 0-64,-1 0 114,6 0 1,2 0 0,5 0 0,5 0 0,2 0 9,3 0-1,7 0 0,-4 0 1,7 0 9,0 0 1,-6 0 0,-4 0-1,-4 0-3,-5 0-26,3 0 1,-11 0-1,3 0-169,-3 0 159,-2 0 0,2 0 1,2 0-1,1 0 0,0 0-97,2 0 129,1 0 1,4 0-1,-1 0 43,1 0-41,4 0 0,-12-2 0,6-1 1,0-2-1,-1 2 13,1 2 85,0 1 1,5 0 0,0 0-83,-1 0 1,1 4 0,0 1 0,-2-2-227,-3-1 191,3-2 0,-7 1 0,4 3-419,-5 0 366,-9 1 1,3-5-1,-5 2 1,0 1 0,-3 2-467,-3-2 442,-2-2 0,-6 1 0,-2 1-186,1 2 142,-6-1 0,6-2-52,-7 3 330,0-4 0,0 7-244,0-3 261,0-3 1,0 6 33,0-4-64,0-2 0,0 10 290,0-2-327,0 3 0,0-4 0,0 1-16,0 1 0,0-4 0,0 3 0,0 3 96,0 4-121,0-1 0,0 4 1,0-5-11,0-1 1,0 2-1,0 2 1,0 5 75,0-1-21,-7 5 1,6-5 0,-4 6-4,3 1 1,2-3-1,0 0 1,0-3 109,0 3-106,-6 1 1,5 4 0,-4-1-21,3-3 0,2-2 0,0 4 0,-1-1-11,-4 1-45,3-1 0,-4 0 0,6-1-18,0-3 0,0 3 1,0-4-1,0 3-62,0-3 86,0 4 0,0-9 0,0 5 128,0 3-139,0-6 1,0 1 0,0-7 0,0 0 0,-2 0 129,-2 1-105,2-1 1,-4-5-1,4-1 116,-3-1-43,4-3 1,-7-2 0,3 1 203,-4 2-152,-4-1 0,-1-2 0,0 1-46,-1 2 1,0 1 0,-4-3 0,-5 2 84,-3-2-134,-8 5 1,-2-6 0,-11 4-74,-4 0 0,-10-4 1,-2 3-1,-3-4-327,1-1 156,6 0 1,-3 0 0,6 0-448,0 0 0,11 0 0,7 0 0,5 0-3206,8 0 2920,7 0 918,4 0 0,9-19 0,6-4 0</inkml:trace>
  <inkml:trace contextRef="#ctx0" brushRef="#br0" timeOffset="89">9398 14700 16749,'0'-8'451,"0"-5"-616,0 4-859,0-4-395,0 5 856,0 2 582,0 6 3521,0 0 0,7-5-2614,2 0-735,-3-6 0,7 8 1,-3-6-1,2-2 0,2-2 1,-1-1-1,-2 0 940,-1-1-1011,-1-5 1,-1 4 0,-3-3 0,-4 3 0,-1 2-119,0 0 1,0 0 0,-1 1-156,-4 4 192,-3 2 1,-11 12 0,0 3 286,2 5 1,-1-1 0,1 10 0,-2 0-302,2 0 149,7 2 0,-2 5 1,4-1-64,0 0-85,1 1 1,3-5-1,-1-1 1,2 1-1,3-2 408,5-3-737,2-3 0,9-4 1,3-2 207,5-5-238,-4-4 0,7-1 0,-3-1 0,3-4 0,0-6-583,-4-6 890,4 1 1,-9-11 0,4 5 117,-2 0 1,2-5 0,-6 5-1,-3 0 124,0 3 256,-1-3 0,-2 10 0,-2-2 1073,-2 2-712,-1 5 0,-4 1 45,4 6-1075,-4 0 1,7 5 0,-4 1-1247,0 2 701,7-5 0,-7 10-129,5-4-611,0-2-32,-1 5 659,-1-10 1425,-7 4-210,0-6 332,0 0-121,-7 0-341,-1 0 1,-1 0 0,0 0 407,-3 0-383,6 6 0,-7-2 0,4 5 0,-2 2 0,0 2 1530,1 1-1551,1 0 1,-1 2-1,3 1 238,0 2-518,3 0 1,4-5-1,0 1 1,0-1-1,1 0-446,4 0-78,-4 1 1,14-6 0,-3-1-506,6-2 648,1-1 0,1-5 0,2 0 1,2-2-1,-2-2-2267,-1-6 2126,4-2 1,-9-7 0,3 0-1249,-4 1 1574,0-4 0,-3 6 0,-2-3 0,-4 4 312,0 0 225,-4 1-228,4 6-167,-6 2 0,0 7 0,0 4 0,0 6 361,0 7-198,0-3 0,0 6 1,0-5-269,0 3 205,7-3 1,2 4 0,8-6 0,4-1-63,1-4-147,-5 4 0,9-11 1,-6 2-567,2-2 633,2-8 1,0 2 0,-2-7 0,-2-3 0,-2-5-336,-2-3 463,-8 5 0,3-10 0,-7 3-234,0-3 209,-3-1 0,-1 1 0,0 2 0,-3 3 0,-5 1 136,-6 4-73,-4 7 0,-2 4 0,-4 6 106,-3 0 2,-1 6 1,1 2-1,2 8 1,3 1-1,1 2 154,4-1-287,1-3 1,8 0 0,3-1-49,4 0 4,1 0 0,0 1 1,1-3-1,4-2 1,5-6-640,2-2 531,9-2 1,-4 0 0,5-2-226,-1-2 352,4 2 0,-4-11 0,4 4 0,-3-4 1,-2-1-157,-2 0 297,4 6 0,-6-3 0,4 5-107,1-2 172,-5 5 0,4-4 0,-6 7 0,1 0 805,-1 0-616,0 7 1,-4 0 0,-3 8 373,0-1-518,-3 0 1,-4 0-1,0 1 1,0-1-1,0 0 139,0 0-128,0 0-289,0 1-544,0-1 0,-1-6-490,-4-4 607,4-2-111,-6-2 483,7 0 0,0-6 0,0-4 0,2-2 0,3-3-407,4 1 434,4 0 0,-4 0 0,1 0 87,1-1 42,1 1 1,3 0-1,-1 0 1,0-1-1,0 3-74,0 2 347,1-2 0,-1 10-81,0-3-38,0 4 0,-4 1 1,-1 1-1,1 4 762,-2 5-751,-2 9 0,-1-4 0,-1 4 142,0-3-348,-3-2 1,-1 1 0,2-1 0,1 0 0,2 0-234,-2 0 140,-2 1 0,4-6 0,1-1-512,2-2 404,-4 5 0,8-9 0,-2 3 0,2-5-894,2-5 954,1-3 1,-1-6-1,0 0-316,0-1 378,1-5 1,-1 3 0,-2-6 0,-1 3-1,-3 2-222,-1 3 671,4 0 0,-10 6-147,4 0 221,-3 5 0,-2 0 235,0 8-283,0 4 0,0 6 1,0 1-153,0-1 0,0 2 0,0 1 0,0 2 234,0-2-681,0-1 0,1-2 273,4 1-272,3-1 1,6-2-1,0-2 1,1-5 0,-1-4-754,0-1 850,0 0 1,5 0 0,0-1-103,-2-4 150,-1-3 0,-2-11 1,1-1-1,-3-1 0,-2-1 21,-5 0 4,2-2 1,-5-3-1,3 2 36,-4 1 29,-7 7 1,1-4-1,-7 9 1,-6 2-1,-2 6 72,-6 2-94,0 2 0,2 3 0,0 5 367,-1 6-370,4 4 1,1-4 0,6 2 0,1 1 0,4 2 70,4-2-514,3-1 0,2-2-397,0 1 645,7-1 1,2-6 0,10-4 0,3-2-1,2-2-471,-1 0 512,1-6 0,5 3 0,-1-7-258,0-1 465,1 5 0,-2-7 0,-4 5 1,-4-1-1,-3 1 673,-2 1-342,1 3 1,-1 4 335,0 0-271,-6 0 1,-2 6-1,-6 3 1,0 4 848,0 1-1148,0 1 0,0-6 0,0 1 229,0 1-468,0-5 1,0 7-1401,0-4 651,0-3 122,-6 1 496,4-7 1,-4-2 0,6-3 0,2-3 0,1-3-885,2-3 952,6 3 1,-3-9 0,4 5-289,-2 1 615,2 0 0,-4 0 0,6 1 0,-1 2 0,-2 3 851,-1 2-674,-1 1 1,5 5 0,1 0 29,-1 0 1,-5 2-1,1 2 622,1 6-720,1 9 1,-2-3-1,-2 3 475,-2-4-1069,-1 0 0,0-6 0,-1 1 0,1 1-1443,1 1 758,2 2 1,2-6 64,-1-3 557,-6-3 1,10-2 0,-5-2 0,1-3 0,1-4-687,1-4 917,2-1 0,1-2 1,0-1 218,0-2 1,-4 1 0,-2 7 0,-1 4 706,1 0 23,-4-4-490,2 10 198,-6-6 0,0 9 1,-2 3 590,-2 4-825,2 4 1,-4 1-93,6 0-248,0 0 1,0 1 0,1-1 0,4 0-503,4 0 487,-2-6 1,4 5 0,-5-5-17,2 0 1,2 3 0,4-5-1,-2 2 196,-2 3-135,2-5 1,-5 2 0,4-5 19,-2 2 135,-6 0 1,5-5 0,-4 1 392,0 4-509,7-3 1,-9 2-40,3-8-20,3-4 0,-5-2 0,5 1 0,0-2-399,-1-2 444,-3-1 1,3 1 0,-3 2-235,0 2 99,7-1 1,-3-4 0,5 0-1,-2 0-182,-1-1 362,-7 1 0,8 5-200,-7-1 468,8 1 1,-11-1 232,4 1-324,-4 6-164,-1-4 1,0 9-44,0 3 198,0 2 0,0 3 0,0-1 59,0 2-170,0 2 0,0 1 0,0 1 0,0-1 154,0 0-252,7-6 0,-6 5 0,6-6 173,-1 1-236,-4 5 0,10-11 0,-2 2-381,2-2 324,3-2 1,-1 0-1,0-2-38,0-2 1,0-4-1,1-7 1,-1 0-431,0-4 443,0 3 0,0-9 0,1 6-106,-1 1 243,0 2 1,0 2-1,1 0 1,-1 1 200,0 4-215,-6 3 0,5 6 364,-4 0-191,-3 0 0,2 4 0,-5 3 64,2 1-172,0 1-104,-5-1 249,0-2 0,0-4 211,0 3-520,0-4 0,-2 5 216,-2-6-427,2 0 0,-11 0 1,4 0-1,-4 0-289,-1 0 555,0 7 0,4-4 1,1 6 100,-2 2 0,3-3 0,-2 2 1,1 1 110,1 2 233,2 1 1,4 0 114,-3 0-413,4 0-1,1 1 1,9-3 0,4-2 0,3-4 54,3 0-392,3-4 1,6 4 0,-1-6 79,-3 0-554,3-6 1,-10 3 0,5-5 0,-1 0 0,-4 0 715,-1-3 0,-15-30 0,-7-13 0,1-4 0,1-1 0</inkml:trace>
  <inkml:trace contextRef="#ctx0" brushRef="#br0" timeOffset="90">12057 14330 8247,'-8'-14'3335,"2"6"-2612,0-5-1140,4 6-2947,-4-1 3364,6 1 0,-32 45 0,-7 10 0</inkml:trace>
  <inkml:trace contextRef="#ctx0" brushRef="#br0" timeOffset="91">10820 15311 8349,'0'-14'1195,"-1"6"0,-4 3 431,-5 4-1310,-2 7 1,-1 2 0,2 6 0,2 2 0,-3 1 0,1 4 0,0-1 805,2 1-1153,6 4 1,-8-7 0,6 4 0,2-2 0,1-2-286,2-3 1,0-5 0,2-1-1,2 1-572,6-2 629,3-2 0,6-6 0,1 0 57,2 0 0,2-6 0,4-4 0,-1-1 496,-3 2-108,3-4 0,-11 5 0,3-5 992,-4 4-877,0-4 1,-6 12-1,-1-6 704,-2 1-811,-1 5 18,-5-6 0,0 14-278,0 2-103,0-3 1,2 2-364,2-3 432,-2-3 1,11 4 0,-4-6 0,4-2-102,1-2 289,0-4 0,0-7 1,-1 1 32,-4 0-108,4 0 0,-11-2 0,2-1 1,-2-4-1,-2 1 322,0-1-444,-6-4 0,-7 9 1,-6-3 49,2 3 0,-4 8 0,1 4 0,-1 2-104,0 2 81,3 0 0,3 2 0,1 4 50,0 8 33,6 0 1,-3 13-1,6-5 1,2 2-1,1 0 259,2 1-249,0-5 1,2 6 0,3-7 23,4-2-159,10-7 1,-1 1 0,5-7-1,3 0 1,0-3-622,3-1 541,-1 0 1,1-6 0,-2-4 85,-4-2 0,4-4 0,-5-1 1,2-2-62,0 1 310,-7-4 1,8 6-1,-6-1-160,-1 6 222,4-2 1,-6 7 0,2-4-1,-2 6 1,-1 4 934,-1 4-852,-6-2 0,3 11 1,-5-4 600,2 4-703,-5 7 1,3-4-1,-6 3 1,0-3 0,0-2 404,0 0-469,-6 7 1,3-9 0,-7 4-257,-1-3 1,-1 3 0,-2-8-734,-1-1 421,1 6 0,5-11-386,-1 2-128,7-2-249,-10-2 1040,18 0 0,1-6 0,13-4 432,-1-2-183,4-3 1,-2 1 0,6-2 0,-3-1-1,1-4 783,-2-1-702,-1 5 0,-7-10 0,0 3-59,0-2 1,1-3 0,-3 1-1,-2 1 162,-6 3-103,-2-3 1,-2 11 189,0-3-321,0 10 0,-2 3 1,-2 7-1,-6 4 417,-2 4-385,4 10 0,-3 2 0,6 4 659,2-1-582,1 0 0,2-1 0,0-1 0,0-1 0,0-4 172,0-1-805,6-2 1,-2-1 0,5-2-70,2-1-508,-5-7 0,7 3 0,-3-6 1,2 0-2618,2 0 3700,1-6 0,-14-21 0,-2-11 0</inkml:trace>
  <inkml:trace contextRef="#ctx0" brushRef="#br0" timeOffset="92">11574 15254 8230,'0'-14'690,"0"5"0,3-1-161,6-1-429,7-2 1,16-2 0,4-3 0,8-1 0,5 0-101,5-1 0,-12 9 0,3 0 0,3-4 0,0 1 0</inkml:trace>
  <inkml:trace contextRef="#ctx0" brushRef="#br0" timeOffset="93">25891 5317 7935,'6'-8'-358,"-4"-5"0,4 10 1,-6-6-1,0-2 373,0-2 242,0 5 1,0 0 0,0 4 1144,0-6-1081,0-3 0,0 4-19,0-1 1,0 1 80,0-5-419,0 6 0,2 2 1,1 4 146,2-3-160,6 4 1,-8-6 0,6 7-1,4 0 1,3 0-307,3 0 293,6 0 0,-3 5 1,7 1 48,-1 2 40,7 2 0,-5 4 0,3 0 1,-3 0-1,0 1 63,3-1-70,-9 0 1,9 0 0,-11 1 34,0-1 1,5 0 0,-5 0 0,2 0 81,0 1-82,-7-1 0,4 0 0,-7 2 40,0 3-67,0-3 1,0 4-1,-1-6 1,-2 1-1,-1-1 127,1 0-123,-5 0 1,7 0 0,-6 1 69,1-1-83,5 0 0,-5 5 0,6 0 0,0-2 0,1 1 126,-1 1-135,0-4 0,-1 6 0,-2-7-56,-2 0 46,1-6 0,-1 5 0,1-4 1,1 4-1,0 1 14,-2 1-21,4-1 0,-5 0 0,6 0-3,0 0 7,-6 1 1,5 0-1,-5 3 1,1 1 0,-1 0-11,-2 1-69,5-4 1,-9 6-1,3-5 45,-4 2 1,4 2-1,0-4 1,-2 2-50,-2-1 67,-1 4 1,0-6 0,0 3-63,0-4 58,0 6 1,0-5 0,0 3 0,0-2 0,0 2-84,0 5 48,0-4 1,0 2-1,0-4-5,0 1 54,0 6 1,0-5 0,0 6 0,0-4 0,0 0 16,0 0-17,0 2 0,0-1 1,0 0-24,0-3 44,0 5 1,0-9-1,-1 5 1,-2-2-1,-4 1 20,0 2-35,3-4 0,-8 7 0,2-4-20,-2 1 5,4 1 0,-3 4 0,4-2 0,1-1 1,-2 0 56,0-2-32,5 5 0,-8-10 0,6 5 59,2-1-58,-5-2 1,7-5 0,-6 0 0,1 0 32,-3 1-5,2-1 0,-5-2 0,2 0 0,-3-3-39,-1 1 1,0 4-1,0 0 1,0-1 0,-1-2 9,1-2-44,0 7 0,0 0 0,-1 3 44,1-4-40,0 6 0,0-5 1,0 3-1,-1-2 0,1 0-77,0 2 100,6 0 0,-5-4 1,4-1 2,-4 0 10,-1 0 0,0 0 0,0 1 1,-1-1-1,1 0 9,0 0 6,-7 1 0,4-3 0,-7-1 100,-1-1-138,-2-1 0,-1 1 1,-1-2-1,1-1 1,0 0-261,-1-1 199,-6-1 0,5 0 0,-1 1-144,5 2 213,0-5 0,8 10 0,-4-5 0,0 1 0,0-1-91,-3-2 101,4 5 1,-4-8 0,4 5-104,-1-1 83,-2 4 1,1-8-1,-1 5 1,-1-2-1,-2-1-155,-2 1 126,1-4 0,-2 4 0,-2-6-68,-1 0 120,0 6 1,-2-4 0,-1 3 0,0-4 0,1-1 120,0 0-125,5 7 1,-6-6 0,4 5 328,-1 1-319,0-6 0,6 7 0,2-5 0,1 2 0,-1 0-84,-2 1 62,-2-4 1,1 4-1,0-4-128,-1 2 126,-6-2 1,5 4 0,-3-4 0,3 1 0,0 2-126,-3-2 147,-3 5 0,-1-7 1,3 6-68,-1-1 110,5-4 1,-10 9 0,6-7 0,-1 0 0,-2-1 164,1 2-137,5-4 0,-14 5 1,6-6-1,-2 0 1,-5 0 156,-5 0-205,-4 0 1,-7 0 0,1 0 34,1 0-47,-5-6 0,7 3 0,-4-7 0,4 1 0,2 0-109,4-1 94,-3 1 1,9-1 0,-6 1-246,-2-2 232,5-2 0,-1-1 0,4-1 1,-2 1-1,1 0-70,-2 0 77,11 0 0,-8 1 0,12 2 202,-3 1-186,6 7 1,-9-9 0,7 4-1,1-2 1,2 2 215,2 2-174,0-5 1,-1 3 0,2-5 0,4 2 0,2 2 123,0-2-144,6-2 0,-12-1 1,5 0 60,0 0-79,-5-1 1,5-4 0,-7-1 0,2-1 0,2 1-45,1 2 62,1-4 0,-4 5 1,2-5-1,2 0 1,4 1 107,7 1-8,-2 1 0,12 3 0,-4-1 31,-1-2-107,6 0 0,-6 0 1,7-2-1,0 1 0,0-3 124,0 1-197,0-1 1,0-6-1,0 1 1,-1-1-1,-4 1-267,-4-1 309,-4 1 1,4-2-1,-1-2 52,-1-1-18,5 0 1,-2 5-1,5 1 1,-2 2 0,2 1 278,1-1-277,2 4 0,0-6 1,0 3-1,0-1 1,0 0 407,0 1-447,0 1 1,0-6 0,0 2 182,0 4-206,0-4 1,0 5 0,-1-7 0,-3 1-1,0 1 160,1 3-106,-5-3 0,6 7 1,-3-5-1,2 2 1,0 1 239,-2 0-249,1 5 1,4-5 0,0 3 85,0-5-114,0 4 0,0-3 1,0 6-1,1-4 1,2-1 110,2-3-160,0-2 1,-5 4 0,0 0 0,0 1 0,0 0-25,0-3 68,0 4 0,0-4 0,0 5 31,0-3-31,-7 6 0,6-8 1,-4 4-1,4-1 0,2-2-15,4 2 4,-4-4 1,12 3-1,-3-3 1,2 0-1,4 4-64,3 2 68,-3-6 0,6 6 1,-5-5-27,2 1 3,6 6 1,-7-4 0,6 3-1,1-3 1,2 0-54,1 3 56,7-3 0,-4 5 1,7-7-1,2-1 1,1-2 3,2-2 56,-1 7 1,2-4-1,1 2 104,-3-3-169,4-1 0,-16 4 0,5 2 0,0 0 1,3 1-472,3 1 409,8 1 0,1 0 0,10 1 0,5 2 0,8 4-201,4 1 295,-37 2 0,1 2 1,1 5-1,1 1 1,-1-3-1,0 0-612,-2 1 1,0 0 559,5-3 1,0 1 0,30 3 0,-35-1-1,2 0 1,35-2 0,-3 0-276,-4 2 182,1-5 0,-17 7 1,1-4-1,-3 3 1,0 2-2164,7 0 2014,10 7 0,5 2 0,-33 0 1,-1 1 281,1 2 0,0 0 0,3-1 0,1 0 0,1 2 0,1 1 0,2 2 0,0 2 0,2 4 0,0-1 0</inkml:trace>
  <inkml:trace contextRef="#ctx0" brushRef="#br0" timeOffset="94">29047 4791 8233,'0'-8'-509,"0"-5"751,0 4-124,0 3 0,-1-1 1,-4 7-1,-6 0-44,-6 0 1,-1 0 0,-6 0-1,-1 2 132,-2 3-176,-7 3 1,2 1-1,-6 2 1,-1 3 0,-3 4 137,0-1-151,-7 5 0,5-5 0,-4 7 6,4 1 0,3 2 0,0 2 1,1-1-14,1 1 17,-5 5 1,12-4-1,-4 4-43,1-4 34,-5 4 0,12-2 0,-2 4 1,6-1-1,4-2 75,2 2-78,3 1 1,2 2 0,2 0 43,1 2 1,6-4-1,-6 3 1,1 2-2,1 1-33,-5 3 1,5-8 0,-4 5-29,2 1 0,-2 0 0,2-2 1,-1-2 117,2-1-83,-4-6 1,7 9-1,-5-3 9,1 3 0,2-3 0,-3 0 1,2 1 6,-2 2-6,-2 8 0,3-6 0,3 1-24,0-5 1,-4-2 0,3 2 0,0-2-19,4-3-8,2 6 0,2-10 0,0 5 50,0-1 0,0 1 0,2 3 0,1-3 37,2-1-47,6-3 0,-4 5 0,8-5-37,-1 3 0,-5-3 0,1-6 0,3-1-4,4 1 36,-1 2 1,4-3-1,-4-2 10,3-1 0,-2-1 1,5-2-1,1 0 23,-1 0-50,1-2 0,1-2 1,0 0-8,1 0 0,7 4 0,1-3 0,0-2-9,2 0-3,-5-1 1,11 3-1,-3-1-3,3 0 1,-3 0 0,-2 0 0,0 1-6,1-1 14,-6 0 0,-1 0 0,-6-1 0,1-4 1,7 4-1,1-5 1,0 1-135,2 1 131,-5-7 1,11 8-1,-3-5-2,3 2 0,2-4 1,1 2-1,2-1 4,1-1 0,1 1 0,-6-3 0,-1 1 8,-3 2 0,3-1 0,-4-2 0,1 1 54,-1 2-53,-5 0 0,4-4 1,-4 2-1,1 2 1,0 0-1,-4-4 1,-1 2-1,1 2-10,5 0 1,-4-3 0,5 1 2,0 1 0,-3 1 0,5-3 0,1 1-6,-1 2 5,4-1 1,-5-2-1,7 1 31,-1 2 1,-1 1 0,-1-3 0,-2 2-15,1-2-6,2 5 1,-4-6 0,-4 2 7,-3-2 0,0 3 1,2 0-1,2-2 25,3-2-34,-6 6 1,10-6-1,-1 4 23,6-4 0,-2 4 0,3 0 0,-2-2 88,-3-1-80,1-2 1,-1 0 0,1 0 6,0 0 0,1 0 1,2 0-1,1 0 63,-1 0-66,-2 0 1,-1-2 0,0-1-17,-1-2 1,-4 0-1,0 5 1,0 0 32,-2 0-35,5 0 0,-6 0 1,6 0 82,2 0 0,-8 0 0,6 0 0,-3 0-34,-2 0-71,-4 0 1,2 0-1,-7 0-310,-3 0 0,-4 0-1026,-5 0 672,-8 0 0,-2 0 662,-10 0 0,-40-31 0,-17-9 0</inkml:trace>
  <inkml:trace contextRef="#ctx0" brushRef="#br0" timeOffset="95">24014 8459 9706,'8'0'-3,"5"0"0,-4 0 1,4-2-1,3-1 0,1-2 1,5 1 367,5-3-317,-2-1 0,15-1 1,-5 1-1,1 0 0,3 0 1,2-3-1,2-2 150,0-1 0,-5 5-185,0-1 1,-5 1 0,5-5-1,0-1 43,-2 1 1,3 0-20,-5 0 0,5 0 0,-1 1 0,3 2 80,2 1-109,-7 1 1,5 1-1,-3 2 1,3 1-1,2-1-20,-1-2 23,1 5 1,-5-9 0,0 6 13,1-2 1,1 4-1,-1-4 1,-2 0 52,-3 0-62,6 5 0,-4-8 0,5 4 13,-3-1 0,3 4 1,-1-4-1,6 1 71,6 4-80,-3 2 1,6 1-1,-4 0 58,-1 0 0,4 0 0,-7 0 1,-3 0-61,-4 0-18,-5 0 0,-1 4 0,3 3-20,-1 1 0,0-5 0,-2 3 0,4-1 33,3 0-15,1-1 1,1 1-1,0 0 0,-1-2 1,1 3 0,0 1 0,-1-1 41,1 0 22,-7 5 0,4-8 0,-7 7 10,-2 1 0,-1-3 1,-3 1-1,-3 2 41,-5 2-153,-3 1 0,-5 1 1,0-1 56,0 0 0,8 0 0,-6 2 0,1 1-31,3 2 6,1 0 0,-9 0 0,1 2-18,1 1 1,-4-3-1,1 3 1,-1 0-15,-4 0 39,-2 2 1,-1 0-1,0-1 2,0 3 0,0 5 0,0 2 0,0-1 33,0-2-31,0-2 1,0 2-1,-1 2 13,-4 1 0,2 0 1,-5-4-1,0-1 66,0 1-32,5 5 1,-10-8 0,4 2 18,-4-1 0,-1 0 0,-2 1 1,-1 1 138,-2-1-184,-6 0 1,4 1-1,-4-1-53,1 1 41,-6 6 0,3-5 1,-4 3-1,-1-2 1,2 1 70,0 1-88,-5 7 1,4-10 0,-7 3 39,-2-3-38,6-2 1,-9 5-1,0 1 1,-7-3-1,-6-1 36,0-1 29,-8-1 1,0 0 0,-7 1 61,-1-1-76,8-6 0,-6 1 1,4-6-1,-4 3 1,-1 1 415,0-1-428,6-1 0,2-4 1,6-1 72,0 0-133,7 0 0,1-1 1,6-2-1,1-2 0,-3 1-720,-2-2 451,3 4 0,-10-5 0,5 4-1456,-2-2 1399,6-5 0,-4 7 350,6-7 0,19-62 0,15 18 0,-1 1 0</inkml:trace>
  <inkml:trace contextRef="#ctx0" brushRef="#br0" timeOffset="96">25934 4236 8098,'0'-14'27,"0"0"0,-5 5 0,0-1 0,0 1 731,-1 1-606,4 1 1,-4 9 0,5 3 0,-3 4 116,0 4-304,-1 7 1,5 1 0,0 4 0,0 0 0,0 4-87,0 2 91,0 3 1,0-6 0,0-1 0,2-2 0,1-3-164,1-1 210,1-2 1,0-5 202,0 0 1,1-7 564,-1-7-622,-4-7 1,6-9-1,-7-2 164,0-6-233,0-3 1,0-1 0,0-2 0,0-1 0,0 1 158,0 4-151,0 7 1,0-7-1,0 7-20,0 2 0,4 6 0,3 3-305,1 2 178,1 1 1,7 7 0,1 2 89,2 6-82,0 2 0,-5 3 0,1 1 1,-1 1-1,0 2 13,0-2 22,0-1 1,1-7 0,-1-1-8,0-1 90,0 4 0,1-10 1,0 4-1,3-5 1,1-5 590,-2-4-649,-7-4 0,1-3 0,-5-1 19,2-2-150,-5-6 0,3 3 1,-6-7-1,-1 1 1,-2 1-826,-2 3 370,-6 4 0,8 6-1843,-7-1 2406,7 7 0,-10 21 0,5 11 0</inkml:trace>
  <inkml:trace contextRef="#ctx0" brushRef="#br0" timeOffset="97">26559 4052 8098,'14'-37'98,"-6"3"0,-1 7 0,-7 3-120,0 5 1253,0 10-72,0 2-544,0 7-511,0 0 0,0 7 0,-2 2 167,-3 4-207,4 1 1,-6 6 0,6 4-1,-2 3 1,-2 3 356,2 3-485,-5-3 0,5 10 1,-7-6-90,-1 3 190,-1-6 1,2 10 0,1-4 0,-2 1 0,-2 0 82,-1 1-243,-1 2 0,1-4 0,0-6 82,0-6-208,0 2 1,4-11 0,2 3-857,2-3 222,1-8-729,5-2 985,0-6 1,6 0 626,4 0 0,15-32 0,5-7 0</inkml:trace>
  <inkml:trace contextRef="#ctx0" brushRef="#br0" timeOffset="98">26730 4364 8098,'14'-22'111,"-6"-5"0,3 16 683,-6-3-326,-1 9 56,-4-1 1,0 8 324,0 2-672,0-2 1,0 11 0,-1-4 178,-4 4-387,4 1 0,-6 2 0,7 1 0,0 2 0,0 0-225,0 2 285,0-6 0,0 6 0,0-5-153,0 3 1,0-3-1,0 2 1,0-2-394,0-2 341,0-6 0,0 5 48,0-4 216,0-2 1,2 4-1,3-8 85,4-5-164,-3-4 0,7-8 1,-5 0 62,0-1 54,4 1 1,-5 0 0,4 0 370,-2 0-555,1 6 0,4-3 138,0 6-64,-6 6 1,5 3 0,-4 5 0,4 2-1,1 2 99,0 1-251,0 0 1,1 0-1,-1-1 73,0-3 20,7-4 0,-6-1 0,4-1 0,-3-2 0,-2-5 149,1-7-42,-1-2 1,-5-4 0,-1-3 164,-1-5-246,-3-3 1,-4-1-1,-1 1 1,-4 3-1,-4 5-444,-4 4 191,-1 0 1,-2 8 0,-1 2 269,-2 3 0,-13 46 0,2 12 0</inkml:trace>
  <inkml:trace contextRef="#ctx0" brushRef="#br0" timeOffset="99">27227 4251 8098,'0'-37'226,"0"9"1,0 3-136,0 6 2178,0 6-1820,0 7 0,0 22 1,2 4 67,3 4-495,-4 1 1,10 3 0,-6 1 329,-2-1-393,-1 1 1,3 4-1,-1 0 1,-1-1-1,-1-4-80,-2-4 44,0 3 0,0-7 0,0 4-323,0-5-613,0-10-828,0 4 1579,0-11 1,0 2 261,0-8 0,13-30 0,3-11 0</inkml:trace>
  <inkml:trace contextRef="#ctx0" brushRef="#br0" timeOffset="100">29545 4279 8131,'0'-14'189,"0"0"1,0 4 189,0 1-214,0 12 1,0-2 0,0 14 0,0-1-1,0 2 1,0 1 101,0 2 0,0 0-215,0-5 0,0 0 1,0 1-1,1-3 0,3-1 1,0-1-3,0 1-62,-3-5 0,5 1-42,4-7 0,-2 0 1,0-2-94,-2-3 129,5-3 1,-5-11 0,4-1 112,-5-2 0,1 4 1,-1-1 74,-2 4 221,5 0-479,-7 1 70,6 6 1,-1 2-1,2 8 1,1 1 177,1 1-123,-1 7 0,6-3 1,-1 7 37,0-1-2,6-6 0,-2 3 0,4-7 0,-1 1 0,-3 0 455,3 0-449,-5-1 1,4-5-1,-5-4-14,-1-4 0,-5-4 1,-1-3-1,-2-1 42,-2-2-325,-3-6 1,-1 7 0,0-4 34,0 2 1,-1 2-1,-3 7 1,-2 3-403,-2 2-2117,5 1 2702,-3 5 0,12 38 0,2 9 0</inkml:trace>
  <inkml:trace contextRef="#ctx0" brushRef="#br0" timeOffset="101">30227 4265 8138,'0'-21'-287,"0"4"1,0-5 10,0 1 611,0 2 0,0 5 915,0 0-47,0 0 45,0 6-1266,0 2 0,-1 6 1,-2 1-239,-2 4 261,0-4 0,5 7 7,0-3 0,0-2-291,0 7-60,0-1 258,0-1 1,0 0 113,0-3-16,0-4 206,0 6-120,-6-1 4,4 2 0,-4 1-5,6 1 0,0-5 0,0 4 155,0 2-236,0 2 0,-5-4 1,0 1-5,2 1 1,2 1 0,-1 3 0,-1-1-29,-2 0 40,0 0 0,5 0 0,-1-1 34,-4-3 0,4 2 0,-4-2 117,3 2-160,2 3 0,-4-6 0,-1 0-38,2 3 0,-1-5 0,1 3 56,-1 1-215,-1 2 1,0-4 5,0 1 1,-1-7-1,3 3-600,-2 0 280,0-4-1132,5 4 1623,0 1 0,51 0 0,12 8 0</inkml:trace>
  <inkml:trace contextRef="#ctx0" brushRef="#br0" timeOffset="102">30497 4350 8138,'-6'-28'54,"5"6"0,-12 1 1,5 7 16,0 0 408,-4 6 1,4 1 1419,-7 7-1200,8 0-232,0 7 0,7 1-481,0 6 22,7 0 1,-4-4 0,6-1-58,2 2 0,-3 0 1,2 2 137,1 1-229,1 3 1,2 6 0,-1-4 73,-3-4 0,1 4 1,-5 0-1,0 0 12,1 2 140,4-5 1,-8 4 61,6-6 1,-1 0 0,3-1 40,-1-3-167,-1-4 0,5-6 1,1-3-2,-1-7 1,0-1-1,0-11 1,1 0 77,-1 0-89,0-2 1,0-4-1,0 1 46,1 3 1,-6-1 0,-1 6 0,-2 2 403,-3 1-990,-1 8 342,-2 2 1,0 7-1,0 4 1,0 6-353,0 6 453,-6-1 1,4 11 0,-3-5-30,4 0 1,1 3 0,0-4 0,1 0 161,4-1 22,3-1 1,6-5 0,1-1 63,-1-4 0,5-2 0,1-7 0,1 0 632,-1 0-604,6-7 0,-11-1 1,3-6 112,-7 0 0,0-2 0,-5-1 1,0-2 202,1 2-393,-2 1 1,-5 2 0,0-1-456,0 1 0,-2 5 1,-3 1-1054,-4 1 386,2-4-447,-5 10 1,4-6-303,-6 7 1121,6 0 667,1 0 0,26-25 0,5-6 0</inkml:trace>
  <inkml:trace contextRef="#ctx0" brushRef="#br0" timeOffset="103">31208 4251 7825,'15'0'-381,"-1"-7"0,0 4 1019,0-6-520,0 6 1,-4-8 0,-1 4 329,2-1 0,2 5-81,1-2 1,1-1-1,-1 1 690,0 2-755,0 2-311,0 1 0,-1 6 1,-3 3-1,-6 4 2,-2 1 82,-2 0 0,-2 2 0,-2 3-161,-6 5 1,-3-2 0,-1 0 0,-2 0-80,-3 0 242,4-4 0,-11 7 0,7-6 116,2-2 1,1-2 0,2-4 309,0-2 40,0 1 0,7-2-393,7-4 0,10-2 1,13-2-1,11-2 199,5-2-396,4 2 1,-1-11 0,1 5-171,0 0 0,-4-3 0,-4 5-1621,-7-2 595,-9 5-1492,-4-3 2735,-9 12 0,-57 40 0,20-15 0,-1-1 0</inkml:trace>
  <inkml:trace contextRef="#ctx0" brushRef="#br0" timeOffset="104">22991 9155 8090,'0'-14'1718,"-5"0"1,0 0 535,2 0-2089,1 6 1,-2 3-1,-1 10 1,2 4 0,1 5-1,2 4 1,0 2 980,0 2-1052,0 2 0,0 3 0,0-2 0,0-1 0,0 0-250,0-2 0,0 3 0,0-6 0,0-2-979,0-1 983,0-2 0,0-4-78,0-1 0,0-7 0,0-2-619,0-8 648,0-11 1,0-3 0,0-7 84,0 1 1,0 0 0,0-2-1,2 0 228,2 1 187,-2-3 0,9 12-173,-6-4 1,6 5 0,-2 10-15,4 4 216,1 4 1,0 8 0,1 8 210,-1 7-301,0-2 1,0 7 0,0-5 0,1 0-1,-1-3 409,0-3-684,0-2 0,1 1 0,-1-3 208,0-2-168,0-4 1,0-6-1,1-2 1,-3-2-88,-2-6 27,2-9 0,-10 2 1,3-7-156,-4-1 1,-2-2-1,-2-1 1,-4-1-668,-1 1 274,5-1 1,-8 7-1,6 3-246,2 3-942,2 2 0,-4 8 1793,0 6 0,26 31 0,10 15 0</inkml:trace>
  <inkml:trace contextRef="#ctx0" brushRef="#br0" timeOffset="105">23517 9027 8137,'-7'-7'696,"6"-6"1,-6 10-1,6-5 1795,-4 2-2330,3 7 0,-4 7 0,6 8 0,0 1 1,2 4-1,1-1 0,2 1 91,-2-4-337,5 5 0,-7-6 0,6 3 0,-3-3 1,1-2-1,0 0-1307,1 0 1067,2 1 1,1-7-1,1-4 121,1-2 1,-3-8 0,1-5 0,2-5 305,2-3-46,-5-7 0,3 9 0,-6-5 216,-2 1 61,5 3 1,-7 3-1,4 1 862,-3 0-908,-2 6 1,0 3 88,0 10-233,0 3 1,5 6 0,-1 0 0,1 1 0,0-1-48,-1 0-130,8 0 0,-9-1 0,6-2-264,2-2 251,-4-6 1,5 4-1,-2-7-375,2 0 264,-4-7 0,0 4 0,-5-6-728,2-2 106,0 4 1,-5-5 0,-2 4 779,-3 0 0,-21 14 0,-12 10 0</inkml:trace>
  <inkml:trace contextRef="#ctx0" brushRef="#br0" timeOffset="106">23431 8686 8137,'7'-14'43,"-6"0"1,7 0-1,-5-1 1,4 3 1363,0 2-1120,-3 4 1,7 8 0,-5 2 0,0 6 0,2 2 0,-1 3 1119,-1-1-1105,-1 0 0,-5 5 0,0 2 0,0-1 0,0 2 800,0 0-978,0 2 0,0 4 0,-2 2 0,-1 2 0,-2 1 517,2-1-471,-5 4 0,5 0 0,-5 7 22,2 0 0,-4-1 1,4 1-1,-2 0-45,-3-1-114,5 1 1,-7-7 0,3-3-18,-2-3 1,2-1 0,1-2-1,-1-4-176,3-4-445,-6-3 420,11-8-1074,-4 5 0,6-13-1171,0 0 1689,0 0 1,0-8-1,2 5-1349,2-2 2090,-2-6 0,42-29 0,3-13 0</inkml:trace>
  <inkml:trace contextRef="#ctx0" brushRef="#br0" timeOffset="107">23616 9084 8386,'0'-20'374,"0"4"1,0-5-1,0 7 1540,0 0-1159,0 6 0,0 3 1247,0 10-1617,0 3 0,0 6 0,0 0-81,0 1 1,0 0 0,0 3 0,0 1-371,0-2 17,0-1 0,0 3 0,0 0-953,0-2 576,0-1 1,2-2 0,1 0-1304,2 1 1348,6-1 0,-8-6 8,6-3 408,1-4 1,2-7 0,-1-5-1,-1-5 1,-1-5 187,-1-1 462,5 5 1,-10-4-164,7 7-279,-7 0 0,8 4 1,-5 3 448,2 0-463,-5 9 0,4 1 0,-6 6 391,4 3-698,-4 0 0,10 2 1,-4 1-1,1-1 1,3-2-746,1-2 706,3 3 1,-1-12-1,0 4-334,0-4 408,0-1 0,-4-1 1,-1-4-1,1-4 1,-2-4-115,-3-1 126,-4-7 1,-1 5 0,0-4-568,0-1 132,0 6 1,-1-6-1,-3 7 1,-2 1-1786,-2 4 2251,5 2 0,-16 39 0,3 8 0</inkml:trace>
  <inkml:trace contextRef="#ctx0" brushRef="#br0" timeOffset="108">24213 9056 8182,'7'-21'484,"-6"-1"1,7 0 0,-5 3 405,2 3-445,0 2 0,-4 1 0,2 2 0,4 4 932,1 0-1186,1 2 1,5 5-64,1 0 1,-1 2-1,0 3 337,0 4-500,-6 4 1,0 1 0,-5 0 260,2 1-262,0-1 0,-5 5 1,-2 0-1,-3-2 1,-4 0 253,-4 2-223,-1-3 0,0 5 1,0-7 135,-1 0-154,7 0 0,-4 1 0,4-1 0,0 0 0,3 0 239,4 0-153,1 1 1,1-1 0,6 0 362,7 0-360,0 1 0,7-1 1,-7-2-1,0-1 0,0-1 1064,0 1-848,-6-5 1,-1 7 0,-11-5 1042,-5 0-1095,-7 4 1,-14-8 0,-3 3 0,-5 0 0,-3-4 398,-2-2-1314,1 6 0,5-6 0,6 4 251,6-3-4011,10-2 4445,9 0 0,41-8 0,25-3 0,-1-1 0,0 0 0</inkml:trace>
  <inkml:trace contextRef="#ctx0" brushRef="#br0" timeOffset="109">12839 14430 8262,'0'-15'-185,"2"3"0,1-1 0,3 1 0,0-4 663,1 0 1,2 0 0,-2 4 0,-1 0 0,2 3 419,0-2-676,-5 5 1,8-2 0,-5 5 57,2-2 1,-5 2-141,2 7 45,3-2 1,-7 11 0,4-4 40,-3 4 1,-2 1 0,0 0 0,0 0 303,0 1-342,0 5 0,5-4 0,-1 4 264,-1 1-348,-1-5 1,-2 6 0,0-5 0,0 4 0,0-1 364,0 1-404,0 4 0,0-3 0,0 7 10,0-1 0,0 1 0,0-1 1,0 0 301,0 1-331,0 6 0,0-5 0,0 3 215,0-3-228,0 5 1,0-5 0,0 4 0,0-1-1,0 1 288,0-3-277,0-1 0,5 3 1,-1 2 119,0 2-153,-3-6 1,-1 4 0,2-7 0,1 2 0,2 2 98,-2 1-48,-2 0 1,4-6 0,0-2 179,-2-1-204,-1 0 0,-2-2 1,0-3-1,0-3-175,0-2 151,0 0-96,0-6 63,0-2-102,0-6 0,-2 0-339,-3 0 1,-3-4 0,-6-1 0,-2 0-1026,-3-1 642,4 4 0,-11-6 0,6 5-1005,-2-2 1,4 1 1847,-1 4 0,-3-19 0,0-5 0</inkml:trace>
  <inkml:trace contextRef="#ctx0" brushRef="#br0" timeOffset="110">13649 14956 8258,'-14'0'82,"6"0"1,-4 0 0,2 0 1072,-2 0-273,-3 0 1,9 0 1135,6 0-1691,13 0 0,9 0 0,8 0 0,3 0 0,7 0 1198,5 0-1317,0 0 1,8 0-1,-4 0 1,0 0-1,-1 0 315,-7 0-496,1 0 1,-12-5-1,2 0 431,-7 2-552,-4 1 1,-13-4-22,-4-3-122,-8-4 1,-6-1 0,-7 0 0,-4 1 0,-1 0-1121,-3-1 1152,-2 9 1,0-14 0,3 10-111,5-4 125,4 5 0,0-3-336,1 7 782,6-1 0,10 6 0,12 4 0,7 5 0,2 2 1536,1 3-1494,0-1 1,-1 0 0,0 0 661,-3 0-832,-1 1 0,-9-1 0,-3 0 1,1 0-1,-1 0 187,-1 1-504,-1-1 0,-7 0 0,-3 0 0,-4-1 0,-4-2-4024,-1-2 3391,-6 1 0,2 4 0,-4 0-2382,2 1 1867,1-1 1337,-2-6 0,5 11 0,-4-4 0</inkml:trace>
  <inkml:trace contextRef="#ctx0" brushRef="#br0" timeOffset="111">15085 14885 10811,'0'-8'75,"0"-5"1,-1 5 0,-2-1 0,-2-1 2453,2-1-2202,1 5 0,1-2 0,-4 5 1,-3 0 12,0 4 0,0 7 0,5 9 340,-2 2-549,1 0 0,-1-4 1,0-1 50,2 0 0,1 0 0,2 2-20,0 3-604,0-3 0,0 4 296,0-5-174,7-1 1,-4-5-1,6-1 1,2-2 0,2-2-1327,1-3 1335,0-1 1,5-6 0,0-4 44,-1-2 1,-2-2 0,-2-1 0,-2 0-254,-2-4 574,3 3 0,-12-10 0,4 8-62,-4 0 1,-2 2 0,-2 2-1,-5 2-52,-5 2 267,2 4 1,-9 6 0,4 0 101,-3 0 0,3 1 0,-3 4 0,3 5 586,2 2-846,0-4 1,1 5-93,4-4 1,-2 4 0,7-1-623,6-2 527,4-4 1,10-6 0,2 0-139,1 0 1,6-1-1,-2-2 1,4-4-32,2-1 437,-1 5 1,5-8 0,-1 6 213,-5 2 0,1 2 0,-6 1 0,2 0 425,0 0-174,-13 0 1,6 6 0,-10 3-67,0 4 0,-3 3 0,0 1 0,-2 2 731,-2-1-1160,0-3 1,-5 0-1,-1-1-276,-2 0 1,3-1-357,-4-4 273,6 4-200,-4-12 0,7-1 0,0-11 1,0-5-1813,0-3 1927,7 1 1,0-1 0,8 0 276,-1 1 1,0-2 0,2 1-1,1 3 172,2 5 313,0-2 0,-5 12 1,1-4-224,-1 3 1,-5 2 0,-1 2 0,0 3 472,0 4-277,-5 4 0,8 1 0,-6 0-202,-2 0 0,3 1 1,1-3-1,1-1-652,3-1 388,-5-1 0,7-1 1,-4-1-142,4-1 1,1-5 0,0 4 0,0-5-961,1-5 964,-1 4 1,0-12 0,0 4-13,1-4 0,-3-6 0,-2-1 0,-4-1-39,0 1 283,-4 1 1,4 4-1,-6 1 271,0 0 1,-6 1-1,-4 4 200,-2 4-367,-2 4 1,-1 7 0,3 5 102,2 6 1,-1 1-1,6 4 1,1-2 666,-3-2-955,6-3 0,-4 4 1,10 0-538,4-1 1,4-7-1,3-2 1,3 1-2535,4-2 2435,4 4 696,2-10 0,24-8 0,7-10 0</inkml:trace>
  <inkml:trace contextRef="#ctx0" brushRef="#br0" timeOffset="112">16806 14842 8369,'0'-8'2206,"-2"-3"1261,-3 6-2875,4 1-169,-5 10 1,7 2 0,2 8 0,2 1 0,0 3 0,0 3 302,-1 2 0,1-3 0,-5 2 0,0-1 127,0-1-870,0 5 1,0-6 0,0 4-89,0-1 0,0-7 0,0 4 0,0-2-197,0 0-1321,0 0 0,-2-10-1392,-2 1 2034,2-7 0,-6 3 0,5-8-814,-2-2 1223,-6-11 0,10-7 0,-4-6 276,3-1 1,2-4-1,-1-1 1,-2-3 295,-2-2 140,0 4 0,5 0 0,0 7 583,0-1 0,2 6 0,2 1 1,6 3 1312,3 6-1585,1-1 0,5 12 0,1-3 238,2 4 1,1 7 0,0 5 0,-4 5 343,-3 3-855,-2 0 0,-1 0 0,-4 0-72,-4-2 0,-3-1 1,-4-2-1,-3 0 110,-4 1-358,-4-1 1,-6-1-1,-1-2-438,-2-2 0,-2-4 1,-3 3-1,2-2-1317,1-3-2352,7 5 4249,-4-6 0,45-21 0,9-13 0</inkml:trace>
  <inkml:trace contextRef="#ctx0" brushRef="#br0" timeOffset="113">17204 14899 8312,'8'-14'135,"4"-1"1,-10 1-1,3 0 1418,-4 0-982,-1 6 0,-6-3 0,-3 6 150,-4 2 0,-6 1 1,-2 2-1,-1 0 832,-3 0-1274,-2 7 1,3 1 0,2 7-13,2 4 0,1-1 0,5 4 0,1 0-491,4 0 165,-4-5 0,11 4 0,-2-7-562,2 0 0,2 1 0,2-3 0,1-1-2039,1-1 2263,8-7 1,-5 3 0,8-7-24,-1-4 1,2 2-1,1-7 1,2-1 86,-2-1 169,-1-9 1,-6 5 305,-1-3 465,1 3 0,-1 2 644,1 0-1003,-7 6 1,5 2 631,-4 6-709,-2 6 0,6 0 0,-5 5 1,3-1-1,2-1 513,3-1-807,2 5 1,-4-11 0,1 4-523,1 0 456,2-4 1,1 4 0,2-7-1,1-4 1,2-5-799,-2-2 769,-7-3 1,2-4 0,-4-1-304,0-2 443,-1-2 1,-7-4-1,0-1 1,0 1-1,0 1 131,0 3 275,0 4 0,0 6 94,0-1 1,-2 7 0,-1 5 0,-2 8 372,2 9-218,1 7 0,2 7 0,2 1 383,3-1-649,-4 7 1,6-5 0,-6 3 0,2-3 0,2-2 326,-2 1-966,-1-7 1,-1 3-1369,4-6 0,-3 0-443,2-5 1422,-2-6 1,-2-3 0,-2-10-405,-2-4 863,-4-10 1,0 1 0,2-5 0,1-1 0,-2 0-354,0 1 663,3-1 1,-2-3-1,6 2 392,0 1 1,0 7 0,0-2 0,2 3 759,2 2-689,4 6 1,7-3 0,0 6 393,4 2-804,-3 1 1,9-2 0,-6-1-1,0 2 1,0 1 103,0 2-249,-6 0 1,-1 0-281,-2 0 344,3 0 283,-6 0-148,0 0 0,-7 7 0,0 2 1373,0 4-1204,0 7 0,0-4 0,0 5 0,0-3 0,0 3 963,0 1-1202,0-5 1,0 9 0,0-7-438,0-2 4,0-1 0,0-2-606,0 0 716,0-6 1,1-3-1,3-10-195,0-4 0,3-4 0,-4-3 0,3-3-393,2-4 743,1 2 0,1 1 0,-1 5 494,2 1-235,-4 6 0,5-3 0,-2 6 1,3 2-1,-1 3 1059,-2 5-421,2 3 1,-5 8-1,2 1 896,-4 2-1461,3 6 0,-7-7 1,4 4-1,-3-2 1,-2-2 68,0-2-1187,6-2 1,-4-5 661,2 1-1205,-2-7 0,-1 3 1,4-6-1,5 0 1408,2 0 0,21-38 0,5-9 0</inkml:trace>
  <inkml:trace contextRef="#ctx0" brushRef="#br0" timeOffset="114">18754 14870 11058,'0'-14'694,"-5"5"1,0-1 0,0 1 2663,-1 1-2748,5 2 0,-6 13 0,7 6 0,0 4 0,0 1 0,0-2 64,0-2 1,5 0-1,0 0 1,-2 0-201,-2 1-901,-1-1 1,0-5-1449,0 1-453,0-1 1407,0-1 0,0-3-1120,0-10 1764,0-3 0,0-11 0,0-1 0,2-1 0,1-1-671,2 0 1070,0 5 1,-4-4 0,2 7 503,2 0-239,0 0 0,1 6 1406,4 3-1290,2 16 0,-2-2 0,-2 12 358,-2-1-827,-1-4 0,-1 10 1,1-8-1,-2 1 0,1 0-1608,0 0 623,-2-6 0,4 0-980,-6-4 1486,6-3 0,-2 1 1,5-10-27,2-7 466,2 1 1,-4-13-1,1 4 455,1-1-362,1-6 0,-2 9 0,-2-3 0,0 5 0,-2 3 1475,0 1-1084,-1 7 1,1-8 777,4 6-786,-4 1 1,7 10-1,-4 4 661,4 2-1237,-5 2 0,5-4 0,-4-2 122,4-2 1,1 4 0,0-4 0,0 0-950,1 1 752,-1-3 0,5-4 1,1 0-119,2 0 1,-4 0 0,2 0 0,-1-1-321,0-4 555,6 3 0,-13-10 0,2 4 235,-2 0-225,1-5 1,-4 5 0,-1-6 15,-1 0 440,-3 0-211,-4 6-219,-6 2 1,-2 6-1,-6 0 1,-2 0-1,-1 1-73,-2 4 138,0 3 1,5 4-1,-1-1-61,1-1 105,0-1 0,5 6 1,1-1-1,0 0 0,1 0 110,1 0-332,1-6 0,5 5-202,0-4 253,0-2 0,7 1 0,2-5 0,4 2 0,3-2-416,3-2 475,-4-7 0,6 0 0,-7-5 89,0 1 0,1 2 0,-1-3 0,-2 2 239,-2-2 23,-4 4 0,-1-1 884,0 4-702,-1 2-176,-4-4 0,0 7-199,0 4 0,0-2 1,0 7-1,2 1 77,3 1-165,-4-4 1,12 5-555,-4-4 1,4-1-1,3 0-944,3-1 1231,-3-3 1,9-4 0,-6-1-29,-2-4 1,-1 2 0,-2-7 455,0-1 171,1 5 1,-7-7 566,-4 4-696,4 3 433,-6-1-563,4 7 0,-1 2 0,1 1 138,2 2-775,2 6 1,4-10 106,0 4 0,0-3 0,0-2-9,1 0 395,-1 0 0,-1-2 0,-2-1 212,-2-2 0,-4-4 0,3 2 1099,-2 0-804,-1 3-287,-5-2 0,0 8 0,0 2 0,0 6 1083,0 2-1001,0 9 1,-2 3-1,-1 7 171,-2 2 0,1 7 0,4-4 0,0 2 464,0 0-969,0 0 1,0-2 0,0-2 50,0-4 0,0-8 0,-2-3 0,-1-4-371,-2 0 325,-6-8 0,3 0 0,-6-7-118,0 0 1,-1-7-1,1-4 1,0-4-468,0-4 332,0-7 0,6 4 0,3-8-591,3-3 0,4 3 0,3-3 0,4 4-2632,4 6 2663,1 2 871,7 1 0,19 10 0,11 4 0,7-4 0,-1-1 0</inkml:trace>
  <inkml:trace contextRef="#ctx0" brushRef="#br0" timeOffset="115">20687 14629 8215,'0'-15'501,"0"1"1,0 0 2006,0 0-2045,7 6 0,-4 3 0,5 10 1,0 6-1,-2 5 0,0 4 0,-3 4 3451,-1 6-3479,-2-2 1,0 7 0,0-5 0,0 2 0,0 1 1079,0-1-1664,0-2 1,0-4 0,0 0 96,0-3 1,-2-5-1,-1 1 57,-2-3-2329,1-9 1654,4 6 0,-5-18 0,0 1 0,2-7-961,1-4 1359,9 1 1,-4 0-1,6 0 255,2-1 1,7 1 0,1 2 0,0 2 784,1 5-679,-4 4 0,9 1 0,-6 0 253,-1 0 0,-2 6 0,-2 4 0,0 2 949,0 2-911,-6-6 0,-2 5 0,-6-4-51,0 4 0,-1 1 0,-4-1 0,-4-2 397,-4-2-1021,-8-5 1,4 2 0,-7-6 79,-1 0 0,-2 0 1,0 0-1,4 0-1219,4 0 884,3 0 0,2 0-824,-1 0 1285,8 0 0,3 0 0,14 0 0,9 0 59,6 0 421,10-6 0,0 2 0,4-5-60,-1-2-305,0 5 1,5-7 0,-1 4-1,-1-6 1,-3-2-152,-5-2-149,-3 0 0,-6 3 88,0-3 0,-13-1 0,-2-4-355,-5 5 429,-11 10 0,-1 2 1,-6 7 73,0 0 0,-5 2 0,-2 4 0,1 7 305,-1 4-141,2 2 0,5 0 0,0 2 146,0 1 0,4-5 0,2 4 0,2-2 97,3 0-392,1 0 0,4-5 1,4-2-389,8-2 0,2-2 0,6-5 1,0 2-2220,1-2 1883,0-2 0,1-1 747,0 0 0,6-12 0,6-4 0</inkml:trace>
  <inkml:trace contextRef="#ctx0" brushRef="#br0" timeOffset="116">21867 15041 8485,'-14'0'309,"5"0"1,-1 0 0,-1 0 0,-2 0 2402,-1 0-1866,6 0 0,0 0 1,7 0-58,1 0 0,3-2 0,13-1-99,3-2-693,-3-6 1,4 5-1,-4-5 81,3 2 1,-3-1-1,3-4 1,-4 0 233,0-1-625,-1-5 1,-2 4 0,0-3 26,-3 3 1,-6 2 0,2 0 0,-3 0-171,-2 0 410,0 6 0,-2-3 0,-3 6-110,-4 2 114,-4 1 0,-1 8 0,0 5 1,-1 5-1,1 5-147,0 1 520,0-5 1,4 9-1,2-6 273,2 2-630,1-4 1,5 7 0,0-5-1,2 1 1,3-1-219,4-2 9,4-9 1,1 4-1,2-5-9,3 0-131,-3-2 0,9-6 0,-5-2 0,1-2 0,-1-4-865,-2 0 1281,4-11 1,-6 10 0,3-10 233,-4 3 163,0 2 0,-1-1 0,-1 1 0,-2 1 877,-2 4-663,-6-4 99,4 12-640,-7-6 1,0 9 0,-2 1 0,-1 4 0,-2 0 98,2 4-189,1 2 1,2 1-205,0 1 86,0-1 1,0 0 0,0 0 0,2-1-291,3-4-164,-4 4 0,7-11-91,-3 2 548,-4-2 1,12-2 0,-5-2-47,0-2 276,-2 2 0,-6-11-173,0 4 196,0-4 1,0-1-1,-1 0 116,-4 0-236,-3-1 0,-1 7 1,1 2 353,1 0-379,-4 4 0,8-4 0,-6 6 0,-2 1 222,-2 4-170,5 3 1,-3 2 0,6-1 490,2 2-517,1 8 0,2-3 0,0 3 1,0-3-1,2-2 224,3 0-388,3 0 1,6-1-1,0-2-355,0-2 287,7-5 0,-1 7 0,6-7 0,-4 0 1,0-3-762,0-1 699,2 0 1,-1-6-1,0-4-241,-3-2 384,-1-3 0,-5 0 0,0-3 0,1-2 0,-3-1-386,-2 1 471,-4-6 0,-6 11 0,0-4 307,0 3 1,0 2 0,0-1 507,0 1-466,0 6 0,-1 2 1,-4 6 216,-5 0-133,4 6 1,-5 2 0,5 6 0,-1 2 0,1 2 1046,3 1-1260,1 0 1,2-5 0,0 2 191,0 3-627,0-4 0,2 6 0,3-7 0,4-1 0,5-2-1455,5-2 1443,-3 1 0,9-2 1,-4-4-1295,1-2 1252,-5-2 1,9-2 0,-6-2 0,1-6 0,-1-3-130,-2-1 483,-3-6 1,-2-1 0,-3-4 615,-6 1-550,-2 7 1,-2-8-1,0 4 1,-2 1 0,-2-1 642,-6 4-480,-3 7 1,-2-1-1,-3 6 289,-1 2-544,-6 2 1,9 2 0,-3 4 0,3 4 0,2 4 131,0 1-371,0 0 0,6 1 0,3-1 87,4 0-148,1 7 1,0-6-1,1 3 1,4-6-1,4-2-1146,4 1 1213,1-5 1,5 5 0,2-6-68,1-2 282,2-1 1,-1-2 0,-1 0 0,0 0 0,-1 0 1529,0 0-1132,-9 0 1,1 0 1216,-4 0-988,-2 0 0,-1 1 0,-6 4 1267,0 5-1993,0-4 1,0 7 75,0-4-1,0-3 0,-2 1-46,-2-7-256,2 0 0,-6 0 0,5-2-129,-2-3-73,0-3 0,5-6 0,2 0 0,1 0 0,4 0-832,0-1 1342,3 1 1,4 0 0,0 0 289,1 0 0,0 4-390,4 1 573,3 5 0,-4 0 1,-4 8 81,-1 6 7,-7 3 1,5 1-1,-5 2 1,1 1-1,1 2 1069,-1-2-1686,-3 5 1,4-6 0,-5 3-206,1-3-78,1-8 1,-5 4-882,0-2 637,0-4-144,7 1 460,-6-7 0,5-7 0,-4-1 0,1-1 0,2-1-3505,-2-1 2845,5 5 0,-6-2 929,2 3 0,10-3 0,2-6 0</inkml:trace>
  <inkml:trace contextRef="#ctx0" brushRef="#br0" timeOffset="117">23403 15055 8265,'0'-14'301,"-6"6"0,2-5 1,-5 4-1,-2-4 1,-2 1-1,-1 1 2861,0 1-2710,0 7 0,-1-3 1,1 6-1,0 0 1,0 0-1,-1 0 0,1 1 1975,0 4-2213,0 3 0,1 1 1,2 1-1,2 2 1,-1 4 625,2 3-779,2 0 1,1-3 0,0 1 0,2 2-1,3 0-660,5 2 403,3-5 0,6 4 1,2-7-1028,3-4 1008,3 4 1,5-10 0,-2 5 0,-1-2 0,1-4-932,2-5 1044,-5-5 0,3-6 1,-6-1 313,-1 1-177,-9 0 0,2-2 0,-6-3 0,-2-5 0,-1-1-57,-2 2 11,-7-4 0,-5 11 1,-7-3 4,1 3 22,-4 8 0,2 2 1,-4 6-1,4 0 1,1 0-154,0 0 125,0 6 1,6 2-1,4 6-83,4 1-25,-3-1 1,6 0 0,-1-1 0,6-2 0,7-3-630,2-2 703,3 5 1,5-9 0,2 2-41,0-2 129,5-2 1,-5 0 0,7 0-1,-1 0 1,-1 0 1010,-3 0-914,3 0 0,-12 0 0,4 0 1134,-3 0-928,-2 0 0,-4 1 0,-2 4 0,0 5 0,-2 2 1164,0 2-1452,-1 1 0,-5-1 433,0 0-908,0 0 0,-5 1-257,1-1 200,-7-6-133,9-2 150,-4-6 1,6-6-1,0-4 1,0-2-923,0-3 1160,0 1 1,1 0 0,4 0 130,4-1 240,-2 1 0,5 0 0,-2 1 0,3 2 0,1 3 656,0 2-595,0 1 1,0 5 0,1 0 928,-1 0-847,0 0 0,-4 7 1,-1 2-1,1 5 1,-1 4 1371,0 1-1430,-5 6 0,7-8 1,-7 6-761,0-3 377,-3-1 0,4-5 0,0 0 0,-2 1-605,-2-1-8,-1-6 1,2-2 83,3-6 346,-4 0 0,10-6 0,-4-4 0,-1-2 0,2-3-467,0 1 862,1 0 1,1 0 0,-1 0 268,2-1-96,-4 1 1,0 5 0,-3-1 570,0-1-559,1 5 0,-5 1 382,0 10-411,0-4 0,0 14 1,0-3-1,2 6 0,1-1 497,2-1-700,-1-2 1,-2 5 0,1 0-688,2-2 441,6-7 1,-8 2 0,7-2 0,1 1-262,1-2 66,2-2 0,1-7-211,-1 0 629,0 0 1,0-7 0,1-2 0,-1-4 0,0-1-83,0 0 122,0-7 1,-1 6 0,-2-6 105,-1 0-15,-1 6 1,1-6-1,-1 7 527,2 0-552,-5-1-837,1 8 840,-7 0 1,0 14 0,0 2 0,0 4 0,0 1 399,0 0-483,0 0 0,0 1 0,0 0-4,0 4-80,6-9 1,-4 9-1,4-11 1,-1 1-1,1-1-295,2-2 103,1 5 1,6-9-1,-1 3-413,0-4 496,0-1 1,5-6 0,2-3 0,-1-4 0,2-1-374,0-1 437,-4 1 1,9-5-1,-5 0-218,0 2 313,-2 1 1,-5 2-1,-1 0 1,0 1-1,0 2 202,1 2-250,-1 5 1,-5-2-1,1 6-34,1 0 625,-5 0 0,0 2 691,-6 2-684,0-2 246,0 4-574,0-6 0,-1 0 0,-4 0-349,-4 0 39,-4 0 0,-1 5 0,0 0-286,-1-2 301,-5-2 1,4 4 0,-3 2 0,3 0 0,2 4-183,0 2 266,0 1 0,1 1 1,3-1-203,6 0 245,2 7 1,2-6 0,0 4 0,2-3 0,4-2-29,8 1-125,1-8 1,11 1-1,0-5-399,5 2 324,-1 0 1,7-11 0,-6-4 0,4-2 0,0-4-545,-1-3 624,6 3 1,-10-9 0,2 4-294,-7-1 375,2 5 0,-10-5 1,5 4-1,-3-1 154,-6 2 226,-5 7 376,-8 4-580,0 6 0,-2 0 0,-3 0 0,-4 0 364,-4 0-359,-1 0 0,0 0 1,0 0 380,-1 0-392,1 6 1,0-2 0,-2 3 0,-1 1 0,-2 0 406,1 3-618,9 2 1,-4-4-1,5 1 169,1 1-309,-6 2 1,11 1 0,-2 0 0,2 0-397,2 0 335,6 1 1,2-6-1,6-1-519,1-2 640,5-1 1,-4-5 0,4 0-1,-1 0 1,0 0 315,-1 0-125,-2-6 1,-2-2 0,0-5 289,0 4-138,0-4 0,-4 7 0,-2-5 29,-2 1-369,-1 7 405,-5-3 1,0 7 0,0 4 477,0 5-665,0 2 1,0-2 0,1-2 518,4-2-524,3 5 1,2-9-1,-1 2 1,2-2 0,2-2 402,1 0-344,0 0 0,5-2 0,2-2-378,1-6 101,-5-3 0,10-6 0,-5-1 0,2-2 0,-2-3-559,-1-2 407,-3-8 0,-3 0 0,-1-4-218,0 1 267,-6 0 1,-2-3-1,-6 1 1,0 4-1,0 3-405,0 6 612,-6 11 0,-3 5 208,-10 6-114,3 7 1,-5 7 0,9 10 0,1 5 0,1 3 858,-1 1-674,5 1 0,-5 4 1,6 0 282,2-1 1,0-1 0,-1 1 0,0 1 798,1-1-1074,1-2 0,8-7 1,4 1 319,2 1-541,3-4 1,-1-2 0,2-10 0,1-4 0,4-3-13,1-2-61,1 0 1,6-2 0,-1-3-623,1-4 390,-1-4 0,1-7 0,-1-4 1,-1-1-1,-2-1-912,-1 3 931,-7-7 0,4-2 1,-9-4-133,-2 1 1,-4-3 0,-6 3 0,0 1-573,0-1 860,-6 8 0,-2 8 0,-8 10 250,-3 4-36,3 3 1,-9 9 0,6 4 0,2 6-1,1 8 437,2 7-299,0-2 1,6 6 0,1-4 1153,1 1-1122,4 0 1,-4 0 0,6 1-1,2-3 1,2-1 1114,6-1-1427,9-1 1,-2-6 0,7-3-115,1-3 1,2-8 0,3-3 0,2-4-490,1-1 479,0 0 1,-5-3 0,-1-5-34,-3-6 1,3-5 0,-5 0 0,0-3-526,-3 0 600,-3-5 0,-2 5 0,-1-7-51,-4 1 0,-3-1 0,-6 1 0,0 1-18,0 3 195,-6 10 0,-2 3 0,-6 6 48,0 2-84,-7 2 1,5 12-1,-2 3 1,2 3 0,2 4-198,-1 3 176,7 2 0,-3-2 1,5 0-83,-2 1-5,5-4 1,-3 4-1,6-5 1,1 1 0,2-1-779,2-2 798,6-2 0,-3-4 0,6-1-166,1-1 0,-1-7 1,0 2-1,0-4-931,0-1 664,1 0 0,-1-4-323,0-1 0,-4-5 871,-1 6 0,-12-14 0,1 2 0</inkml:trace>
  <inkml:trace contextRef="#ctx0" brushRef="#br0" timeOffset="118">25948 15254 8087,'0'-14'73,"0"6"1,0-5 1533,0 4-349,6 3-472,-4-7 1,6 11 0,-5-4 831,2 0-968,6 4 0,-8-4-89,6 6 0,-4 0 1,3 1 107,-2 4-845,5-3 1,-8 4-14,7-6 136,-7 0-2979,3 0 953,-6 0 0,0-1 400,0-4 1384,0-3 0,0-2 325,0 1 1,-4 4 1106,-1-4-785,-6-1 832,9 2 0,-6-3 1069,4 7-777,2-1 152,-4 5-742,6 0-873,6 6 1,-3-3-1,7 7 113,1 1 1,1-3 0,3 0 0,-1-2-243,0-3 44,0 5 0,7-6-127,2 2 1,-2-2 0,-2-2-241,-3 0 397,-2-6 0,-1-2 0,-2-7-98,-2 1 0,-6 0 0,2-2 0,-3-1-123,-2-2 244,0 0 1,0 5-267,0 0 94,0 6 843,0 1 1,-5 20-238,0 6 0,-1 6 1,3 4-1,-4-1 665,-1 0-731,5 1 0,-5 4 0,5 0-95,-2-1 1,-1-2 0,3-2-1,-2 1-54,2-1-160,2 1 0,-1-6 0,-1-1-114,-2-1 1,-1 1 0,3-6 0,-4-5-565,-1-3 455,5 3 0,-9-10-55,2 4 0,-3-3 0,-1-4 1,0-3-154,0-4 76,0-4 1,-1-2 0,1-3-133,0-1 1,4-6-1,3 1 1,0-3-947,4-1 472,1 0 1,4 4 0,3 2-315,4 1 1,9 4 1234,1 7 0,26 16 0,11 7 0,2 3 0,1 0 0</inkml:trace>
  <inkml:trace contextRef="#ctx0" brushRef="#br0" timeOffset="119">27028 15155 8206,'8'14'431,"3"-5"1,-4-1 0,-1 0 1548,0 0-1177,5-5 1,-8 8 0,7-6 0,1-3-189,2-6 1,1 1 0,0-6 0,0-2-832,1-2 122,-1-7 0,5 2 0,0-5-71,-2-3 1,-1-1-1,-2-1 1,0 0-450,1-1 473,-1 1 1,-6-1 0,-4 2-258,-2 4 0,-2-3 1,-3 9 226,-7 4 257,1 6 0,-13 7 1,3 1 264,-5 4 1,2 9 0,0 8-1,1 2 525,4 0-551,1-1 1,-1 10 0,3 1 79,6-3 1,0-1 0,3-1 0,3 1 777,6 3-1216,3-3 0,9 0 0,3-8-301,5-2 0,3-1 0,1-6 0,1-2-1218,-1-1 1365,1-7 1,-3 2-1,0-10-79,-3-5 0,-5-2 0,1-4 0,-4-2 70,0 0 138,-7-8 0,3 9 1,-7-5 535,0 1 0,-3 1 0,-2 2 735,-4-1-924,-3 7 1,-6 5 0,-1 7-107,1 0 1,0 2 0,0 1 0,0 5 249,-1 5-249,7-2 1,-3 9 0,7-6-111,1 1 0,1-1 0,2 0 0,2-1-746,2-4 451,4 4 1,8-7 0,1 4-164,2-6-1,7-2 1,-1-2 0,5 0-385,3 0 585,0-6 0,0-1 0,1-4 20,-3 2 0,-1 1 0,-1-3 1,-3 3 403,-2 2 42,3-5 1,-11 9-1,3-3 282,-3 4 1,-4 2-1,-1 4 365,-1 4-638,-7 4 1,3 1-1,-6 1-20,0-1 0,-1-5 1,-4 1-1,-3 1 446,0 1-884,-5-4 1,6 3-1,-8-4-375,1 1 1,0-5 0,-2 2 0,-1-4-1509,-2-1 1616,0 6 0,5-4-255,-1 3 1,1-4 554,0-1 64,6 0 1,5-6 47,12-3 0,2-4 0,13-1 1,1-1 660,2 1-452,2-6 0,1 2 0,1-4-86,2 2 0,7-4 1,-4 3-1,1 1 6,-4-1 14,-3 9 0,-3 1 1,-2 6-4,-1 2 1,-12 1-1,3 4 1,-4 3 164,-4 4-95,0 4 1,-7 2 0,1 3 106,4 1 1,-3 4 0,2-2 0,-2 0 396,-2-1-614,0-1 0,0-5 0,0 0-178,0 1 1,0-1 0,0 0-175,0 0-61,0-6 1,-6 0 35,-4-3 0,2-4 0,-1 4-86,-2-3 421,-2-2 0,4 0 0,-1 0 2,-1 0 1,3 0 0,-1-2 68,-2-3-316,4-2 1,-4-3 0,7 1-496,0-2 1,1 3-1,0-2-2571,-2-1 2196,1 5 1079,4-7 0,-7 18 0,-1-4 0</inkml:trace>
  <inkml:trace contextRef="#ctx0" brushRef="#br0" timeOffset="120">15213 15738 19078,'7'-21'521,"-6"5"1,6-4 0,-7 5 0,0 1 0,-2 2 3206,-3 2-3105,-3 4 1,-6 6 0,0 0-1,0 0 1,0 3 0,-1 5-1,1 6 121,0 2 1,4 4-1,3 1 1,-1 1-736,0 3-9,5 2 0,-4-3 0,7-2-426,0-1 0,0-2 0,2-5 0,1 0-3381,2 0 2629,6 0 0,-8-6 1,6-3 77,2-3 605,2-2 0,1-2 0,2-3 344,3-4 1312,-3-4-87,4-1-28,-5 0 462,-7 6 0,-1 2 2240,-2 6-2989,-3 0 0,6 1-542,-4 4-217,-2-4 0,11 10 0,-4-4 0,4 1-482,1-5 1,0 3-1,0-6-443,1 0 818,-1 0 1,-5 0 0,1 0 0,1-1-1,1-4-26,3-5 353,-7-2 1,3-2 0,-5-2-276,2-3 229,-5 3 0,3-5 0,-7 6 0,-6-3-468,-7-1 151,0 0 0,-7 11 1,7 4 46,0 2 1,0 2 0,0 2-1,-1 2 237,1 6-286,6 3 1,-3 1-1,6 0-372,2 0 282,-5 0 1,8 1-1,-1-1 1,6-1-1518,2-4 1794,3 4 1,9-12-1,1 4 112,3-3-197,0-2 1,6 0-1,-1 0 1,1 0-1,1-2 17,3-3 192,-3 4 0,5-10 0,-7 6 1457,0 2-1284,-5-5 1,2 6 0,-6-3-1,-2 4 1,-1 2 1461,-2 4-1693,-6-3 1,-2 10 0,-6-2-298,0 3 124,0 1 0,-1 0 0,-4 0 0,-4 0 0,-4-1 178,-1-3-342,-1 2 1,1-9-1,0 5-171,0-1 171,0-3 1,-1 1-1,1 0-828,0-2 807,6-2 1,0-1 114,3 0-498,4-6 0,1-2 0,9-6 0,4 0 0,1-2-1116,0-3 1377,7-3 1,-4-6 0,5-1-778,-1 1 897,4-7 0,-9 3 1,5-4-1,-2 0 1,-1 1-483,0 0 617,-9 2 0,2 11 1,-6 3 990,-2 3-307,-1 8 0,-2-1 986,0 9-1348,0 9 1,0 9-1,0 5 401,0 3-226,0-6 1,0 7-1,0-3 1,1 2-1,3 3 1187,0-1-1266,1 1 0,0-2 0,1-2 149,2-1-851,-5-7 0,8 4 1,-4-9-1,-1-1-1481,0-1 403,5-7 536,-9 3-1465,10-6 0,-10-1 2423,3-4 0,-10-41 0,-3-16 0</inkml:trace>
  <inkml:trace contextRef="#ctx0" brushRef="#br0" timeOffset="121">15796 15695 22093,'0'-8'1331,"8"0"1,6 5 883,9-2-1825,3-6 1,3 10 0,1-6-966,3 1 1,-3 3 0,3-5 0,-3 2-1603,-1 2 1879,-7 3 212,-2 1 0,-12 6 0,-1 2 0</inkml:trace>
  <inkml:trace contextRef="#ctx0" brushRef="#br0" timeOffset="122">16337 16008 8466,'-8'-7'516,"-5"6"1,10-7 0,-5 3 1131,2-4-1460,1 2 0,5-1 0,0 4 1,0-6-1,0-2 0,0-3 1,2 0 475,2-4-696,-2 3 0,11-13 0,-6 3 1,3-6-1,-1-1-366,2-2 383,-4-1 1,4-7 0,-6 0 0,-2 2 0,-3 2-52,-5 1 153,3 13 0,-10-7 0,2 15 761,-2 4-667,-3 5 1,1 10-1,0 4 1,0 8-1,0 8 955,-1 5-869,7 8 0,-3 0 0,5 6 536,-2 1-631,5-8 1,-3 13 0,6-11-1,0 1 1,0-3 491,0 1-839,6-5 0,2 3 0,6-7-121,0-3 1,1-5-1,-1-1 1,0-6-1662,0-6 1599,0-4 0,1-2 0,-1-2-343,0-2 594,0-12 1,0 7 0,1-9 0,-3 2 0,-1-1-487,-1-1 1051,-7 1 0,3 8 1,-6 1-149,0-2 2112,0 4-1915,7 1-110,-6 6 1,6 1-221,-7 4 0,0 3 1,1 6 28,4 1-642,3-1 0,6-5 1,0-1-92,0-2 149,1-1 1,4 0 0,0 0 0,-2-2 0,-1-2-974,-2-1 1539,0-6 0,0 3 1,1-5-319,-1 2 479,-6-5 0,0 7 1,-5-5 1845,2-2-1276,-1 5-591,-4-1 0,-4 14 1,-1 2-1,0 4 728,-1 1-854,4 6 1,-4-2-1,6 6 332,0 1-560,0-5 0,1 7 0,3-3 1,2 1-1,2 0-9,3-1 39,-5-6 0,5 4 1,-4-5-463,0 2 345,-3 0 1,2-10 0,-8-1 0,-1 0 0,-5-1-184,-4-1 250,1-1 0,-16-5 0,3 0-351,-3 0 338,-1 0 1,-1 0 0,2-2 0,4-3 0,2-4-265,1-4 106,10-1 1,-7 0 0,12-2-1344,2-3 1007,8-3 1,7-2-1,9 2 1,1 2 0,5 2-1756,4 2 833,6 2 1,5 1 1474,1 4 0,7 5 0,6 2 0,5 2 0,0 0 0</inkml:trace>
  <inkml:trace contextRef="#ctx0" brushRef="#br0" timeOffset="123">17531 15681 29173,'0'14'525,"0"6"0,0 6 1,0 5-39,0 7 1,0 3 0,0 2-1,0 0-952,0-1 130,0-5 0,1-4 1,3-10-1,0-4 1,0-3-1342,-3-2-718,-1-6 1,-1-1 828,-4-7 0,-5-11 1,-7-4-1,-2-2-3640,2-4 4574,1 6 0,6-12 0,1 3-1087,-2-3 1585,-2-1 0,4 6 0,1 3 0,1 1 1,4 1 120,2-2 1327,1 6 0,1 2 592,4 7-1049,3-1 1,11 5 0,1 0 0,3 0 0,0 0 3194,-1 0-3635,5 0 0,-5 0 1,7 0 1149,-1 0-1640,1 0 1,-6 0-1,-1 0 1,-1-2-1,-4-1-306,-1-2 473,-2-6 0,-6 8 0,-3-6-301,-3-2 0,-2 3-932,0-2 1797,0 1 1,-2 1-800,-3 3 697,4 4 0,-10 2 0,4 5 0,1 7 0,-2 6 1855,0 3-2169,5-4 0,-5 8 0,5-2 45,-2 3-290,1 1 1,4 1 0,0-2 0,0-2 0,0-1-308,0 1 207,-7-5 0,6 1-653,-4-7 0,3-4-465,2-1 429,0-6 0,0-7-666,0-11 1361,7-2 0,-4-2 0,6 0 0,1 2 0,1 2 590,3 6-138,-9-4 0,17 10 0,-9-5 792,2 2-944,-2 1 1,7 5-1,-5 0 1,-1 2 0,0 1 734,0 2-853,7 6 0,-5-3 1,3 4-113,-4-2 1,1 2 0,3-4-1,3 0-633,0-3 423,5 3 0,-11-7 0,5 3-1004,-1-8 1148,-4-3 0,4-8 0,-7 1 1,-2 0-1,-3 0 219,-2-1 19,-1 1 0,-6 0 0,-4 0 213,-5 0-163,-9-1 0,2 7 0,-7 4 0,-1 2 0,-2 2 838,-1 0-613,6 0 1,-4 6 0,7 4-141,2 3 1,1 2 0,4 3-1,2 1-950,5-2 376,4-1 0,1 3 0,3 0-896,6-2 1143,1-7 0,15 2 0,-4-4 0,1 0 0,3-3-543,2-4 331,-5-1 1,3-4-1,-6-3-243,-1-1 668,-3-1 1,0-5 0,-3 0 0,-1-1-1,-3 1 1160,-1 0 796,-3 6-271,-4-5-1137,0 5-1506,0 1 1,0 2-76,0 10 364,0 2 1,2 1 0,1-1 0,3-3 0,2 1-1867,3-2 1771,2-1 1,-4-2 0,1 0-200,1 0 560,2 0 1,1 0 0,0 0 0,0-2 711,1-2-66,-1 2 1,-5-4 1036,1 6 1,-6 0 1459,6 0-1482,-1 0 1,-1 6-613,-3 3-555,-3 4 1,-2 1 0,0 1-372,0-1-14,0-6 0,0 0-752,0-4 205,0-2 0,0 3 0,1-10-2129,4-5 2467,-3-2 0,9-2 1,-5-1 157,2 1 1,0 0 0,3 0-1,-2 1 748,2 4-271,2-4 1,1 11 0,0-2 1979,1 2-1711,-1 2 1,0 0-1,0 2 1,-1 2-1,-2 6 910,-2 2-1478,-5 3 0,7-1 0,-5 0 0,2 0-276,-5 1 1,5-1 0,-3 0-2470,4 0-891,-3-6-5159,7 5 8668,-5-12 1,-13-32 0,-4-17 0</inkml:trace>
  <inkml:trace contextRef="#ctx0" brushRef="#br0" timeOffset="124">19592 15908 8154,'-14'-14'282,"6"0"0,0 1 1,5 2-1,-3 2 1,-2-1-1,-3 2 2003,-2 3-2013,-1 4 1,5 2 0,-1 4 0,-1 5 0,-1 4-1,-1 3 1,3 4 1704,6 1-1831,-4 2 1,6-1-1,-3-1 1,4-1-1,1-2 215,0 1-333,6-4 0,-3 5 1,7-9-165,1-2 0,6-4 1,4-6-1,-1 0-1265,1 0 1132,4 0 1,-7-6 0,4-4-471,-2-2 672,-1-2 0,-5-5 1,-1-2-1,-4 1 1,-4-1-141,-3 4 143,-2-5 1,0 6 0,-2-3 339,-3 3-228,-9 2 0,-3 6 1,-5 3-1,1 4 1,2 1 564,-1 0-467,4 0 0,-5 6-125,7 3 3,6 4 1,2 1 0,6 0-1,2 1 98,2-1-398,11-6 1,7 3-1,6-6-67,0-2 0,6-2 0,-1-1 0,-2-1-1096,-1-4 1128,-1-3 0,-1-6 0,1 0 150,-1-1 125,-6-5 0,-3 2 0,-9-5 1,-6-2-1,-2-2-475,-2-2 623,0 1 0,-2-1 0,-1-1-49,-1-3 74,-7 3 1,4-5-1,-4 9 1,3 2-1,2 5 673,3 3-147,-5 2 57,6 6-240,-4 8 0,6 14 0,0 10 0,2 3 0,1 3 1447,1 3-1523,1 3 0,-3 7 0,1 0 1417,2-1-1473,-1-5 1,-2 4-1,1-3 1,2 1 0,0-1 400,1-5-837,-4-3 1,4-3-1,-6-2-628,0-1 1,5-11-846,-1 1 0,1-9-2226,-5 1 2726,0-12 0,0-2 1,0-7 1060,0 1 0,-25-57 0,9 28 0,0 1 0</inkml:trace>
  <inkml:trace contextRef="#ctx0" brushRef="#br0" timeOffset="125">19777 15851 8154,'0'-8'1017,"7"-4"0,1 9-48,6-7-725,-6 7 0,9-3 0,-3 4 0,2-1 0,1-2 30,2 2-201,-3-5 1,11 5-1,-5-5-95,0 2 1,4-4-1,-8 4 1,0 0-325,-2-1 917,-2-4-199,0 10 609,-6-12 0,-2 13 287,-6 0-1010,-6 6 1,3 10 0,-5 2 518,2 0-545,1 8 0,3-4 0,-1 6 0,-2 1 0,2-2 494,2-4-691,1 4 1,0-5 0,1 5-155,4-3 0,-3-4 0,4-5 1,-1-1-1232,-1 0 1093,1-6 1,-3 3-524,2-6 702,-2-1 1,4-5-1,-6-4 1,2-4-605,3-4 559,-4-1 0,7 0 291,-3-1-138,3 1 0,6 1 0,0 2 282,0 2-253,1 6 1,-6-4 0,1 7 141,1 0-102,-5 0 0,7 2 0,-4 1 0,2 4 0,0-1 796,-1 0-914,5 5 1,-2-8 0,4 5 242,1-1-328,-1-3 1,-1 1-1,1 0 1,2-2 0,-1-1-282,-2-2 337,-2 0 0,-5-5 1,1-2-16,1 0 131,-5-3 1,0 1 0,-6-1 0,0-1 0,0-2 513,0-1-525,0 6 0,-1-4 98,-4 2-208,-3 4 1,-6 0 0,0 6-1,0 1-598,-1 4 627,7 3 1,1 1 0,3 1 212,0 1-200,-1 1 0,10 3 0,1-3 1,3-1-1,6-1-35,2 1-62,8-5 0,-3 2 0,7-5 9,-1 2 38,-6 0 0,5-7 0,-3-3 0,3-4 0,0-4 241,-4-1-210,-2 0 1,-7 0 0,0-1 39,1 1 0,-3-5 0,-2 0-11,-6 2 366,-2 1 1,-2 7 28,0-1-455,-6 7 1,3 3 0,-5 11 0,1 5 0,3 4 437,-3 3-232,6-6 1,-6 10 0,7-4 487,0 4-350,0-5 1,0 4 0,0-7-1,2-2 1,1 0 472,2 2-247,0-9-40,-5 9-15,0-18 1,0 4 0,0-10 1,0-4-589,0-4 1,0-6 0,1-1-1055,4-2 990,-4-2 1,12-4-1,-2-1 1,5 2 0,4 2-943,3 1 843,0 7 0,6-4 0,1 7-1320,3 0 1191,-3 6 0,9 2 1,-5 6-1,-3 1 0,1 4-1734,1 5 1544,-9 2 0,7 2 0,-12 2-429,-1 3-1462,-3-3 2506,0 11 0,18 1 0,5 9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140"/>
    </inkml:context>
    <inkml:brush xml:id="br0">
      <inkml:brushProperty name="height" value="0.053" units="cm"/>
      <inkml:brushProperty name="color" value="#FF0000"/>
    </inkml:brush>
  </inkml:definitions>
  <inkml:trace contextRef="#ctx0" brushRef="#br0">7280 14799 8025,'0'-14'844,"0"6"1,5-4 96,-1 2-622,1 4 0,-5-2 1,0 6-1,0 2 1,0 7-1,0 4 685,0 3 0,0 0-911,0 0 0,0 1 0,0-1 0,0 0-119,0 0-351,0 0 1,0 1-979,0-1 357,0-6 741,0-2 1,0-8-1,2-2 37,2-6 334,-2-2 0,6-4 0,-5-2 0,3-1 504,2 2-226,-5 1 1,9 7 36,-8-1 113,7 7 1,-8-3-1,7 7 737,1 4-1082,-5 3 1,5 6 269,-6 1-873,0-1 1,-5 0 0,0 0-2299,0 0 1802,0-6 1,0 5 901,0-4 0,0 4 0,0 1 0</inkml:trace>
  <inkml:trace contextRef="#ctx0" brushRef="#br0" timeOffset="1">7906 15169 8502,'0'8'970,"-2"-2"701,-3-6-1484,4 0 1,-4 0-1,10-1 1,4-4-1,4-5 1,1-2 110,0-3 1,2 1-325,3 0 0,-3 0 0,4-2 0,-1-1-12,0-2 156,-6 0 0,-1 5 0,-4-1 1,2 1 282,-1 0-251,-6 0-60,4 6-76,-14 1 1,0 9 0,-8 3-1,1 6 1,0 5 15,0 3 53,6 0 1,-5-1 0,5 3 395,0 1-397,2-4 1,1 2 0,1-6-1,0 0 1,3 1 48,1-1-313,0 0 0,6-1 1,4-4 120,2-4 1,7-3-1,2-2 1,1 0-348,3 0 261,-4-7 0,6 1 0,-4-5 34,4 1 0,-3 1 0,-2-5 0,0 1 407,0 4-275,-11-4 1,8 10 393,-9-7 1,-4 6 169,-1-6 484,-4 7 663,-1-3-748,0 6-549,0 0-770,-6 0 180,4 0-191,-4 0-1112,6 0-1154,0 0 2516,6-7 239,2-1 1,2-1 0,-2-1 22,-2-1 1,3 3-1,-2 1 1,-1-1 513,0 0-396,5 5 1,-9-5-133,3 3-89,3 3 1,-7-5 26,4 2-208,-3 3 1,-1-4-6,4 6 102,-4 0-12,6 0 0,-9 0-18,-3 0 0,2 1 0,-6 3-379,-2 0 380,4 7 1,-4-7 0,5 5-13,-2 2 1,0 2 0,-3-1 0,3-1 36,2-1 48,-5-1 1,9 10-1,-4 0 45,0-1 1,4-3 0,-3 0-1,4-1-37,1 0-22,0 0 1,1 1 0,4-3-61,5-2 0,2-2 0,2-5 0,2 1-31,3 0-110,-3-3 1,5-6-1,-6-1 128,4-2 1,-3-1 0,3-5-1,-3-1 80,-2 1-9,-6 0 0,5 0 1,-5-1 263,-1 1 0,1 2 0,-5 1 441,2 1-566,0 7-56,-5-10 0,0 13 311,0 0-238,0 7 1,0 7-1,0 0-120,0 0 1,0 0 0,2 1 68,2-1-63,-2 0 0,10-4 0,-2-2-273,3-2 1,1-1 0,0-5-1,0 0-64,0 0 268,1 0 1,4-7 0,0-1 46,-2 0 1,-1-9 0,-2 3 0,-1-2 513,-4 0-415,4-4 1,-12 2 0,4-4 139,-3 2 1,-2 1 0,0 5 56,0-1-409,-7 1 1,-1 6 0,-6 3-109,0 4 0,-2 6 0,-1 1 0,-2 3 106,1 7-71,3-2 0,0 7 0,1-7 73,0 0 1,5 1-1,1-1 1,0-2-857,0-2 541,5 3 0,-2-10 362,10 6 1,3-6 0,6 2 0,2-5 11,3-5-17,3-3 0,5-6 1,-2 0 204,-1 0 0,-2 4 0,3 1 0,-1-1 513,1 3-432,-5-6 1,3 11 0,-6-2 105,2 2 1,0 2-1,-5 0 1,0 2 604,0 2-701,-6 4 0,5 6 0,-5 1-136,0-1 1,-2 0 0,-6 0-1,0 2 228,0 3-650,0-10 1,0 10-1648,0-9 1561,0 3 241,0-6 1,0-2-200,0-10 1,0-2 0,0-8 0,0 1-327,0 0 579,0-7 1,6 6 0,4-4 203,3 3 1,1-2-1,0 3 1,0 2 398,0 0-342,7 7 1,-5 0 0,3 6 298,-3 0 0,-2 0 0,0 1 529,0 4-738,-6 3 0,-2 6 1,-6 0 163,0 1 0,5 4 1,0 0-733,-2-2 171,-1-1 0,-2-2-2538,0 0 1035,0-6 1286,0-2 0,6-6 92,3 0 1,2-6 0,1-3 0,-3-4 32,2-1 286,-5 6 0,7-5 135,-3 4 0,1-4 0,0-1 327,-2 0-278,-6 6 1,4 0 0,-6 5 76,4-2-161,-4 0-365,6 5 527,-7 0 833,0 0-989,0 7-543,0-6 497,0 5-340,0-6-480,0 0 657,0 7 251,0-6-427,0 6-85,0-7 2328,0 0-1466,-7 0-394,6 6 0,-12 2-187,4 6 1,2 0-150,3 0 0,2 1 0,2-1-219,0 0 312,0 0 1,6 1 0,4-3 0,4-2 0,4-6 34,0-2 84,8-2 0,-9 0 0,7 0-68,1 0 269,-4-6 0,-1-2 0,-6-6 0,1-2 1,-1-2 846,0-1-906,-6-6 0,-2 9 0,-6-3-77,0 4 0,-4 0 0,-3 1 0,-2 2-239,-7 2 68,2 4 0,-12 6 0,6 0-409,-2 0 388,4 0 1,-2 6 0,6 4-1,-1 1 1,1 0-827,0-2 666,6 1 1,2-1-1,4-1-1032,-3-2 1088,4 5 0,-4-9 0,10 3 1,4-4-1,6-1-319,4 0 359,-4 0 0,12-1 0,-3-2 103,3-2 1,-4-5 0,1 4 0,1 0 442,2-1-229,-5-4 0,4 10 0,-7-4 434,-2 3 0,4 2 0,-2 0 797,-2 0-981,-1 7 1,-8-4 0,-4 6 191,-2 2 0,-2 2 0,0 1 228,0 0-1007,0 1 1,-2-6-401,-2 1 0,0-6-317,-5 6 329,6-7 0,-4 2 1,6-8-81,-4-2 1,4-6 0,-4 1 0,5-2-82,5-3 567,2 1 1,3 0 0,-1 0 152,2 0 0,1 4 0,-1 2 1,-2 2 1293,2 3-1032,2 1 1,1 2 0,0 0 443,0 0 0,-4 0 0,-2 2 0,0 3 1263,0 4-1836,-5 4 1,5 1-94,-4 0 0,-2 0-245,3 0-1091,-4-6 1,1 3 766,3-6 1,-2 0 0,6-5-1,1-2-539,-2-2 967,4 2 1,-5-11 0,4 4 198,-2-4 1,-4 1-1,3 1 1,0 3 597,0 1-323,-5-4 1015,3 10 756,-6-6-1608,0 7 1,0 7 0,0 2-9,0 4 1,0 1 0,0 0-606,0 0-174,0 1 1,6-1-116,4 0 1,2-4 0,3-2 0,-1-2-1096,0-3 826,7-1 1,-6-2 0,6-2 255,0-3 0,-1-3 0,4-6 0,-4 0 420,1 0 24,-5-1 1,4-3 0,-6-1 1007,1 1-614,-7 2 1,3 7 584,-7-1 222,1 7-1069,-5-3-107,0 6 0,-5 2 1,-1 2-1,0 6 548,-1 2-716,3-4 0,4 5 0,0-4 37,0 4-169,0 1 0,0 0 1,0 1-1,0-1-393,0 0 377,6 0 1,2-4 0,6-2-443,0-2 487,0-1 0,1-5 0,-1 0 0,0 0 0,0-2 53,1-3 53,5 4 1,-4-16 0,3 2 179,-3-1-97,4-6 0,-4 5 0,3-5 1,-2 1-1,1 4 75,1 1-55,0 2 0,-5 0 157,0 0-64,-6 6 40,5 1 354,-12 7 1,5 2-43,-6 3-148,0-4 0,0 7 485,0-3-291,0-4-114,0 6-365,0-7 1,-6 1 0,-3 2-81,-4 2 25,5 6 1,-4-8 0,2 7-233,-3 1 199,5-5 0,-4 7 1,4-4-1,0 4 0,2 0-327,-1-4 312,6 4 0,-5-5 0,6 6-475,0 0 341,0-6 0,1 5 0,4-5 0,4-1-582,4-2 40,1-3 0,0-2 1,2 0-1664,3 0 1761,-3 0 0,4-7 652,-5-2 0,12-61 0,-12 28 0,0-1 0</inkml:trace>
  <inkml:trace contextRef="#ctx0" brushRef="#br0" timeOffset="2">10536 14814 8145,'-14'-8'2628,"4"1"-1391,1 7-488,5-6-1529,-2 4 780,6-4 0,19 31 0,5 7 0</inkml:trace>
  <inkml:trace contextRef="#ctx0" brushRef="#br0" timeOffset="3">11531 14856 12078,'0'14'809,"-2"1"0,-1-1 0,-3 0 1,-2 0-1,-3 0 0,0 1-46,1-1-1808,-2 0 1,9-4 0,-5-1-1180,1 2 1316,3-11 0,5-1 1,6-15-1,5-2 0,6-2 216,-1-2 0,4 3 1156,-2-5 0,-2 7 0,-6-1 0,-2 6 1423,2 2-1245,-4 7 1,4-2 0,-6 10 1917,-2 5-2029,-8 2 1,-1 9 0,-5 1 411,1 0-1285,1-2 1,-1-1 0,2 0 0,0-1 0,2-2-2397,0-2 307,1 0 0,5 0 2431,0 0 0,38-18 0,9-6 0</inkml:trace>
  <inkml:trace contextRef="#ctx0" brushRef="#br0" timeOffset="4">12228 15169 7393,'8'0'1179,"-1"0"0,-2-2 1,5-1-1,2-2 143,3 2-1527,-1 2 1,0-4-1,0 0 1,0 0 0,1 1-1,-1-3 1,0 1-1281,0 0 1,-4-1-1,-2 3 1485,-2-6 0,-33-21 0,-12-7 0</inkml:trace>
  <inkml:trace contextRef="#ctx0" brushRef="#br0" timeOffset="5">12270 14984 8198,'-8'0'606,"2"-1"1697,6-4-463,-6 3-254,4-4-798,-4 12 1,6 7 0,0 7-285,0 2 1,0 2 0,0 5 0,0-1-108,0 0-414,0 1 0,1 4 0,3 0-730,0-1 279,1-2 0,-5-8 1,0-1-1,2-3-1877,2 1-1765,-2 0 1746,4-11 1607,-6-1 757,0-7 0,19-32 0,5-7 0</inkml:trace>
  <inkml:trace contextRef="#ctx0" brushRef="#br0" timeOffset="6">13450 15055 13198,'0'14'438,"0"1"1,2-1 0,1 2 0,2 3 0,-2 4 0,-1 4 868,-2 2-1237,0-1 1,0 5-1,0 0 1,0-3 0,0-3-1,-2-5 1,-1-1-628,-2-4-3,0-1 1,5-6 0,-1-3-846,-4 0 1160,4-3 0,-11-10 1,8-3-373,1-4 0,1-8 1,2-2-1,0-4-305,0-1 906,0-7 0,0-2 1,2-5 132,2-1 174,-2 7 0,9 1 0,-5 7 0,1 1 0,0 1 346,1 3-471,2 12 0,4-7 1,0 14 536,1 0-521,-1 3 1,5 6 0,-2 1-1,-3 2 1,-3 3 121,0 2-316,-4 1 0,1 2 0,-5 1 27,2 2 4,-1 0 1,-8-5-1,-3 0 1,-2 0-1,-5 1 89,-4-1-164,-1 0 1,3 0 0,-1 1-448,-2-1 352,0-6 0,10 4 0,-1-4 0,1 2 0,-1-2-852,1-2 446,6-1 92,-4-5 516,14 0 0,0 0 1,9-2-1,3-3 0,5-4-53,3-4 23,1-7 1,2 4 0,2-5 73,1 1 0,5-2 1,-3-7-1,-2 1 69,-3-1-13,1 1 1,-15 4 0,2 2-5,-7 2 187,1 1 0,-12 6 0,0 4 463,-8 4-798,-11 3 0,4 4 0,-4 3 78,3 4-121,2 4 0,-1 1 0,1 2 0,2 1 1,2 2-411,5-2 471,-3-1 0,7 0 0,-4 1-34,4 2 0,1 0 1,0-5 0,1-1 0,2-2 0,5-1-286,5 1 301,-2-5 0,11 0 0,-5-6-426,2 0 335,7-6 0,-11 1 0,6-7 0,-2-4 0,0 0-175,-2 0 382,-1-4 0,-2 4 1,0-5-97,1 1 222,-7 4 1,3-4 0,-5 7 0,0 2 382,1 1-604,-3 7 0,-2-3 151,3 6 24,-4 6 0,6 2 0,-7 8 0,1 1 0,2 4 501,2 1-621,0-5 0,-4 5 0,3-4-84,0 1 31,7 0 0,-8-5 0,7 0 0,-1 0 1,2-1-492,4-4 282,-4 4 0,9-11 1,-4 2-409,3-2 504,-3-8 0,9 3 0,-4-9 1,-1-2-1,2-5-203,0-3 319,-4-2 1,7-4 0,-6 0-8,-2-1 0,-2-4 0,-4 0 1,-3 0-115,-2-2 113,-1 11 1,-5-7 0,-2 13 93,-3 6-115,4-3 1,-12 14-1,4-4 1,-4 5-5,-1 5-44,0 3 0,1 8 1,2 1 556,1 2-355,7 6 1,-5-3-1,5 7 1,-2-1-1,2 1 719,2-1-379,1 0 1,0 1 0,0-1-74,0 1 0,0-1 0,0 1 1,0-1 523,0 0-685,0 7 0,0-5 0,0 3-138,0-3-129,0-8 1,0 5-1,0-3 1,0 1-1,0-1-562,0-5 202,0-3 1,0-2 0,0 0-108,0 0-3712,0-6 723,0 5 2970,0-11 1,0 2 0,1-8-39,4-6 0,-3-4 0,4-5 1,-1-5-949,-1-3 1349,1-7 1,-5 2-1,0-6 134,0-1 0,0-2 0,0-1 0,-1 5 0,-3 3 0,-2 4 0,-2 2 438,5 6 1,-5 1 453,3 7 1137,4 0-228,-12 6-1652,12 8 0,-4 2 1,10 4 98,4 0 1,4-4 0,3 2 226,2-2-365,-2-2 1,5 0 0,-7 0 211,0 0-163,0 0 0,-4 0 0,-1 0-15,2 0 192,2 0-51,-5 0-134,-2 0 1,-6 6-1,0 4 1,0 2 0,0 3 262,0-1-396,0 0 1,0 0-1,0 1-189,0-1 1,2 0-1,1 0-335,2 0 449,6 1 1,-8-6 0,6-1-49,3-2 128,0-1 1,2-6 0,1-3 0,-1-2 0,0-3 549,0-7-456,0 2 1,1-13-1,-3 3 264,-2-3-241,2-1 1,-10 4-1,3 0 1,-2-1 0,0 0 425,2 1-440,0 4 1,-7 10-99,-3 1 0,-3 5 0,-6 0 1,0 4-954,0 4 716,-1 4 0,3 8 0,1 1-301,1 2 411,1 0 1,1 0-1,2 0 1,1 0 0,0 0-336,2 0 136,1 0 0,2-5-98,0 1 350,7-8 1,1 1-1,7-4 1,3 0-1,1-2-413,-2-5 404,5-5 0,-1-2 0,2 1 38,-4-2 0,2-7 0,0-1 1,-1 2-33,1 1 440,-2 2 0,-5 0-51,0 0-107,0-1 1,-4 8 90,-1 2-161,-6 3 0,8 9 1,-6 2 554,-2 4-551,-1 1 0,3 0 1,-1 0-1,1 0 1,0 1 323,0-1-387,-1 0 0,-2 0 1,1 1-166,2-1 1,0-5-1,-4 1-524,4 1 246,-4-5 1,12 0-336,-3-6 472,2 0 1,-1 0 0,0-1 0,3-2 0,1-4-357,2-1 499,0-1 1,-1-5 0,2 0 529,1-1-386,0 1 0,-10 0 1,1 0-1,1 1 0,0 2 454,-2 2-71,4 5-72,-12-8-588,6 10 260,-7-4 0,0 7 185,0 4 1,0 3-1,1 6 1,2 0 132,2 1-316,0-1 0,-4 0 0,3 0 161,0 1-383,1-1 1,-5 0-1,0 0-486,0 0 478,6-6 179,-4-1-37,4-7 0,-4-2 0,1-3-235,2-4 213,0-10 0,-1 3 0,3-4-49,0-1 1,1 5 0,3-3 0,-3 3 112,-1 2-101,4 0 1,-8 5-162,6-1 339,1 7 1,-1-3 0,1 6 0,-1 1 660,-1 4-682,-2 3 0,-4 4 0,1 0 559,2-3-551,0 0 0,-5 6 1,0-1-6,0 0-1114,0 0 120,0-6 188,0 5 582,0-12 1,4-1-1,3-9-538,1-4 622,1-1 0,5 0 0,1 0 0,-1-1 0,0 1-117,0 0 544,0 0 1,1 4 255,-1 1-392,0 6 1,-4-4-1,-1 7 578,2 0-350,2 7 0,-4 1-294,1 6 0,-7 0 0,3-1 0,-1-2 259,0-2-725,-1-6 1,-2 8 0,1-4-730,2 1 753,6-5 0,-8 3 0,7-6 0,1 0 0,3-1-989,5-4 1093,-3 3 0,6-10 0,-3 2-296,4-3 462,-2-1 1,4 0-1,-6 0 1,-1 1-1,-4 2 228,-5 2-65,4 6 0,-10-4 1,5 6 927,-2-4-346,-1 3-297,-5-4-230,0 6 458,0 0-9,-6 0-553,4 0 0,-4 2 138,6 2-340,-7-2 1,4 4-1,-6-6 1,-2 2 0,-2 1-1,-1 2 178,0 6 0,-1-3 0,1 4 9,0-2 1,0 2 0,0-2-1,1 2 334,3 3-526,-2-1 0,5 0 0,-2 0-339,4 1 192,4-8 0,1 6 0,1-5 0,4 0-361,4-3 514,4-4 1,6-1 0,2 0-330,1 0 391,-5-6 1,5-2 0,-4-6-1,1 0 1,-2 1 900,-1 3-488,-2-2 0,-5 5 355,1-2 1,-5-2-698,4 6 267,-6 0 9,4 5-198,-7 0 0,-5 2 0,0 3 0,2 4-326,1 4 4,2-5 1,0 0-236,0-4 349,7-2 0,1 4 0,6-6 1,0 0-81,0 0 252,0-6 0,1 3 0,-1-5 11,0 2 0,0-5 1,1 3 887,-1 0-451,-6 1-593,-2 1 470,0 5 1,-4-4 524,3 10-826,-4-4 0,4 12 185,0-4-439,-1-2 1,-2 5-573,3-2 44,-4 2 406,6-4 322,-7-1 1,1-7-1156,4 0 929,-3-7 1,9-1-1,-5-6-153,2 0 264,1 0 0,6-5 0,-1 0 0,0 3 0,0 3-61,0 4 93,1 6 1,0-8 267,4 6 1,-3 0 0,3 5 0,-3 2 777,-2 3-825,0 2 1,-6 8-1,-1-3 785,-1-2-803,-5 2 0,11-4 1,-8 6-1,-1 1-490,-1-1 151,4-6 0,-3-2-951,7-6 848,-1 0 1,7 0-1,2 0 1,1-1-1056,-2-4 1062,-1-3 0,4-2 1,4 1 114,3-2 0,-3 3 1,-2 0-1,-2 2 377,-2 3-157,4-5 0,-7 6 0,4-3 541,-3 4-344,-8 1 1,5 0 216,-4 0 143,4 0-250,-5 0 141,4 0 31,-10 0 191,4 0 359,-6 0-289,0 0-1068,-6 0 0,-3 0 1,-9 0-218,-1 0 414,0 0 1,0 0-1,0 0 1,2 0 0,1 1 104,2 4-142,0-3 0,1 6 1,2-5-90,2 2 0,1 1 0,-2-1-244,5 4 333,4 4 0,4 1 0,5 0 1,8-1-257,4-4 153,4 4 0,4-12 1,2 4-118,4-3 188,-4-2 0,6 0 0,-4-2 0,2-3 0,3-4-196,2-4 257,-4-7 0,0 2 1,-9-4 103,-2 2-89,3-5 1,-18 9-1,1-3 88,-7 3-92,-3 8 1,-6 2-1,-4 6-24,-2 0 1,-3 4 0,1 3 0,2 1 44,2 3 27,-3 1 1,12-2 392,-4-1-148,4 1 0,1-1 1,1-1-1,4 0 952,4 0-1015,4-5 1,1 3 0,2-6 166,3 0-145,-3 0 1,4-4-1,-5-1 1,-1 0 510,0-1-691,0 4 0,-6-6-664,-3 4-302,-4 2 844,-7 2 0,-7 3 1,-5 7-260,0 1 217,2 1 0,2 3 0,1-1 1,2 0-1,4 0-750,0 1 669,2-1 1,5 0 0,0 0-862,0 0 1,0-4-1942,0-1 2101,0-5 928,7 8 0,-50-17 0,-6 4 0</inkml:trace>
  <inkml:trace contextRef="#ctx0" brushRef="#br0" timeOffset="7">1891 16804 8107,'0'-8'616,"0"-5"615,0 4-1029,0 2 0,-1 1 0,-2 8 0,-2 2 0,2 8 0,0 3 0,-1 6 515,0 1 1,-1 0-545,5 2 0,0 3 0,-2-4 1,-1 4 328,-2 2-431,1-1 1,4-1 0,0-2-1,0-1 1,0 0-594,0-2 413,0-2 1,0-6-1,0 1-524,0-1-1268,0-6-261,0 4 1115,0-16 0,1 2 1047,4-12 0,9-32 0,8-8 0</inkml:trace>
  <inkml:trace contextRef="#ctx0" brushRef="#br0" timeOffset="8">1920 16832 8147,'8'-20'109,"-2"4"1,-1-5 0,1 7 1160,2 0-588,-5 0 1,5 1 315,-3 4 0,-2-2-10,6 6-707,1 6 0,-1 7 0,-1 7 334,-1-1-401,4 6 0,-8 2 0,6 5 0,1-1 0,-1-3 198,1 2-472,-7 2 1,3 0 0,-6-2-185,0-1-70,0 0 0,0 0 1,0-1-1,-1 1 1,-4-2-652,-5-3 697,-2-3 1,-2 0 0,-1-1-881,1 0 926,-6 2 1,4-11-1,-5 4 1,2-4 0,0-1-75,2 0 262,7-1 372,-2-4 88,10 0-41,-4 0 1,6-6 0,6 4 0,4-4 253,2 0-647,3 4 1,0-10-1,3 4 1,1-2-1,0 1-542,1-2 345,2-2 1,5 4-1,-2-3-59,-1-3 195,0 7 0,3-16 1,-2 10-1,-1-2 0,-1 0-350,0 2 377,-3 6 1,-6-4-1,0 4 232,1 0 0,-6 1 109,1 7 108,-7 0 1,2 2-52,-10 3-121,3-4 0,-9 12 0,5-4 0,0 4 1,-1 1 508,4 0-629,1 1 0,-2-1-240,-1 0-50,0 0 0,5-4 1,2-2-1,3-2 1,4-3-692,4-1 751,1-2 0,2-2 0,1-3-121,2-4 225,6-4 1,-3-6-1,7 0 1,-1 2-1,-1 1 122,-3 2 264,3 0 0,-10 0 146,7-1-345,-7 8 0,4 0 0,-7 9 0,-1 3 419,-4 4-460,4 4 0,-12 1 1,4 2 160,-3 3-252,-2-4 1,0 11 0,0-7-1,-2 0 1,-1 0-315,-2-1-45,-6 1 1,3-4 0,-6-1-590,0 0 511,0-6 0,-1 3 0,1-6 0,0-2-230,0-1 398,6-2 0,-3-2 19,6-3 109,0-3 0,5-1 0,2-1 0,3-1 0,4-1-46,4-3-7,1 1 0,5-5 1,1 0-855,2 2 725,2 1 0,5-3 0,-3-1 0,1-2 0,0-4-1217,3-1 1364,2-1 0,-5 0 1,-4-1 131,-4 1 0,-3-1 0,-3 2 0,-4 4 0,-4 4 63,-3 3 1,-2 2 0,-2 1 665,-3 4-237,-3-4 0,-1 11 0,-1-2 1428,-1 2-1395,-1 8 1,2-1-1,2 8 455,2 3-633,1 1 1,0 3 0,1 4-1,1 3 1,-1 1 1317,0 1-1228,2-1 0,-4 1 0,6-1-249,0 1 1,0-3 0,0 0 0,0-3 179,0 3-742,0 1 1,1-5-1,3-3 197,0-4-779,7 0 0,-3-3 0,6-2 0,1-5-1766,-1-4 1781,-6-1 0,3-1 0,-5-6-279,2-7 1220,-5 0 0,-2-26 0,-2-10 0,-3-1 0,0 1 0</inkml:trace>
  <inkml:trace contextRef="#ctx0" brushRef="#br0" timeOffset="9">2858 16932 8156,'8'0'1376,"5"6"1,-5-4-625,6 2-690,0-2 1,-4-2 0,-1 0 18,2 0 1,2 0-139,1 0 1,2 0-1,1 0-133,2 0 206,0 0 1,-5 0 0,0 2 0,1 2 821,-1 6-645,-6 2 1,3 3 0,-6 0 905,-2 4-856,-2-3 1,-1 9-1,0-6 1,0 0-1,0 0 593,0 0-681,0 0 0,0-9-216,0-1 360,-6 1 0,4-4 468,-2-6-1261,2-6 0,2-13 0,2-2-519,2-1 852,4-2 1,7-4 0,-1-1 0,0 1 0,2 0-301,3-1 446,-3 7 1,6 2 0,-5 5-227,2 1 88,0 0 0,-5 6 0,0 3 1,1 5-1447,-1 5 993,-6-3 1,-2 12 0,-6-2-618,0 6 0,0 1 1223,0-5 0,-19 13 0,-5 3 0</inkml:trace>
  <inkml:trace contextRef="#ctx0" brushRef="#br0" timeOffset="10">3512 16946 8147,'0'-8'2892,"0"0"-756,0 3-1708,0 4 1,0-4-1,0 10 1,-1 4-1,-3 6 1210,0 4-1622,-1-4 1,0 11 0,1-6 96,0 2 1,3-4 0,1 1-1,-2-2 296,-3 2-973,4-10 1,-5 10 0,6-9-72,0 2-1407,0-4 1,1 0 2041,4-3 0,9-54 0,8-8 0</inkml:trace>
  <inkml:trace contextRef="#ctx0" brushRef="#br0" timeOffset="11">3683 16690 11596,'0'-8'1941,"0"2"-2623,0 6-42,0 0 0,0 6-427,0 4 0,0 2 519,0 3 1,0-1 0,0 0-1,0 0 632,0 0-45,0 1 1,5-1-1,-1 0 1,-1 0 0,1 0 1428,0 1-1079,-2-1 0,4 0 1,-4 0 1150,3 1 0,-4-6-516,4 0 0,-4 1 0,-1 4 1311,0 0-1779,0 1 1,0-1 0,0 2 558,0 3-982,0-4 1,0 6 415,0-7-862,0 0 0,0 1-855,0-1 630,0-6 185,0-2 184,0-6 1,0-2 0,2-2 0,3-6-580,4-2 747,4-3 1,1 1-1,0 0 188,1 0-16,-1 6 1,5-3 0,0 6 0,-2 2 0,-1 1 664,-2 2-604,0 0 1,1 0 187,-1 0-243,-6 7 1,-2-4 0,-6 6 0,0 2 0,0 2 402,0 1-580,-6 0 1,-4 1 0,-7-1-104,-2 0 0,-5-5 0,4-1 0,-1 0-736,1 0 703,-6-5 1,10 4 117,-2-7-719,2 0-158,8 0 1315,1 0 0,19 0-180,2 0-82,-3 0 0,6 0 0,-3 0 0,4 0 1,1-2-334,0-3 178,6 4 1,-8-12 0,7 4-86,1-4 1,1-1-1,-1 0 1,-3-1-176,-1 1 328,4 0 1,-11 0 0,2 1-262,-5 4 678,-8-4 0,8 10 304,-6-7-506,0 7 1,-7-2 0,-1 10 595,-2 5-633,-6-4 1,9 7-1,-4-6 1,1 3-1,1-1 451,1 2-497,1-4 0,2 5-391,0-2 109,0-4 1,2 5-1,2-6 1,6-2-1,2-1-625,3-2 617,-1 0 0,0 0 0,0-2-170,0-3 272,1 4 0,-6-12 1,1 4-1,1-2 1,0 0-250,-2 1 460,4 1 0,-12-1 0,6 2-259,-1 2 123,-4 1 0,4 2 137,-6 3-66,0 3 1,0 7 0,0-1-100,0 2 114,0 2 1,5 1 0,1-1 0,0-2-1,2-2 17,0 2-128,2-4 0,4-1 0,0-6 36,0 0-23,7 0 0,-4-2 0,5-2 0,-1-7 0,-2-5-59,1-3 36,-4-6 1,5 2 0,-9-5-108,-2 0 57,2-1 0,-10-4 0,3-2 0,-4 1 0,-1 0-449,0 7 440,0 5 1,-1 10 0,-2 1-128,-2 1 278,0 7 0,0 3 0,1 11 1,-1 6-1,0 7 508,0 3-302,-6 1 0,10 2 0,-4 2 200,3 1-74,-4 7 1,5-10-1,-4 3 1,3-5-1,2-2 1033,0-3-1406,0 1 0,7-2 1,2-5-123,4-5 37,1 0 0,2-10 0,3 3 0,4-4 1,4-2-239,2-4 183,-1-9 1,1-4 0,-1-6-485,0-1 375,-6-2 1,4-1 0,-7-1 0,-2 1 0,-3 0-788,-4-1 913,-4 7 0,-6 2-54,0 5 46,0 1 0,-8 6 0,-4 5 0,-6 6 0,-1 7-435,-1 2 543,4 9 1,-5 1 0,9 5 627,2-3-440,-2 2 1,10-4 0,-3 5 0,4-1 0,4-4 998,6-2-1001,1-1 0,17-5 0,-5 1-205,0-1 1,10-6 0,-4-3 0,0-4-126,-2-1-96,1-6 0,-12-1 0,4-5-1942,-3-2 1551,-2 3 1,-4-10 0,-2 5 0,-4-3 631,-5-4 0,-30-22 0,-14-7 0,-6-5 0,1-1 0</inkml:trace>
  <inkml:trace contextRef="#ctx0" brushRef="#br0" timeOffset="12">4522 16932 8138,'-8'6'0,"-5"-4"0,12 4 1006,-6-6 1,14 0-1,2-2-1057,4-2 1,6 0-1,1-5 1,1 0-2054,-1 1 1502,6 1 602,-11 1 0,25-21 0,-2-11 0</inkml:trace>
  <inkml:trace contextRef="#ctx0" brushRef="#br0" timeOffset="13">5872 16974 12712,'0'15'421,"0"-1"0,0 2 0,0 3 0,0 3 0,0 1 0,2 1 0,1 0 569,2-2-985,6 5 0,-8-11 1,7 3-1,-1-4 0,0 0 1,1-3-1,1-2-966,2-6 759,1-2 0,-5-4 0,1-2 1,1-6-1,2-2-313,1-3 0,-2 1 1,-1 0-184,-1 0 536,-7-1 0,3 6-320,-6-1 130,0 7 0,-1-3-166,-4 6 301,4 0 1,-11 2 0,6 1-236,-2 1-369,5 8 0,-8-9 821,6 6 0,-18 7 0,-1 6 0</inkml:trace>
  <inkml:trace contextRef="#ctx0" brushRef="#br0" timeOffset="14">5432 17259 8086,'0'-10'2526,"0"1"0,0 4-1783,0-4-719,0 5 1,-2-8 0,-1 2-1,-3-2 1,-1-3 571,1 1-710,-5-6 1,5 4 0,-6-3-1,3 3 1,-2 2-352,-2 0 399,-1-1 1,-5 3 0,-1 2 93,-3 6 0,5 2 1,-5 4-1,1 4 89,0 8-65,5 0 1,-4 12 0,7-6 13,0 2 0,1-4 0,4 1 0,4-4-278,3 0 129,2-1 1,2-6-1,3-3-143,4-4 190,10-1 1,3-3-1,7-5 1,-1-6-1,1-4-36,-1-2 58,0-2 1,-1-5-1,-3 2-81,-5 1 163,-3 0 0,-4-4 0,-1-1 0,-3 1 0,-1 1 276,-4 3-239,-2 4 1,-5 6-1,-3 1 398,-1 4-534,-1 2 0,-5 7 0,1 2 0,2 3 0,2 6-153,-2 6 210,4-1 0,-4 11 0,6-2-14,2 7-115,2-2 1,1 4 0,0-5 0,1-1 0,4-1-2286,4-3 1627,4 3 1,1-7 0,1 4 760,-1-5 0,32-3 0,7-2 0</inkml:trace>
  <inkml:trace contextRef="#ctx0" brushRef="#br0" timeOffset="15">5972 16974 8040,'0'-7'5982,"-6"0"-4501,4 7-1234,-11 0 1,12 7 0,-4 2 0,3 4 0,2 1 0,0 2 0,0 1 243,0 2 1,0 1-460,0-1 0,2-1 0,1 4 1,4-2-263,0-2 0,3-2 1,4-4-729,0-2 766,1-4 0,-1-6 0,0 0-426,0 0 540,0-6 1,1-4-1,-1-7 1,0-4-1,0-1-86,1-3 126,-1-2 0,-2-1 0,-1 1 305,-1 3-256,-7-3 1,5 12-1,-5-4 1,2 3 63,-2 2 62,-1 6 1,-4 1-328,-3 7 164,4 7 0,-12 1 1,5 6-1,-1 2 0,1 1 150,1 2 86,3 0 1,-1 0 0,0 0-121,2-2 1,2-1 0,1-2 0,0 0 62,0 1-236,6-8 0,3 5 0,9-8-211,1-1 191,6-1 0,-3-2 1,6 0-1,1-2 1,-1-2-270,1-6 318,-1-9 1,1 3 0,-3-3-136,-2 4 255,-3-6 1,-7 5 0,-1-3 0,-4 4 0,-4 0 283,-4 1-291,-1 0 0,-1 1 0,-4 2 43,-4 2-217,-4 6 1,-1-2 0,0 10 0,-1 4-1,1 4-115,0 1 221,6 7 1,-3-4-1,6 5 259,2-1-214,1 4 1,2-9 0,0 4 0,0-1 0,2 0 417,3-2-475,3-1 1,6-6 0,0-2-81,0-2 0,5-1 0,2-5 0,-1 0-190,1 0 181,4-7 0,-9-1 0,3-6-519,-3 0 524,-2-7 1,0 6-1,0-4 1,-1 3-1,-2 2 164,-1-1-5,-7 8 1,5-4-1,-5 4 183,1-1-173,1 5 1,-3-3-1,1 7 1,3 4 477,2 5-305,-5 2 1,8 2 0,-6 2 0,0 2-1,0 1 750,-1-2-978,1-1 0,0-2 0,0 0 55,-2 0-354,-2-6 0,6 5 0,2-5 1,4 0-681,1-3 805,0-4 1,0-2 0,1-4-22,-1-5 0,0-2 1,0-3-1,0 1-147,1 0 345,-1 0 0,0-5 0,-1 0 191,-4 1 81,4 9 1,-12-4 0,6 4 571,-1-4-515,-4 5-226,4 2-211,-6 6 1,0 2-147,0 2 328,0 4 0,2 6 0,2 1-218,6-1 107,2 0 1,3-1 0,-3-2 44,-2-2-24,2 1 1,-4-1 0,7 1-75,-1 1 158,0-5 768,-6 7-791,-2-12 1,-17 6 0,-5-7-542,-4 0 390,-4 0 0,0 0 1,1 0-1,-1 0 1,0 0-250,1 0 194,5 0 0,-2-2 0,5-1-342,1-2 303,6 0 1,4 5-135,8 0 561,-2 0 1,15 0-1,-2 0 1,0 0-1,1 0 581,-2 0-724,1 0 0,-1 2 0,2 1 0,1 2 0,2-2-266,-2-1 44,5-2 1,-4-7-1,4-1-632,-2 1 612,6-6 1,-4 5-1,5-6 1,-2 0 0,-1-2-526,1-3 715,-5 3 1,6-3-1,-9 8 1,-3 2 572,-3-3-290,-7 6-115,2-6-23,-6 10 1,0 2 0,0 9-1,-2 4 1,-1 1 781,-2 0-893,1 1 1,4-1-1,0 0 1,0 0 295,0 1-630,0-1 1,6-5-1,3-1-157,4-2 302,1-1 1,5-5 0,2 0 0,-1 0 0,2-1-524,1-4 592,-6 3 0,3-10 1,-5 4-1,-1-2 210,0 1-157,-6-1-178,5 2 209,-12 2 0,7 6 0,-5 2 1,4 2 503,1 6-539,1-4 0,0 5 0,1-4 0,1-1 0,2 2 23,1 0-126,6-5 1,-9 3-1,4-6 53,-3 0 84,1 0 1,1 0 0,-1-1 0,-4-4 43,-4-5-159,-3-2 0,-2-2 0,0-1 0,-2 1 0,-3 0-660,-4 0 593,-4 6 0,-7-3 0,-2 6-317,-1 2 374,-3 1 0,10 2 0,-3 0 1,3 0-1,2 0-700,0 0 652,6 7 0,0-6 0,5 5 0,-1-1 0,6 0-215,6-2 472,5-1 1,7-2 0,4 0-133,3 0 115,1-7 0,1 4 1,1-6-1,1-2 1,2 0 795,-1 1-545,-2-2 0,3 10 0,0-3 1,-3 4-1,-3 1 1411,-3 0-1546,-7 0 1,9 1-1,-8 4 51,0 4-245,-2 4 0,-8-3 0,-4-1 0,-2 2-81,-2 2-1564,0-5-121,0 4 956,0-10 587,0 4 1,-2-6-134,-2 0 276,2 0 0,-3 0 0,10 0 217,4 0 282,-2 0 1,5 0-72,-2 0-542,3 0 1,-4 0-603,0 0-180,-5 0 0,7 2 946,-7 2 0,-43 30 0,-16 11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156"/>
    </inkml:context>
    <inkml:brush xml:id="br0">
      <inkml:brushProperty name="height" value="0.053" units="cm"/>
      <inkml:brushProperty name="color" value="#FF0000"/>
    </inkml:brush>
  </inkml:definitions>
  <inkml:trace contextRef="#ctx0" brushRef="#br0">11687 15240 8021,'0'-8'61,"0"-5"1,0 10 281,0-6 404,0 6 0,0-5 1,0 6-230,0 2 0,0 3 1,0 12-1,0-1 0,0 0-179,0 0 0,-4 2 0,-1 1 0,2 4 375,1 1-621,2 2 0,-5-1 0,1 1 0,1 1 0,-1 1 164,0-3-242,2 4 0,-4-6 0,6 4-135,0-1 1,0-7 0,-2 0 0,-1-4-495,-2-3-335,1-7-1377,4 9 546,0-10 640,0 4 1,0-12 1139,0-4 0,12-34 0,4-9 0</inkml:trace>
  <inkml:trace contextRef="#ctx0" brushRef="#br0" timeOffset="1">11687 15268 8021,'0'-14'118,"0"0"1,0 0 826,0 0-723,0-1 1,-4 1-1,-1 0 1,2 0 456,1-1-432,9 8 1,-4-4 0,6 6-74,2 2 0,8-4 0,3 3 0,2 0 376,0 3-413,-7 1 0,8 5 1,-6 1 168,-1 2-177,-3-5 0,-5 10 0,-2-4 0,-2 4 0,-3 1 452,-1 0-278,-2 0 0,0 1 1,-2-1-46,-2 0 1,-4-1 0,-7-2 0,0-2-168,-4 2-130,3 2 0,-6-4 1,4 1-154,-1 1 1,-4-5 0,4 1 0,1-3-1942,3 1 1360,0 6 0,1-9-2342,0 2 1620,6-2 1495,2-2 0,38-10 0,24-5 0,0-1 0,-1 0 0</inkml:trace>
  <inkml:trace contextRef="#ctx0" brushRef="#br0" timeOffset="2">12398 14899 8102,'0'-14'536,"0"4"1,0 1 433,0-2-406,0 4 0,-1 1 0,-4 6 0,-4 0 1658,-4 0-1944,-8 6 0,4 2 1,-5 8 37,1 3 0,-4 1 0,3 6 1,-2-1 444,1 5-600,5-2 1,-7 7-1,7-6 340,6-1-319,-2 7 1,10-4 0,-3 6 0,0-3-1,6 0 428,4 0-477,-2-4 0,12 5 1,-3-8-108,2-3-64,2 3 1,-4-12 0,-1 4 0,2-3 0,2-3-388,1-4 86,0 4 1,-4-12 0,-2 6-505,-2-1 202,5-4 0,-8 4 0,7-8-1483,1-2 579,-5 2 1,7-11 228,-4 4-712,-2-4 2028,5-1 0,-4-19 0,6-5 0</inkml:trace>
  <inkml:trace contextRef="#ctx0" brushRef="#br0" timeOffset="3">12498 15183 8072,'0'-14'1966,"0"4"-877,0 1 1190,0 6-1695,0-10 0,-2 12 0,-1-3 1,-2 8 497,2 5-887,2 4 1,-1 2 0,-1 3-65,-2 1 0,0 1 0,5-2 0,0 1 298,0-2-879,0-1 1,0-2 283,0 0-233,0 1 0,7-3 0,2-2 0,4-6 0,3-2-1348,3-2 1444,3-6 1,1-4 0,1-7-365,1-2 612,-4-6 1,6 2-1,-5-5 1,2 1-1,-4 2 552,-4 1-316,1 7 1,-10-4 837,2 7-765,-3 0 1,-6 8 0,0 7 1348,0 12-1221,0 1 0,-4 8 0,-3-5 613,-1 2-828,5 7 0,-3-11 0,4 4 0,-1-3 0,-2-2 515,2 1-1283,2-1 0,1 0 494,0 0-1135,0 1 0,1-6 0,4-1 0,5 0-2996,2 0 3105,2-5 1,5 3 1132,0-6 0,38-12 0,5-4 0</inkml:trace>
  <inkml:trace contextRef="#ctx0" brushRef="#br0" timeOffset="4">13109 15325 8072,'8'-6'345,"5"4"1,-12-5 3299,4 2-1359,-3 3-371,-2-4-288,0 6-1493,0 6 0,-5-3 0,-1 7 1,-2 1-77,-2 2 0,1 1 1,-1 0-1,-1 0 1,-1 0 70,-3 1-647,7-1 1,-4 3-1,2-1-2158,-2-3 1326,-3-2 1,6 3-1,-1 0-1773,-1 0 1977,5-6 1146,0-1 0,44-39 0,9-8 0</inkml:trace>
  <inkml:trace contextRef="#ctx0" brushRef="#br0" timeOffset="5">13379 15197 8653,'-8'-14'665,"-3"5"1,5 1 0,0 0 703,-1 0-639,3 5 0,-1-5 0,2 5 379,4-2-1134,6 0 0,7 5 1,2 0-1,1 0 0,4 0 63,1 0 75,-5 0 0,8 0 0,-6 0-155,-1 0 1,-2 0 0,-2 2-84,0 3 185,-6-4 1,-2 12-1,-6-4 497,0 4-432,-6 1 1,-7 5-1,-6 0 1,0 0 0,0 0 689,0 0-747,0 0 1,4-5 0,-1 0 104,2 1-177,-4-1 0,12 0 0,-5-1 1,3-2-214,2-2 177,1 1 1,11-3 0,5-2-54,7-3 51,-3-2 0,12 0 1,-5-2-1,2-1 1,-2-3-332,-1-2-126,-2 5 1,-3-5 0,1 5-1,0-4 1,-2 1-2501,-4 0 2173,-2-5 0,1 7 826,-1-5 0,0-7 0,6-6 0</inkml:trace>
  <inkml:trace contextRef="#ctx0" brushRef="#br0" timeOffset="6">13834 14970 8072,'0'-14'1207,"0"-1"-211,0 1 1,0 0 602,0 0-832,0 6 0,2 2-274,3 6 0,-2 1 0,5 4 399,-2 4-608,5 4 0,-8 1 1,5 2 59,-2 3 0,4-2 0,-5 5 0,-1 1 506,3-1-707,-6 1 0,6 1 1,-7 0 248,0 1-254,0 2 0,0-2 1,-2 0-1,-3 2 0,-4-1 236,-4 0-322,-1 1 0,-2-3 0,-1-2-110,-2-1-54,0-2 0,5-5 0,-1-2 0,1 0 1,0-5-809,0 0-908,6-3 1,0-4-1943,3 0 3027,4-6 743,1 5 0,39-12 0,15 5 0</inkml:trace>
  <inkml:trace contextRef="#ctx0" brushRef="#br0" timeOffset="7">14474 15140 8109,'-8'0'2755,"2"-1"-77,6-4-2462,6 4 0,2-7 0,8 5 0,1-2 0,4 2 0,1 1 0,3 2 711,2 0-907,1 0 0,1 0 0,-1 0 1,-1 0-1,-2 0-1286,-1 0 1,-6 0-1,1 0-2906,-4 0 3552,0 6 0,-8-2 620,-2 5 0,-43 2 0,-23 0 0,-3 4 0,1 0 0</inkml:trace>
  <inkml:trace contextRef="#ctx0" brushRef="#br0" timeOffset="8">14517 15311 11482,'0'8'2121,"0"-2"0,1-6-2434,4 0-128,-3 7 0,10-6 1,-2 4-1,2-3-1096,3-2-1062,-1 0 2599,0 0 0,19 6 0,5 2 0</inkml:trace>
  <inkml:trace contextRef="#ctx0" brushRef="#br0" timeOffset="9">16863 14686 8030,'14'0'-61,"-5"0"1,-1-2 0,0-1 0,0-2 1774,3 2-1215,2 1 1,-4-2 0,1-1 2145,1 2-1343,-5 1-406,0 2-152,-6 0 0,-1 0-99,-4 0-859,-3 0 1,-6 0-1,0 0 278,0 0-227,-7 0 0,-1 0 0,-5 0 0,2 0 0,1 0-494,-1 0 579,-2 0 0,0 2 0,2 1 65,1 2 0,7 1 0,-2-3 0,3 2 18,2-2 18,6 5 1,0-7 86,3 4-185,4 3 80,-6-6 0,9 9 0,3-7 165,4 0 1,4-1 0,1 0 0,2 2 485,3-2-551,-3-2 0,4 1 0,-4 1-15,3 2 1,-8 0 0,3-4 0,-1 2-13,-1 2-106,3 0 1,-6 1 1,1 4 1,-7 2 0,1 3-108,-2-1 107,-8 0 0,-2 0 0,-6 0 14,-1 1 1,-4 0 0,-1 3 0,-2 1-6,-4-2-32,0-1 1,-1 3-1,2 0 38,1-2 1,0-1 0,-4 0 0,-1 1 172,1 2-56,6 0 1,1-5-33,7 0 0,6 1 1,3-1 429,4 0-368,13-6 0,-1 0 0,15-5 131,4 2 1,0 0 0,8-5 0,1 0 705,2 0-917,2 0 1,-7 0 0,-3-2-102,-3-3 0,-1 4 0,-2-4 0,-4 2-149,-4-2-1365,-9 3 665,-4-4 0,-7 6-2200,-4 0 2458,-9 0 0,-4 5 0,-4 1-1248,2 2 0,1-3 1884,4 4 0,-37 1 0,-9 4 0</inkml:trace>
  <inkml:trace contextRef="#ctx0" brushRef="#br0" timeOffset="10">17716 14842 7991,'6'-8'574,"-4"2"0,4 4 1,-6-3 1070,0-4-389,0 3-588,0-1 0,-2 7-54,-2 0-469,-4 0 0,-2 0 0,1 0 41,-2 0 0,-2 0 0,-1 2 0,0 1 163,-1 2-231,1 6 1,0-8 0,0 6-84,0 3 0,1-5 0,2 3 0,3 1-12,2 2-67,-5-6 0,7 6 1,-3-3 83,0 2-104,2-4 0,5 5 1,0-4-1,0 4-150,0 1 198,0 0 1,2 1-56,3-1 1,3-2 0,4-1 0,-1-3-102,-1-1 158,-1-3 0,6 1 36,-1 0 0,0 0 1,0-5-1,0 0 231,1 0-124,-1 0 0,-5 0 1,1 0 34,1 0 1,0-2 0,0-1 174,-2-2-195,-5 0 1,4 1-214,-4-1 211,-2 0 14,4 5-351,-6 0 219,0 0 87,-6 0 0,3 0 0,-7 0 1,-1 0-1,-1 0-77,-3 0-103,1 0 0,0 0 0,0 0-27,-1 0 0,1 0 0,0 0 0,0 0 115,0 0 115,-1 0 1,1-1-74,0-4 1,1-3-1,2-6 1,3 0 70,2-1-178,1 1 1,5 0 0,0-2 30,0-3 0,7 3 1,2-3-1,4 2-113,1-2 118,0 3 1,5 0-1,0 7 19,-2-2 1,4 3 0,-2 0 0,-2 2 56,-1 3-143,-2 1 0,-4 2-1362,-1 0-67,-6 0-271,4 0 0,-7 2 341,0 2 431,0-2 1005,-7 11 0,-19 7 0,-12 10 0</inkml:trace>
  <inkml:trace contextRef="#ctx0" brushRef="#br0" timeOffset="11">16763 14828 8000,'6'-14'191,"-4"-1"1,3 1-1,-4 0 1,-1 0 2517,0-1-2412,-6 8 1,3 0 0,-8 7 0,-3 0 0,-5 2 0,-2 3 0,-1 6 243,0 6 0,-2 5-516,-4 7 1,6-1 0,1 0-1,2 1 24,0-1 1,2-1-110,7-3 0,4 3 1,6-5-1,0 0-611,0-3 546,6-3 1,10-4 0,11-2 0,6-6 0,4-2-363,2-2 511,2-6 1,2-4 0,-2-7-164,-3-2 321,3-6 1,-8 3 0,2-7 0,-10 1 0,-6-2 465,-6-4-500,-9 4 0,-5 0 0,-13 8 134,-9 2-350,-10 7 0,-8 7 0,-8 7 0,-1 6 1,-2 5 48,1 6 72,2 13 0,3-7 0,4 11 328,5 0-270,12-5 1,6 4 0,9-4-1,6 0 1,4 0 887,4-3-844,11-8 1,8 0-1,11-8-72,3-1-60,5-7 1,0 3 0,-1-7-1,-1-4 1,-2-5-103,1-2-196,-4-9 0,-2 5 0,-8-4-939,-1-1 833,-13 6 1,7-11 0,-14 7 0,-1 2 0,-1 1-1283,-2 2-740,-6-7 2403,-2 6 0,-32-6 0,-6 7 0</inkml:trace>
  <inkml:trace contextRef="#ctx0" brushRef="#br0" timeOffset="12">18185 14671 7983,'0'-14'371,"0"6"1,0-4-1,0 2 1719,0-3-1670,0 6 1,-2 0 0,-2 7 0,-6 0-1,-3 2 1,-1 3 0,-2 6 1795,-2 6-2037,-5-1 1,0 11-1,1-4 1,-1 4-1,3 2 626,-1-1-711,2 7 1,7-4 0,1 6-1,3-3 1,2 0 434,2 0-579,3-4 0,7 5 1,5-6 173,7-1-254,-3-6 0,11 0 1,-7-6-1,0 0 0,-1-5-1286,1-3 810,0-3 0,-9-5 1,-1 0-1340,2 0 613,2 0 0,-3-2 1,-1-3 1331,2-4 0,2-35 0,1-10 0</inkml:trace>
  <inkml:trace contextRef="#ctx0" brushRef="#br0" timeOffset="13">18341 14885 7983,'0'-10'580,"0"1"1109,0-2 0,-4 3 431,-1-2-723,0 7-727,5-3 1,0 12-248,0 4 1,0 2 0,0 4 0,0 1 320,0 2-719,0 0 0,0 0 0,0 0 0,0-1 0,0-3-916,0 0 645,0-1 1,2 0-1402,2 0 1269,4-6 1,2-2 0,-1-6 0,2 0 0,2-1-1529,1-4 1657,7-3 0,-5-6 0,2-2-168,-2-3 402,-1 3 1,-1-9-1,0 5 1,-1-1-1,-2 1 125,-2 2 431,-6 9 1,5-2 0,-5 4 61,2-1 1,0 7 1319,-5 1-1471,-7 6 0,6 8 0,-4 1 494,4-1-817,-6 0 1,6 5 0,-4 0-1,2-2 1,0-1 314,-2-2-1064,0 1 1,5-6 0,0 0-478,0 3 0,2-5 0,2 1-3619,6-1 3975,3 4 1,1-10-1,0 4 741,0-3 0,32-28 0,8-5 0</inkml:trace>
  <inkml:trace contextRef="#ctx0" brushRef="#br0" timeOffset="14">18896 15041 8051,'8'0'6823,"-2"-6"-4926,-6 4-43,0-4-512,0 6-1140,0 0 1,-6 6-107,-4 4 0,-2 2 0,-1 2 1,2 1-490,1-1 288,1 0 1,-5-4-1,1-1-1543,4 2 0,-4 2-1635,3 1 287,-2 0 249,4-6 2747,2-2 0,18-18 0,4-4 0</inkml:trace>
  <inkml:trace contextRef="#ctx0" brushRef="#br0" timeOffset="15">19209 14913 8054,'-10'-13'3173,"2"2"545,2 2-1164,1 6-2202,5 3 1,2 9-1,1 9 1,3 0 756,2 0-955,-5-2 0,10-2 0,-5 0-102,0 0 0,4 1 1,-2-1-323,2 0 147,-4-6 1,5 3-58,-4-6 0,4-1 1,1-4-1,1 0-170,-1 0 298,0-6 1,0-7 0,-1-7-47,-4-2 1,4 3-1,-4-5 1,4-1-136,1-2 43,-6-1 1,0 5-1,-5 5-3144,2 2 959,0 2 1171,-5 6 0,0 3 0,-2 10 1204,-3 4 0,-2 29 0,-8 8 0</inkml:trace>
  <inkml:trace contextRef="#ctx0" brushRef="#br0" timeOffset="16">19678 14714 8014,'14'-21'0,"-5"6"0,-1-4 2679,-1 3-1425,-3 2 0,1 4 1102,0 1-1988,6 6 1,-5 3 0,5 9-1,-3 5 616,-1 5-649,4-3 0,-10 11 0,4-3 0,-3 2 0,-2 4 1323,0 4-1579,0-4 1,-7 4 0,-2-5 160,-4-1-488,-1 1 1,-5-6 0,-2-1 0,1-1 0,-2-4-2507,0-1 2123,4-2 0,-7 1 1,4-3-1211,-1-2 0,5-2 1,-2-5 1840,3 2 0,8-26 0,2-11 0</inkml:trace>
  <inkml:trace contextRef="#ctx0" brushRef="#br0" timeOffset="17">20190 14984 7969,'-8'0'905,"0"0"0,5-1 1982,-2-4-2544,0-3 0,12 0 0,2 3 1,5 4-1,4 1 0,2 0 0,2 0 9,4 0 0,0 0 0,3 0 0,-1 0 30,1 0-782,-1 0 0,-4-2 1,0-1-1162,1-2 1,-5 0-3036,-1 5 3380,-3 0 1216,-8 0 0,-59-25 0,-20-6 0</inkml:trace>
  <inkml:trace contextRef="#ctx0" brushRef="#br0" timeOffset="18">20403 14870 7969,'8'0'2632,"4"0"1,-8-4-1962,5-1 643,-6 0-600,4 5 0,-7 2-204,0 2 1,0 4-1,-2 7 1,-1-1 591,-2 0-976,-6 0 1,9 2 0,-4 1-143,0 2 1,-1 2-1,-2-4 1,3 2-448,-1-1-424,6-3 0,-10 0 0,6-1-595,2 0 1,0 0-469,-2 0-1091,3-6 3041,-4-1 0,44-58 0,9-12 0</inkml:trace>
  <inkml:trace contextRef="#ctx0" brushRef="#br0" timeOffset="19">21085 14828 7969,'0'-8'1025,"-1"0"1,-4 5 1743,-4-2-2456,-4 0 1,-1 5-1,-1 0 1,1 0 0,0 0-1,0 0 1,0 0 1406,-1 0-1544,-5 7 0,4 1 1,-3 6-1,3 2 1,4 1 265,2 2-334,-2 0 0,10 0 1,-3 0-90,4-2 1,1 0-1,1 1 1,4 1-400,4-2 311,4-7 0,8 1 0,1-5-571,0 2-24,5-5 1,-7 3 0,6-6-1,-4 0 1,-2 0-4192,-2 0 4318,4 0 0,-7-4 537,4-1 0,-15-25 0,-6-2 0</inkml:trace>
  <inkml:trace contextRef="#ctx0" brushRef="#br0" timeOffset="20">21341 14686 7969,'0'-15'445,"2"3"1,1 1 0,2 1 1328,-2-1 419,-2 5-217,-1-1-1713,-6 20 1,3-8-1,-6 9 1,-3 0-1,1 2 1,0 3 753,2-2-857,-1-1 1,1 5-1,-1 1 2,-1 0 1,5 5 0,1-5-1,2 2-72,-2-1-190,4 1 1,-4 0 0,8-2-144,2-2 129,6 6 1,-3-11-1,5 4 1,-2-3-1,-2-2-1032,2 1 667,2-7 0,1 3-468,0-7 0,0 1 0,1-5-1656,-1 0 1808,0 0 0,-1-6 1,-2-4 794,-2-2 0,7-41 0,6-8 0</inkml:trace>
  <inkml:trace contextRef="#ctx0" brushRef="#br0" timeOffset="21">21668 14828 7747,'0'-8'201,"-1"-3"1,-2 4 2100,-2 0-1168,0 3 0,3-2 740,-2 6-1050,2 0 0,-4 2 1,6 2-237,0 6 1,0 3-1,0 2 1,0 3 187,0 1-645,0 0 1,5-10-1,-1 1 50,-1 1-80,-1 1 1,3-2 0,1-1 52,2 2-456,1-4 1,1-1-552,-1-6 565,1-6 1,-1-2 0,-1-7-1,0 0 1,0-4-952,3-5 974,2-3 1,-4-1 0,1-1-429,1 1 332,-5 6 1,2-4 0,-5 8-1713,2 0 1528,0 9 1,-5 9 0,0 9-685,0 4 0,-2 3 1229,-3 3 0,-9 34 0,-8 15 0</inkml:trace>
  <inkml:trace contextRef="#ctx0" brushRef="#br0" timeOffset="22">22024 14899 8199,'8'0'1219,"0"-2"739,-4-3-540,-2 4 1081,4-5-1972,-6 6 1,-1 0 0,-4 1 0,-5 4 97,-2 4-705,-2 4 0,2 6 0,0 0 0,-4-2 0,0 1-533,0 1-395,9-4 1,-6 6-1,3-7-268,-2 0 201,-2 1 0,4-3 1,2-1 1074,2-1 0,1-1 0</inkml:trace>
  <inkml:trace contextRef="#ctx0" brushRef="#br0" timeOffset="23">22280 14799 7969,'0'-14'1124,"0"6"1,4 0 1725,1 4-1129,0-4-1068,-5 0 0,-2 1 0,-1 9 938,-2 3-1603,-6 3 1,8 1-311,-6 1 1,4-1-109,-5 5-2115,7-6 1407,-3 5 523,6-12 0,2 6 0,2-7-436,6 0 997,2 0 1,3-7-1,-1 0-335,0-1 607,0-5 1,1 10 0,-1-5 657,0 2-544,-6 1 1,4 5 944,-2 0-937,-4 6 1,7 2 0,-5 6-1,1 1 767,1-1-1002,-7 0 1,10-5-1,-4 1-216,4 1 111,1-5 0,2 5 1,1-6-1,2-2 1,-2-1 46,-1-2-42,-2 0 1,5-2 0,0-3 173,-1-4-130,-2-4 1,-2-2-1,0-3 1,-1-2-1,-4-1 240,-4 1-353,3-6 1,-7 6 0,4-4 172,-3 5-592,-2-3 1,-5 11-1,-1-3 1,-2 3-1,-3 3-2547,-2 3 2279,-1 3 0,0 9 0,-1 2 751,1 4 0,-6 45 0,-3 12 0</inkml:trace>
  <inkml:trace contextRef="#ctx0" brushRef="#br0" timeOffset="24">22962 14529 7970,'6'-14'543,"-4"0"1,4 1 0,-1 2 1471,0 2 0,6 5-544,-2 0-1175,-2 8 1,4 4 0,-5 8 0,0 1 0,2 4 1159,0 1-1191,-5 2 1,4 6-1,-7 1 64,0 3 0,0-1 0,0-5 0,-2 1 270,-3-1-804,-3 1 1,-7-1 0,-3-1 272,-1-4-284,-6 4 1,8-11 0,-5 3 0,-1-5 0,3-3-3311,-1-1 2384,2-1 0,5-1 0,0-3-1984,0-3 2454,6-2 1,-5 0 671,4 0 0,9-19 0,1-5 0</inkml:trace>
  <inkml:trace contextRef="#ctx0" brushRef="#br0" timeOffset="25">23360 14728 7980,'0'-8'3053,"0"-4"-425,0 2-2282,7-2 1,-4 4-1,6 3 1,4 3-1,3 2 1,4 0-1,4 0 804,6 0-1213,-2 0 1,7 0 0,-7 0 0,1 0 0,-1 0-538,1 0 0,-2 0 0,-4-1 0,-4-2-1155,-3-2-1877,-8 0 3632,5 5 0,-62-19 0,-8-5 0</inkml:trace>
  <inkml:trace contextRef="#ctx0" brushRef="#br0" timeOffset="26">23659 14600 8948,'8'-8'4188,"-2"2"-3561,-6 6 144,0 0 0,0 6 1,0 4 929,0 2-1549,-6 9 1,4-4-1,-4 6-50,-1-3 0,6 4 0,-5-5 0,1 0 57,0 1-514,0-4 1,4 5 0,-2-7 269,-2 0-1841,0 0 0,5 0-1901,0 1 2224,0-8-476,0 0 2079,0-7 0,32-44 0,7-12 0</inkml:trace>
  <inkml:trace contextRef="#ctx0" brushRef="#br0" timeOffset="27">24313 14657 7980,'0'-8'161,"0"-4"0,-2 4 0,-1-2 1223,-2 1-407,1 6 1,4-5 617,0 3-1258,-7 3 1,6-2 0,-6 7 781,1 2-942,4 6 0,-10-8 1,4 6 42,0 2 0,-5 2 1,5 1-1,-1 0 423,0 1-432,-1-1 1,-3 2 0,2 1-161,2 2-51,6 0 0,-8-3 0,6 1 0,2 2 0,1-2-399,2-1 108,0-2 1,2-1 0,2-2 117,6-1 0,3-6 0,1 4 0,0-1-448,0-4 260,0-2 0,1-1 0,-1 0-388,0 0 1,0-4 0,-1-3-1,-2 1-2513,-1 0 3262,-7-6 0,-3-14 0,-8-12 0</inkml:trace>
  <inkml:trace contextRef="#ctx0" brushRef="#br0" timeOffset="28">24526 14614 7980,'0'-14'604,"0"-2"0,0-1 1402,0-2 0,0 5 457,0 4-2053,0 7 0,5-1 0,0 8 0,-2 7 891,-2 7-990,-1-2 0,0 10 0,0-2 75,0 3 1,-4 1 0,-1-1 0,0-2 372,-1-1-693,4 0 0,-9 0 0,6-2-531,2-2 225,2-1 0,-1-1 0,-1-3 0,-2-2 1,2 0-1308,1-1 784,2-4 0,7 3 39,2-6 0,4 0 1,1-7-1,0-1-1397,0-2 1502,1-6 1,-1 8 0,0-5-941,0 2 1,-4-1 1558,-1 3 0,-6-17 0,4-9 0</inkml:trace>
  <inkml:trace contextRef="#ctx0" brushRef="#br0" timeOffset="29">24725 14728 7996,'-9'-12'0,"1"1"0,1 1 2403,4-1-493,2 5 0,-1-2 784,-3 3-2089,4 3 0,-6-2-228,7 8 0,0 4 1,0 7-1,0-1 373,0 0-676,0 0 0,5 0 0,1 1-413,2-1 29,-4 0 1,7 0-1,-5 1 1,2-1-1097,3 0 736,2 0 0,-1-4 1,-1-2 193,-1-2 1,-1-1 0,5-5 338,1 0 127,-1 0 1,-5-7-1,1-2-55,1-4 0,0-6 1,0-1-1,-3-1 390,-2 1-160,-1 1 1,0 4 0,-1 1 1333,0 0-862,-3 6-270,-1 2 0,-5 17-98,1 3 0,-1 3 0,5-1 0,0 2 263,0 1-694,0 0 1,0-5 0,2 0-9,2 0 1,-1 0-1,7-1 1,3-4-363,4-4 327,-1 3 0,4-6 0,-4 2 159,3-2 1,-3-8 0,3-4 0,-3-2-13,-2-3 21,0-5 0,0 2 0,0-5 0,1-3 1,-7 0 0,-4-1-1,-2 2-870,-2 1 609,0 6 1,-6 4 0,-6 9-710,-5 4 0,0 1 0,-5 1 0,1 4 1007,4 5 0,-5 59 0,11-26 0,-1 0 0</inkml:trace>
  <inkml:trace contextRef="#ctx0" brushRef="#br0" timeOffset="30">25408 14927 7996,'0'-8'908,"4"0"2383,1 4-490,0 2-684,-5-4-1877,-7 6 1,4 6 0,-6 4-171,-2 2 0,3 1 0,-2-2 0,1-2-970,1 2 629,-5 2 0,7 1 0,-5-1-2412,2-4 203,5 4 0,-7-5 2480,7 6 0,24-44 0,12-11 0</inkml:trace>
  <inkml:trace contextRef="#ctx0" brushRef="#br0" timeOffset="31">25536 14828 7996,'6'-14'166,"-5"6"0,7-3 0,-5 4 1692,2-1-1174,6 5 0,-8-5 0,7 5 1361,1-2-1708,-5 1 0,7 4-170,-4 0 1,4 0 0,1 0-61,0 0-30,1 0 0,-6 0 0,-1 1-17,-2 4 0,4-2 0,-5 7-372,-2 1 381,-2 1 1,-2 3 0,-4-1 193,-4 0 0,-4 5 1,-3 0-1,-1-2 269,-2-1-521,0-2 1,5 0-1,-1 1 16,1-1 0,2 0 0,0-1 0,5-2-52,0-2 15,3-6 1,5 5 0,4-5-298,4 2 60,4 0 1,7-5 0,4 0 0,3-2 0,1-1-1118,1-2 319,-7-6 1,5 8 0,-5-5-356,0 2-40,5-5 1,-10 8 1439,7-7 0,0-24 0,4-12 0</inkml:trace>
  <inkml:trace contextRef="#ctx0" brushRef="#br0" timeOffset="32">26232 14742 7996,'14'-14'1925,"1"2"1579,-1 2-2579,0-3 0,0 12 0,0-2 1310,1 6-1665,-1 5 1,-5 6 0,-1 2-122,-1 3 1,-3 3 0,-4 6 0,0 1 346,0-1-697,-6 1 1,-2 1 0,-8 1-216,-3 2-109,-3 1 0,-8-8 0,-3 0 0,-6-4 0,-6 0-1210,-2 0-204,-7-11 0,8 8 1,-7-11-325,-6 0 1,-1-2 1962,-11-6 0,19-9 0,-9-5 0,-1-1 0,-9-1 0,1 1 0,-1-1 0</inkml:trace>
  <inkml:trace contextRef="#ctx0" brushRef="#br0" timeOffset="33">3299 6952 8078,'6'-14'399,"-4"4"-246,3 1 891,2 5 1,-5-3 0,3 2-345,-4-5 0,-2 4 0,-4 0 0,-6 1-499,-6 0-192,-5 1 0,-8-1 0,-4-2 202,-4 0 0,-7 2-462,-3-5 0,-6 2 1,2-3-1,-3 2-701,-2-2 820,7 5 1,1-6 0,8 6-1,3 0 1,6-2-401,7 0 886,4 5-69,13-10-219,8 5 1,4-1 0,5 1 0,2 0 219,2 0-223,1-1 0,0-4 0,-1 2 195,-4 2 0,2 4 127,-6-5-305,0 7-87,-5-3 0,-2 6 0,-3 1 0,-4 4 157,-4 5-96,-1-4 0,0 7 1,0-4-7,0 4 1,-1 1 0,1 2 0,1 1-344,4 2 198,3 0 1,6-5 0,1 0-284,4 1 1,3-1 0,8 0-1,3-1-1177,4-4 1115,-2 4 0,6-10 0,-4 5 442,4-2 0,8-20 0,1-10 0</inkml:trace>
  <inkml:trace contextRef="#ctx0" brushRef="#br0" timeOffset="34">1095 6056 8078,'-8'0'789,"-3"-1"1,5-3 1195,-2 0-1612,5-1 1,-3 7 0,7 1 776,4 1-1085,-4 8 0,6-5 1,-7 8-1,0 0 1,0 3-1,0 1 0,0-2 284,0-1-462,0 4 0,0-4 0,0 3 31,0-3 0,0-2 1,0 0-1,1 1-254,4-1-123,-3 0 0,6-4 1,-4-3-177,6 0 146,-4-2 0,7-5 1,-2 0-1,5 0 1,3 0-1519,-2 0 1555,-1-7 452,-2-1 0,13-56 0,-12 25 0,0 0 0</inkml:trace>
  <inkml:trace contextRef="#ctx0" brushRef="#br0" timeOffset="35">1266 6056 7978,'8'0'-299,"-2"-6"547,-6-4 0,2 4 1,1 0 1302,2-1-1362,6 6 0,-4-10 0,8 4 1,-1 1-40,0 0-44,-6 1 0,5 5 1,-4 0-7,4 0 1,1 0 154,0 0-130,-6 6 0,-2 2 109,-6 7-153,0 5 1,-1-4 0,-4 3 0,-4-3 0,-4-2-204,-1 0 61,6 0 1,-3 0 0,6 1-454,2-1 449,1-6 0,2 4 0,0-2 0,3 1 0,5 0 14,7-1-9,8-7 1,-5 9 0,4-4 211,-2 0 198,6-2 1,-11 1-1,4 2 588,-3 4-437,-8 1 0,-3-1 1,-12-2-366,-7-2 0,-5-4 0,-6 3 1,1 0-1035,-1 0 767,5-5 1,-3 5 0,6-5-2880,-2 2 3010,6-1 0,20 3 0,9 1 0</inkml:trace>
  <inkml:trace contextRef="#ctx0" brushRef="#br0" timeOffset="36">1735 6113 8262,'-8'-9'4100,"3"-1"-3721,4 7-87,1 3 0,0 8 0,0 6 1,0 2-1,0 1 0,0 2 0,0 0 140,0 2 0,0-6-405,0 4 0,0-3 0,1-2 1,3 1-78,0-1 1,1-5 0,-5 1-487,0 1 593,0-5-347,0 1 1,0-20-1,0-4 146,0-4 56,0-6 0,2 7 0,1-6-578,1 3 432,8 5 0,-5-7 0,8 6 1,-1 2-1,0 1-1041,0 2-269,1 6 1544,5 1 0,15 20 0,9 3 0</inkml:trace>
  <inkml:trace contextRef="#ctx0" brushRef="#br0" timeOffset="37">2105 6156 8262,'-8'-15'221,"-5"1"0,10 5 1,-5-1-1,2-1 658,-5 5 1,3 0-1,-6 6 1,-1 0-61,1 0 1,0 0 0,0 1-167,-1 4-614,8 3 0,-4 6 1,6 0-42,2 0 1,1 1 0,2-1-210,0 0-338,6 0 0,-2 1 1,5-3-785,2-2 1096,2-4 1,1-1-1,0-1 1,0 0 0,1-3-523,-1-1 738,0 0 1,-5-1 0,1-3-295,1 0 275,2-7 1,-4 3-1,-1-6 90,-2-1 24,-1 1 1,-5 5-1,-1 1-2,-4 1 1,2 3-1,-7 4 1,-1 0 374,-2 0-340,6 0 1,-6 0-1,3 0-254,-2 0 0,2 4 1,2 3-301,2 1 221,1-5 0,5 5 0,2-5-722,3 2 724,3-1 1,6-4 0,0 0-1,0 0 1,0 0-749,1 0 1106,5 0 1,-4-1 0,5-2-349,-1-2 485,-4-6 0,0 8 0,-7-5 1,1 0-1,-1 2 699,1-1-243,-7 2 783,9 5-608,-10 0-853,4 0 1,-6 2-173,0 3 0,0 3 1,2 4-1,1-1-397,2-1 124,6-7 0,-3 8-113,6-6 0,-5 4 1,1-4-193,1-2 625,2-1 1,-4-2 281,1 0 0,-6 0 1,4-2-211,-2-3 223,-1 4 0,-5-7 2031,0 3-1328,0 4-627,0-6-425,0 7 1,7 0 0,0 2-290,1 3-73,5-4 1,-5 6 237,6-7 1,0 4-1,2 1 1,1-2-76,2-1 273,0-9 1,-4 4-1,-1-6 114,0-2 0,-1 3 0,-2-3 0,-2-3 399,2-4-336,-4-1 1,4-1 0,-7-2 78,0 0 0,-3-4 1,-1 6-1,0-1 570,0 1-619,0 1 1,0 4 0,-1 3-135,-4 2 0,2 4-126,-7 6 98,1 6 1,1 4 0,2 7 173,-1 2 1,6 2-1,-6-4 1,3 4 343,-1 1-520,0-5 1,5 4 0,0-6-77,0 4 0,2-3 1,1 3-1,3-5-96,2-4 97,2 2 0,8-8 0,1 4-142,-1-2 0,2-1 1,1-5-1,-1 0-96,1 0 256,-2-7 1,0 1-1,0-5 152,-2 1 1,-1 1 0,-3-7 0,-2-1 206,-2-2-161,-6 0 0,4 5 349,-7-1-23,0 1-577,0 6 1,-2 2 0,-3 6 47,-4 0 1,1 5 0,0 1 0,2 2-257,3 3 302,-5 2 1,6 1 0,-3 0-53,4 0 1,2-4 0,3-1 0,2 1-494,2-2 438,1 4 0,7-10 1,1 3 37,2-4 0,0-1 0,-4 0 0,0 0 161,4 0 70,-9 0 0,9-1 1,-10-3 331,4 0 0,-5-3 0,-2 4 388,0-2-658,-4 1 817,4 4 15,-6 0-863,0 6 0,0-3-329,0 7 0,-1-6-176,-4 6 376,3-7 1,-6 8 45,4-6 0,2-2 0,-3-8-793,4-4 545,1 2 1,1-5 0,4 2-131,5-2 1,4-3 0,3 0 0,2-3-44,-1-1 303,-3 0 1,0 10-1,-1 1-305,0 2 1,0-4 0,0 6-411,1 0-260,-1 3 0,-1 2 1012,-4 4 0,-3 16 0,-6 9 0</inkml:trace>
  <inkml:trace contextRef="#ctx0" brushRef="#br0" timeOffset="38">2617 6070 8262,'-15'0'878,"1"0"1,5 0-685,-1 0 1,7-1-1,1-2 1,10-2-240,11 2 16,13 1 1,6 2 0,8 0-236,1 0 0,0-1 264,-4-4 0,25-3 0,6-6 0</inkml:trace>
  <inkml:trace contextRef="#ctx0" brushRef="#br0" timeOffset="39">3583 6085 8262,'8'-7'534,"-1"-1"0,-3-1 0,1-1 0,-2-1 2472,-1-1-2551,-2 4 1,-7-3 0,-2 6 0,-4 2 147,-1 1 0,-5 2-635,0 0 1,-5 7-1,6 1 1,0 3 55,2 3-194,8-3 0,-3 9 1,7-4-1,0 2 0,4 2-902,5 2 881,3-4 1,2 7-1,-1-6-497,2-2 554,-5 5 1,6-4 0,-8 4-184,-1-2-111,-1-1 0,-4-9 0,-4-1-1103,-8 2 1531,0-4 0,-51 5 0,-5-4 0</inkml:trace>
  <inkml:trace contextRef="#ctx0" brushRef="#br0" timeOffset="40">1863 3611 23179,'-14'0'-75,"4"-2"1,1-1 0,-2-2 834,-2 2-431,-1-5 1,4 7 0,2-5 0,4-1-664,5-2 156,6-4 0,13-7 1,4-4-1,4-3 0,7-3 3129,8-3-3150,-1-3 0,14-12 1,-6-1-395,1-1 0,2-3 0,-5-3 0,-2-3-885,-2-2 1221,-14 8 0,-3-2 0,-15 14-640,-2 3 985,-4 10 1,-7 9 0,-4 9 0,-6 6 0,-5 4-695,-3 4 475,-12 11 1,7 7-1,-9 6 250,3 1 19,-5-1 0,5 2 1,-3 2-1,4 1 1,6-2 54,4-1-156,3-1 1,6-1 0,2 1-97,2-1 0,3-4 0,9-2 0,10-2-488,11-2 386,1-9 0,12 4 1,-7-5-716,-1 0 635,-2 4 1,-4-5 0,0 4 0,-6-2-493,-4 2 468,-5 2 0,-12-4 0,-4 1 364,-5 1 81,-9 2 0,-3-1 0,-5-1 0,2-3 0,1-2 578,-1-2-652,-2-3 0,5-1 0,2 0 45,-1 0-118,12 0 1,-10-1-1,11-4 1,0-5-434,3-2 337,4 4-685,1-5 726,6 12 0,2-6 0,6 7 0,-1 2 77,-4 3-134,4-4 0,-5 10 0,6-4-204,0 0 193,0 3 0,1-1 0,0-1 0,3-1 0,2-4-19,2-2 153,2-1 0,0 0 0,1 0 170,5 0-346,-2-6 1,7-3 0,-6-9 0,-1-2 0,1-1 210,-1 1 71,-6-6 1,2 11 0,-8-4 402,-4 3 0,-7 2 280,0-1-710,-4 7 1,-2 4 0,-4 8 379,-5 6-357,-2 3 0,2 1 1,1 0-1,-1 0 1,3 2 14,2 3-367,3-3 1,2 4-924,0-5 834,0-1 1,8-5 0,5-1 0,6-2 0,3-2-500,3-3 592,2-1 1,3-6 0,0-4-397,-2-2 582,4-9 1,-16 4 0,3-5 0,-5 0 0,-5-1-176,-4-2 373,-3 5 0,-10-1 1,-6 7-88,-8 0 136,-5 6 0,-2 1 1,1 7-1,-1 0 1,3 2 225,2 3-366,-3 3 1,11 1 0,-1 2 68,6 5-320,-2-2 0,12 7 0,-1-7 1,8 0-1,12-1-411,7-4 610,0-2 0,18-7 1,-2 0-53,5 0-119,7 0 1,-8-7-1,2-4 1,-3-6 0,-1-7-252,0-3 324,-7 5 1,-6-6 0,-8 1-239,-1-5 316,-2-1 1,-12 5 0,-2 1 0,-3 2 0,-2 1 200,0-1-210,-7 4 1,0 1 0,-8 5 107,1 1 0,1 0 1,2 1-82,2 4-227,6 3 1,-4 7 0,7 4-336,0 4 582,0 4 0,0 6 0,0 1 0,0 3 0,0 3 489,0 6-228,0-2 0,0 6 0,0-4 435,0 1-583,0 7 0,0-6 0,-1 6 0,-2-2 1,-2 1 749,2 2-773,1 2 1,2 4 0,0 1 336,0-2-506,0-9 1,0 3 0,0-5-1,0-1 1,2 1-233,3-3 183,-4-2 0,5-8 1,-6-3-35,0-3 4,0-2 0,0-5 1,2-1-477,3-1 99,-4-3-443,6-4 605,-7 0 0,0-1 1,0-4 281,0-4 1,-13-42 0,-3-11 0</inkml:trace>
  <inkml:trace contextRef="#ctx0" brushRef="#br0" timeOffset="41">3029 3298 9813,'6'-8'308,"-4"-4"1,9 9 0,-5-5-1,2 1 1,3 4 0,3 2 0,4 1 4,1 0 0,4-5 1,-2 0-1,1 2 1,3 1-1,2 2-665,2 0 110,-1 0 1,2 0 0,2-1 0,1-2-1,-3-2-2231,-5 2 2478,2-5 0,14-38 0,-15 15 0,0 0 0</inkml:trace>
  <inkml:trace contextRef="#ctx0" brushRef="#br0" timeOffset="42">3626 2914 8532,'-8'-14'474,"2"6"0,4-3 199,-3 6 1,4 2-1,-4 8 501,4 5-744,1 2 0,0 9 0,0 2-46,0 4 1,0 3 0,0 2-1,0 3 517,0 1-855,0 2 0,0 0 0,0-2 102,0-1 1,0 4 0,0-2 0,0-1-408,0-3 31,0-3 1,0-6 0,0-2-1441,0-1-593,0-9-256,0 1 1946,0-18 1,4 2-1,3-16-933,0-5 1504,3-3 0,0-23 0,0-10 0,2-6 0,-1 1 0</inkml:trace>
  <inkml:trace contextRef="#ctx0" brushRef="#br0" timeOffset="43">3626 3156 8515,'-14'0'30,"4"0"117,1 0 274,6 0 1,-8 2 247,6 2 0,-1-2 297,1 3-1004,3-4 1,-3-1 382,10 0-404,3 0 0,6-4 0,1-3 0,0 1 1,3-2-191,1 0 200,6 5 1,-8-8 0,5 5 0,-1-1-1,-4 1-20,-1 3 138,-2 1 0,1 2 469,-1 0-306,0 0 1,-5 0-1,-1 2 1,-1 2 702,-4 6-798,-2 3 0,-1 1 0,0 0 1,0 0-1,-1 0-64,-4 1-250,4-1 0,-6 0 0,7 0-554,0 1 138,-6-1 1,4-5-340,-2 1 813,2-7 0,4 3 0,2-7 0,6-4 0,2-5 67,3-2 62,-1-2 1,0-1-1,-1 1 493,-4 0-297,4 6 0,-5-3 0,6 6 0,0 2 281,0 1-231,1 2 0,-1 0 0,0 2 1,-1 3-1,-2 3 292,-2 0-588,1 4 1,-1-5 0,1 4-417,1-2 310,1-6 1,3 5-1,-1-5 1,0 2 0,0-2-662,0-1 730,1-9 0,-6 4 1,1-6-1,-1-2 1,-1-3-289,-3-5 498,3 3 0,-7-5 0,4 7 272,-3 0-273,-9 0 0,1-1 1,-5 3-1,1 2 0,-1 6 484,-1 2-624,-3 2 0,3 2 1,2 2-112,6 6 102,2-4 1,4 5 0,2-6-548,6-2 348,9-1 1,4 2-1,9 1 1,3-2-1,0-3-627,-1-4 776,6 2 1,-10-11-1,1 5-5,-5 0 1,-6-3-1,-6 7 622,1 1-131,-7-5 971,-2 6-487,-6-4-740,-6 6 1,2 0-643,-5 0 362,6 0 1,-10 0-149,4 0 170,-4 0 1,4 1-1,-1 2 1,-3 4-1,-1 1 50,0 3 35,-3 1 1,4 3 0,-6 0 0,2 3-1,2 1 443,6-2-346,-4-1 1,7 3 0,-3 0 45,4-2-303,3-1 0,2-2 1,2-1-1,4-4-258,8-4 301,1-3 0,11-9 1,-2-2-10,3-4 0,0-1 0,-2-2 1,-3-1-54,-1-2 323,-2-6 0,-5 9 1,-1-5 227,-4 1 0,2 4 372,-6-3-599,0 9 1,-5 7 0,-2 11 611,-3 6-578,4 4 0,-6-2 0,7 1 397,0 2-646,0 0 1,2-5 0,3 0 0,4 1-796,4-1 710,1-6 0,2-2 1,1-6-1,2 0 0,-2 0-779,-1 0 814,-1-6 0,-1-2 0,-2-6 15,-2-1 208,2 1 1,-10-5-1,3 0 1,-4 2-1,1 1 497,3 2 120,-4 6 1,6 0-603,-7 3 67,0 4 1,-5-4 0,0 10 316,2 4-344,1 4 1,2-4 0,0 1-1,-1 1 1,-2 1-222,-2 3 124,0-7 1,4 4-242,-4-2 1,2-4-60,-7-1 116,7-4 0,-3-2 1,6-4-228,0-4 1,6-9 0,4-2 0,2-2-524,2-4 885,1-1 0,4 1 1,0 0-264,-2 3 1,-1 5 0,-2-1-255,0 3-540,0 9 0,-4 0 1055,-1 7 0,-6 32 0,4 7 0</inkml:trace>
  <inkml:trace contextRef="#ctx0" brushRef="#br0" timeOffset="44">4962 3128 8515,'-9'0'60,"-1"0"-40,-1 0 1238,5 0 1,-2 0 183,3 0-1267,4 0 1,10 0-23,10 0 0,10 0 0,-4 0 0,5-2 164,3-3-432,0-3 0,-4-1 1,-1-1 289,1-1-279,-1-1 0,-6-4 0,-3-1 0,-5-2 0,-4 0-107,-5-2 125,-4 5 1,-9-4 0,-6 7 53,-8 4 0,-5 2 0,-1 7 1,-1 2 80,1 3 5,-1 3 1,3 12 0,0 4 91,3 3 1,10 1-1,0 1 1,5-1 402,5 0-310,2 1 0,4-1 0,5-1-249,6-3 1,10-4 0,1-5 0,5-3-1116,3-2 930,0 2 0,-6-10 0,-2 3-253,-1-4 0,-2-2 0,2-3 0,-5-2 448,-3-2 0,-27-39 0,-7-15 0</inkml:trace>
  <inkml:trace contextRef="#ctx0" brushRef="#br0" timeOffset="45">5915 3199 8473,'-14'0'1587,"6"0"0,-2-2-13,10-3-1608,4 4 1,10-6 0,2 7 0,1-1-1,2-2 1,-2-2 0,1 2-2310,1 1 1203,-4 2 1140,6 0 0,25-12 0,8-4 0</inkml:trace>
  <inkml:trace contextRef="#ctx0" brushRef="#br0" timeOffset="46">6455 3113 8473,'0'-14'145,"0"6"1,0-4 0,-1 2 484,-4-2 0,3 2 0,-4 2 0,1 0 465,1 0-887,-1 5 0,-1-8 0,-6 6 1,-3 2 187,-4 2-230,0 1 1,3 0 0,-1 1-68,-2 4 1,-2 3 0,4 6 0,-2 0 47,1 1-173,3-1 0,2 0 1,3 2-256,6 3 129,-4-3 1,6 4-1,-2-6 1,4 0-333,4 1 439,4-1 0,11-6 0,2-3-165,1-4 0,-3-1 0,6-1 0,2-4-634,0-5 597,11-2 1,-15-7 0,9 0 86,-7 1 0,2-4 1,-5-3-1,0-5-49,-3-3 205,-3-7 1,-8 4 0,-3-7-11,-4 1 1,-2-1 0,-4 2-1,-5 5 103,-2 7 426,-2 7 0,-1 14-296,1 3 1,0 15 0,1 6-1,2 4 621,2 6-620,6 7 0,-4-3 0,6 3 40,-4-3 0,3 3 0,-2 0 0,2-1 461,2-2-604,0-8 1,0 3 0,0-4-72,0 1 1,6-5-1,4 2 1,3-5-126,1-4-77,0 3 0,6-12 1,4 4-159,3-4 0,1-1 0,1 0 0,-1-1-486,1-4 620,-1-3 1,1-6 0,-1 0-14,1 0 1,-6-7-1,1-3 1,0-2-411,-2-3 646,-8 1 1,-3 4 0,-6 0 121,-2-1 0,-2 0 1,-2 3 585,-4 7-649,-3 8 1,-6 7 0,-2 1 2,-3 4 0,3 7 0,-2 9 1,2 1 415,2 3-465,-1 2 0,7-3 0,2-2-3,0-1 0,4 2 0,-3-2 0,5-1-121,5 1-68,3-2 1,8-7 0,3 0 43,5-3 0,2-6 0,4 2 0,2-4-194,1-1-28,7 0 1,-6-6-1,4-5 58,-4-6 0,-4 1 0,-4-5 0,0 1-134,-3-4 303,-5-3 1,2-1-1,-6-1 64,1 1 0,-6-5 0,-1 0 0,-2 1 241,-2 2-178,-3 2 1,-6 6 0,-1 1 39,-2 0 0,-1 12 1,-6-1-1,1 7 547,0 3-429,0 0 1,4 7 0,1 2 9,-2 4 1,0 3-1,0 1 1,3 3 202,1 3-189,-4 0 0,10 4 0,-5-2-22,-1-1 1,6 0 0,-4 4 0,3 1 286,2-1-218,0-6 1,0 5 0,0-3 38,0 3 0,2 1 0,1 0 1,2 1 327,-2-1-497,-1 7 0,-2-5 0,0 3-153,0-3 0,0-1 1,0-1-1,0 1-506,0-1 349,0 0 0,0-1 0,0-1-429,0-3 0,0-5 1,0 1-1785,0-4-273,0-7 2172,0 5 0,0-18 1,0 0-1,0-6-283,0-3 315,0-6 1,-2-2-1,-1-7 281,-2 1 1,-4-1 0,2 1 0,1-1 289,0 1-38,-5 0 1,7 1-1,-4 3 656,2 5-472,-5-3 0,10 6 0,-4-3 0,3 3 0,2 2 1299,0 0-1052,0 0 0,7 6 1,2 1 551,4 1-923,1 5 1,5-6 0,1 7 0,2 0 0,2 0 12,-2 0-357,5 0 1,-5-1 0,7-2 45,-1-2 1,1 0 0,-1 5 0,-1-2-295,-3-2 258,2 2 0,-5-10 1,3 4 134,-5 0 1,-4-5 108,0 4 52,-7-4 1,-2 3 0,-8 3 212,-2 0 1,0 1-1,-5 3 470,-2-2-679,-2 0 0,-1 5 0,1 2 25,4 3 0,-2-2 0,4 5 0,1 0 243,0-1-287,-5 3 1,9 4 0,-3 0 23,4 1 1,1-1 0,0 0 0,0 0 200,0 0-292,0 1 1,0-6 0,0 1 25,0 1 1,0 1-1,0 3 35,0-1-200,0 0 1,5-5 166,-1 1 1,3-7 701,-3 2-653,-2-4 1,6-2 0,-5-4-80,2-4 1,0-4 0,-5-1 0,1-2-406,4-3 194,-4 3 1,10-9-1,-4 4-407,1-1 467,-5 5 1,10-7-1,-4 8 1,4 4 0,1 1-483,0 3 516,0-5 1,0 12 0,1-4 305,-1 3-183,0 9 1,4 1 0,-3 6-1,-2 0 1,-2 0 858,-3 0-744,5 1 0,-12-1 0,5 0 46,1 0 1,-6-4 0,4-1-45,-3 2-102,-2-4 0,0 0-546,0-2 369,0-3-21,0 4 0,0-7-191,0-4 437,0 3 1,0-10 75,0 2-252,0 4-266,0-1-82,0 7 0,0-1 0,-2-2-2951,-3-2 1574,4 0 356,-6 5 1458,1 0 0,5 0 0,-18 19 0,3 5 0</inkml:trace>
  <inkml:trace contextRef="#ctx0" brushRef="#br0" timeOffset="47">7621 2843 8308,'-8'-28'93,"-4"6"0,4 1 1,-7 9-1,1 2 1,0 5 2039,0 4-1849,0 1 1,-5 6 0,0 4 0,1 2-1,4 2 1,3 1 0,3-1 668,2 0-915,1 0 0,5-4 0,0-1 1,2 1 200,2-2-313,4-2 0,7-6 0,0-2-168,4-2 0,-3 0 0,3-5 0,-3-4-262,-2-4 366,0 1 1,-1-4-1,-4 5-79,-4 1 1,-3 0 0,-2 0-1135,0 0 993,0 6 1,-7 1-1,-2 7 358,-4 0 0,2 33 0,2 16 0,-2 3 0,0-1 0</inkml:trace>
  <inkml:trace contextRef="#ctx0" brushRef="#br0" timeOffset="48">7849 3085 8407,'-7'-14'401,"6"0"1,-4-1 1915,3 1-1842,2 6 1,-1 2 0,-2 7 0,-2 6 0,2 5 1307,1 6-1512,2 1 1,-5-3 0,-1 1-1,0 2 1,-2 0 345,0 1-523,5-4 1,-8 5 0,6-7-206,2 0 1,-3 0-1,-1-1-336,-1-4-344,5 4 336,-3-11 138,6 4 1,0-12 0,1-4 0,3-4-1,2-5-1033,2-5 1212,1 4 0,6-7 1,-1 5 48,0 0 1,0 1 0,2 7-91,3 0 326,3 0 0,0 6 0,-3 3-171,-3 3 293,-8 2 0,4 7 0,-2 2 0,1 4 0,0 1 770,-1 0-991,-7 0 0,8 1 0,-5-1 214,2 0-458,-5 0 1,10-4 0,-4-2-1,4-2 1,1-3-1078,0-1 1041,1-2 0,-1 0 0,0 0-587,0 0 720,0-7 0,4-1 0,-2-7 0,-4-3 0,-1-1 35,-3 2 110,-1 1 0,-7 2 0,0 0 227,0 0-144,0-1 1,-7 7-1,-2 4 1,-6 2 500,-3 2-400,2 6 0,-3 2 0,8 8 521,1 3-624,1-3 1,-1 4 0,2-5 0,2-1 0,3 2 236,1 3-387,2-4 1,7 4 0,2-8 232,4-1-516,7-1 1,2-1-1,7-1 1,1-3 0,1 1-1137,3-2 1169,5-8 1,-7-2-1,4-8-496,-1 1 733,-2 0 0,-6-2 0,-2-1 1,-3-2-1,0 3 374,0 5-298,-10-2 0,6 12 149,-8-4 74,-4 3 1,1 4 578,-7 3-329,0-4-201,0 12 73,0-11 61,0 10-158,0-10 1,-7 4 78,-2-6-449,-4 0 0,-1 0 0,0 0 1,0 2-1,-1 1-212,1 2 248,0 6 0,0-8 1,-1 6-193,1 2 33,0 2 1,1-4 0,2 1-1,3 1-552,2 2 661,1 1 0,8-6-195,7-4 307,-1-2 1,14-2-1,-6-2 1,3-2-1,3-6 377,2-2-242,-5-9 0,6 4 1,-6-7 447,2-1-566,-4-2 1,2-3 0,-7-2 0,-4-1 0,-4 1 230,-3 2-116,-2 2 1,0 1-84,0 3-104,0 10 0,-2 8 0,-1 8 0,-3 2 0,-1 7-901,1 7 1182,-5 4 1,9 6 0,-4 1-38,0-1-95,4 1 1,-4-1-1,6-1 1,0-2 0,1-3-45,4-1-360,-3-2 1,9-5 0,-5 0-693,2 0 267,1 1 1,1-3-1,-1-1 1,4-3 718,4-2 0,19-13 0,7-6 0,7-3 0,0 0 0</inkml:trace>
  <inkml:trace contextRef="#ctx0" brushRef="#br0" timeOffset="49">9398 3099 8437,'0'-14'471,"-4"-2"0,-3-1 0,1-2 2024,0 1-2065,1 9 1,-1 3 0,-4 9 0,-1 5 674,2 6-928,2 3 1,3 4 0,-3 1-76,-1 0 1,5 3-1,-2-4 1,4-1-278,1 1-262,0-2 0,0-5-444,0 0-184,0 1 592,0-1 336,6-13 1,-3-4-1,7-16-90,1-4 225,1 2 1,-2-6-1,-1 3 1,1-2-1,-1-1 700,1 3-588,-7 4 1,5 7-157,-3 3 1,3 4 0,6 8 1031,0 2-814,0 11 1,0 0 0,1 6-27,-1-1 0,2-4 0,1 3 1,2-3 214,-2-2-169,-1-6 0,-2 3 0,1-6 62,-1-2 0,0-3 0,0-3 0,-1-5 281,-4-5-606,4 2 0,-10-14 0,5 5-125,-2-3 0,-1 0 1,-5-6-1,0 2-505,0 4-394,0-4 1,-1 11-3495,-4-3 4589,-3 10 0,19 47 0,6 17 0</inkml:trace>
  <inkml:trace contextRef="#ctx0" brushRef="#br0" timeOffset="50">10067 2929 8397,'-7'-8'221,"-1"-5"0,-1 11 702,-1-2 0,7 4 0,-1 4 758,2 6-1143,2 3 0,-5 7 1,0 4-1,1 3 1,-1 1 1298,0 1-1625,-6-1 0,3 5 0,-6 0 119,0-1 0,0-2 1,-1 0-1,1 0-430,0-2-229,0 4 0,1-16 0,2 3-1013,2-3 1,-1 2-1,-3 1-1553,4-1 1530,3-2 1,6-7 113,0 1 1250,0-7 0,50-54 0,-18 16 0,-1-1 0</inkml:trace>
  <inkml:trace contextRef="#ctx0" brushRef="#br0" timeOffset="51">10280 3085 8464,'-8'0'1752,"-5"2"307,4 2-1631,3-2 1,-6 10 0,6 0 0,-2 3 0,-1 4 967,1-1-1555,2-3 1,1 4 0,0 0-90,2-1 0,1-2 0,4-2-185,3 0 228,-4 0 1,12-6 0,-4-3-239,4-4 0,1-1 1,0-1-190,1-4 583,-7-3 1,3-1 0,-5 1 233,2 2 0,-5-1 0,3 4-37,1-2-129,-6 1 1,7 4 86,-3 0 1,-2 1 0,6 4 126,3 4-276,0-2 1,-2 4 0,-1-5 31,2 2 0,3-5 0,4 2 0,1-4-30,-2-1 172,-1 0 1,-2-1-1,0-2-26,1-2 1,-1-6 0,-2 1-1,-2-4 526,-5-5-480,-4 3 0,-1-4 1,0 6-213,0-1 0,-1 1 0,-6 0 1,-5 0-1654,-6 0 1262,-1 6 1,5 1 0,0 7 451,0 0 0,-13 0 0,-3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208"/>
    </inkml:context>
    <inkml:brush xml:id="br0">
      <inkml:brushProperty name="height" value="0.053" units="cm"/>
      <inkml:brushProperty name="color" value="#FF0000"/>
    </inkml:brush>
  </inkml:definitions>
  <inkml:trace contextRef="#ctx0" brushRef="#br0">8446 8004 7984,'0'-14'43,"0"-1"1,0 6 0,0-1 444,0-1 647,0 5 0,0-7 359,0 4-1327,0 3 0,0 1 1,0 10-1,0 4 0,0 5 1,0 5 1132,0 5-1145,0 3 0,0 1 0,0 2 5,0 3 0,5-3 0,-1 5 0,-1-2 301,-1 1-562,-2-1 0,0-2 0,0-1 269,0-3-451,0-2 0,0 2 0,0-3 0,0-5-752,0-3-829,0-8-276,0 4 1495,0-10 1,0-2-1,0-11 645,0-7 0,-8-22 0,-3-11 0,-1-7 0,0 1 0</inkml:trace>
  <inkml:trace contextRef="#ctx0" brushRef="#br0" timeOffset="1">8346 8075 7984,'0'-14'476,"0"-1"1304,0 1-1452,0 0 0,2 1 0,1 2 240,2 2 1,7 1-309,3-1 1,5-3 0,10 8-1,2 1 649,1 1-759,6 2 0,-9 2 0,5 1-40,0 1 1,-5 9 0,2 0 0,-6 4 5,-2 0 7,-13 6 1,8-6 0,-11 7-87,0 1 77,-2 2 0,-7 1 0,-4 1 0,-6-1 1,-5 1 414,-3-1-509,-6 0 1,1 1-1,-7-1-713,-3 1 379,1-7 0,5 0 1,1-6-1,2 0 0,2-5-1097,3-4 165,1 5 1,5-11-121,0 4 1,6-5 1365,3-5 0,54-34 0,-18 12 0,1 0 0</inkml:trace>
  <inkml:trace contextRef="#ctx0" brushRef="#br0" timeOffset="2">8901 8174 7984,'8'-6'1992,"-2"-2"-1015,-6-6-512,0 6 0,0 3 0,0 10 1990,0 5-2114,0 2 0,0 4 1,0 1-96,0 2 1,0 5 0,0-5-1,0-2-441,0-1 112,0-2 0,0 1 0,0-1-62,0 0-391,0 0 1,6-6-1,4-3 1,2-4-1,3-1-1495,-1 0 1721,0-6 1,0-6-1,0-9 304,1-1 0,-1-2 1,0-3-1,-1 2 503,-4 1-217,4 7 0,-10 1 0,5 7 337,-2-2-198,-1 4-243,-5 7 0,0 15 1,0 8 352,0 4 0,0 3 0,0 2 0,0 1 1310,0-2-1597,0 6 0,0-7 1,2 5-182,2-1 1,-2-4 0,3 3 0,-4-2 18,-1-3-82,0-6 1,0 3 0,0-6-287,0-1 0,-6-3 0,-4-2 0,-1-2-929,2-1 989,-4-7 0,5 3 0,-6-6 86,0 0 1,0 0-1,-1-1 1,1-3-88,0 0 230,6-7 1,-3-2 0,6-8-136,2-1-1,2-1 1,2-6 0,4 1-247,4-1 106,4-5 1,3-1 0,1-3 45,2 5 1,6 3 0,-1 1 0,5 1 11,4-1 238,-3 7 1,5 2-1,-7 6-15,0-1 1,1 7-1,-2 4 1,-4 2 546,-4 2-391,-3 0 1,-3 6-1,-2 5 279,-2 7 0,-6-1 0,2 5 1,-3 0 1021,-2 1-1100,0-6 1,0 8 0,0-4-168,0 1 1,0-5 0,0 2 0,0-3 274,0-2-1134,0-6-332,0 5-6,0-12 854,0-1 1,0-8 0,0-7-164,0-4 1,1 1-1,3-5 1,2-3-157,2-1 379,1-1 1,5 1 0,1 3 109,-1 6 0,0 2 0,0 3 0,1 2 410,-1 2-271,0 5 1,0 0-1,0 7 106,1 2 0,-3 7 0,-1 1 0,-3 4 547,-1 1-727,4 4 1,-8-6 0,5 2-55,-2-2 0,-1-2 1,-4-1-1,2-2 37,2-1-881,0-7 0,-3 8 291,2-6 0,-1-2 1,7-8-329,1-4 711,2-10 1,1 1-1,0-4 189,0 2 1,5-4 0,0 3 0,0 1 383,2-1-361,-6 2 0,11 5 0,-7 0 87,-2 0 1,-1 6-1,-2 3 1,0 3 240,1 2-431,-1 0 0,0 2 25,0 3 0,-6-2 0,-2 5-56,1-2-595,-6 5 287,6-9 614,-7 4-117,0-6 1,-7 0-106,-2 0 1,-4 0-1,-1 0 1,0 0 252,0 0-227,-1 6 1,-4 1-1,0 4 38,2-2 1,1 1 0,2 4 0,0 0-14,0 0-73,-1 1 1,6-1 0,1 0-172,2 0 1,1 0 0,5 1-303,0-1 300,6-6 1,2-2 0,6-6 54,1 0 1,0 0 0,3-1 0,2-4-224,2-5 411,-4-2 1,7-7-1,-6 0 27,-2 1 1,-1 1 0,-3 0 0,-2-1 1043,-2 6-907,-6-3 1,9 12-42,-8-6 0,1 7 541,-5 2-614,0 7 1,0 7 0,0 0-30,0 0 1,0-4 0,0-1 0,0 2-155,0 2-427,0-5 1,6 0 0,4-5 182,2 2 1,3-1 0,-1-4-1,0-1-493,0-4 708,1 3 1,-1-10 0,0 2 146,0-2 0,0 2 0,1 1 812,-1-2-622,-6 4 0,0 1 118,-4 6 0,-2 2 1,3 2 1178,-4 6-1229,-1 2 0,0 3 0,0-1 137,0 0 0,0 0 0,0 0-377,0 1 175,0-1-596,0 0-199,0 0 429,-6-12 1,4-4 0,-2-12-345,2 0 1,2-2 0,0-1 0,0-4-913,0-1 1325,0 5 0,6-4 0,2 7 147,0 0 0,5 0 1,-4 1-1,4 2 293,1 1-342,0 7 1,1-2 0,-1 9 101,0 0 0,0 7 0,0 0 0,1 5 502,-1 3-569,-6 0 0,3 0 0,-5 0-489,2-2 0,-5-5 0,4-3-773,-1 2 813,-5-5 1,12 1 102,-3-7 0,-1-7 0,2-2 0,2-4-647,-2-1 897,0 0 0,3-5 0,0 0 177,1 2 0,-1 1 0,0 2 1135,0-1-938,0 7 0,-4 2-58,-1 6 1,-5 2 0,0 2 0,-1 6 405,2 3-664,-3 1 0,4 0 0,-4 0-267,2 0 0,0 1 0,5-3 0,0-1-1288,-1-1 1176,5-7 0,-7 5 1,5-5-74,-1 2 0,-1-2 0,4-8-265,-4-4 692,4 2 0,-10-5 257,7 2 0,-7-2 458,2-3 305,-4 7-417,-1 2 0,2 6-33,3 0-546,-4 6 0,10-2 0,-4 5-527,0 2 397,-3-4 1,8 0-1,-2-3 1,2 0-1,3-1-369,-1-1 200,0-2 1,0 0 0,2 0-309,3 0 483,-3-6 0,4-2 1,-6-6-1,1-2 0,-1-2-131,0-1 381,0 1 0,-1 3 0,-2 1 135,-1 0 0,-6 0 160,6-1-537,-7 8 1,5 0 335,-3 7 1,-2 7 0,5 2 507,-2 4-718,-1-5 1,-1 4-426,1-2-166,6 2 383,-9 3 490,4-8-81,-6 0 41,0-7 90,0 0 10,0-7-359,0 6 1,0-7 13,0 3 1,-6 4-272,-4-4 184,-2 3 1,2 7 0,2 1 105,2 2 1,-5-3 0,3 4 0,-1 3 380,-1 0-449,7 2 1,-3 1 0,6-1-45,0 0 0,0 0 1,0 0-1,1-1-232,4-3 239,3 2 1,6-5 0,0 2-225,0-4 0,1-4 1,0-1-1,3 0-703,1 0 39,0 0 0,0-4 0,0-3-405,-2-1 0,-1-1 1323,-2-5 0,-12-38 0,-4-10 0</inkml:trace>
  <inkml:trace contextRef="#ctx0" brushRef="#br0" timeOffset="3">10877 7975 7986,'0'-14'583,"-2"0"0,-1 0 700,-1 0-593,-1 6 1,5-5-1,1 5-3048,4 0 1702,-3 2 656,10 6 0,-4 25 0,6 7 0</inkml:trace>
  <inkml:trace contextRef="#ctx0" brushRef="#br0" timeOffset="4">12071 8118 9714,'0'-23'1135,"0"8"1,2 7 0,1 0 1631,2 0-2495,0 5 0,-5-7 0,0 10 0,0 7 0,0 4 587,0 3 1,0 6-728,0 4 1,0 3-1,0 1 1,0 2-122,0 4 0,-5-9 0,0 3 1,2-2-594,1-4-250,-4 5 1,4-12-1,-2 4-61,2-3-1433,2-2 1,-1-6-417,-4-3 2413,3-10 1,-3-4 0,9-10 115,0-5 1,1-4-1,-5-5 1,0-4 141,0 1 398,0 1 1,0 2-1,0 1 254,0 5 1,0 5 0,0 8 0,0 0 1313,0 0-1147,6 6 0,2 3 0,7 10-69,-1 4 1,2 4-1,1 3 1,3 3 622,3 4-1020,-6-2 1,8 6 0,-6-5 31,-1 0 0,2 0 0,-1-5 0,-2 1-50,-1-6-106,-8 3 1,5-9-164,-4 4 168,-2-4 1,0-6 0,-3-2 0,0-2 0,0-8 754,-3-5-823,-1 1 1,0-11-1,0 4-368,0-4 10,0-2 1,0-4 0,-1-1 0,-3-1 0,0 2-1128,0 6-168,-3-2 1,5 18-2724,-3-3 3474,-3 3 0,7 5 1,-2 6-1,6 6 807,6 2 0,23 30 0,6 1 0</inkml:trace>
  <inkml:trace contextRef="#ctx0" brushRef="#br0" timeOffset="5">12725 7904 7975,'0'-14'1182,"0"0"1,0 0 429,0-1 1,0 6 1290,0 0-2373,0 5 0,0 9 1,0 11-1,0 6 2017,0 8-1865,-6-2 1,4 14 0,-4-5-280,0 4 1,3 2-1,-5 0 1,0-1 355,0 1-692,5 0 0,-10-5 0,4 0-56,-4 1-81,-1-4 0,0 0 0,-1-7 0,1-1 0,0-3-918,0-6-588,6-2 0,-5-3 199,4-4-2599,2-2-1179,1-1 4102,12-4 1,2 2 1052,6-8 0,20-36 0,4-14 0</inkml:trace>
  <inkml:trace contextRef="#ctx0" brushRef="#br0" timeOffset="6">12825 8217 7971,'0'-14'1486,"5"0"351,-1-1-1035,1 1 0,-5 5 1341,0-1-1033,0 7 1,0-2 764,0 10-1647,0 3 1,0 11 0,0 0 0,0-2 0,0 1-103,0 1-147,0-4 0,0 6 0,0-7-903,0 0 613,6 1 1,-4-1 0,3 0 0,-2 0 0,0 0-1365,2 1 1415,-1-7 1,3 4-413,2-2 894,4-4 0,1 2 0,0-5 0,1 2 1290,-1-2-1176,0-1 1,0-9 0,-1-2 878,-4-4-1266,4 5 1,-5-9 0,5 3 0,-2-2 0,-2-2-531,2 0 512,-5 2 1,5-5 0,-6 7-146,-2 0-65,5 6 1,-6-5-827,3 4 840,-4 2 1,1 7 653,3 10-304,-4 9 0,7-3 0,-5 3 0,3-4 1,1 0 283,-1-1-143,5 0 0,-3-1 0,6-2 217,1-2-300,5-6 1,-3 4 0,6-7 0,-1-2 0,0-3 960,3-4-857,2-4 1,-5-6 0,-3-1 261,-3-2-453,4-2 0,-10-4 0,-1 1 0,-6 1 1,-3 4-710,0 2 344,0-6 0,-6 11 0,-5-3-586,-6 7-212,1-1 0,-6 10 1,4-3 1106,-1 4 0,-6 26 0,3 7 0</inkml:trace>
  <inkml:trace contextRef="#ctx0" brushRef="#br0" timeOffset="7">14673 13150 9291,'29'8'524,"7"-2"0,8-4 0,11 1 0,10 2 0,3-2 0,0-1 277,-2-2-801,-6 0 1,2 0 0,-11 0 0,-9 0-1,-9 1 1,-7 2 246,-7 2-696,-10 0 1,-3-4 0,-7 3-139,-4 0 0,-1 3 1,-7-4-1,1 3-886,-4 2 995,-2 1 1,-2 6 0,-4-3 477,-3-2 0,-33 9 0,-8-3 0</inkml:trace>
  <inkml:trace contextRef="#ctx0" brushRef="#br0" timeOffset="8">14886 13520 11360,'21'0'845,"1"0"1,8 0-612,3 0 0,5-5 1,10 0-1,2 1 48,1-3-259,-2 6 0,-8-6 0,-3 7-37,-5 0 0,-5 0-12,-4 0 20,-10 0 87,-8 0 17,-12 0 1,3 0 246,-6 0-704,-1 0-864,2 0 1,-5 0-781,4 0 2003,3 7 0,6 13 0,8 10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217"/>
    </inkml:context>
    <inkml:brush xml:id="br0">
      <inkml:brushProperty name="height" value="0.053" units="cm"/>
      <inkml:brushProperty name="color" value="#FF0000"/>
    </inkml:brush>
  </inkml:definitions>
  <inkml:trace contextRef="#ctx0" brushRef="#br0">18128 9610 7861,'0'-8'214,"0"1"599,0 2-297,0-3 0,0-2 641,0 1-476,0 6-594,0-10 181,0 12 1,-2-6 37,-2 7-200,2 7 1,-4 0-1,6 8 191,0-1-227,-6 6 0,2-2 0,-4 5 0,2 3 1,1 1 299,-1 1-348,5 0 1,-11 1-1,6-1 1,0 1-1,-1-1-129,4 1 73,-5-1 0,7-4 1,-4-2-142,4-2-32,1-1 0,-5-4 0,0-1-251,2 0-486,1-6-213,2-2 661,7-6 1,-4-5-1,5-1-1558,-2-2 1298,5 5 756,-9-10 0,17-20 0,-4-13 0</inkml:trace>
  <inkml:trace contextRef="#ctx0" brushRef="#br0" timeOffset="1">18100 9653 7885,'-8'-8'105,"0"-5"1,5 4 1371,-2-4-726,0 5 0,5-4-432,0 2 1,7 4-182,2 1 0,5 2 0,4 0 0,2-2 350,2 2-416,-4 1 0,8 4 1,-3 1-1,0 3 0,1 1 42,1-1-99,2 5 1,-3-1 0,0 7 174,1 2-124,-5 0 1,1-3 0,-7 3 0,-1 3-1,-4 2 641,-4-1-605,-3 1 0,-2 0 1,-2-1 120,-3 3 0,-9 0 0,-10 3 0,-3-2 661,-1-4-710,-7 4 1,5-11 0,-3 3-61,3-3 1,-2-4-1,2-1 1,4-1-158,-1 1-287,0-5 1,5 1 0,3-7-586,3 0 0,6 0-518,1 0 794,6 0 1,-2-5 0,10 0-1087,4 2 1,6-3 1724,4 1 0,34-12 0,15 1 0</inkml:trace>
  <inkml:trace contextRef="#ctx0" brushRef="#br0" timeOffset="2">18583 10023 7833,'0'-8'1030,"0"-5"0,0 4 1273,0-4-1848,0 5 0,0 3 0,-2 10 4,-2 5 1,2 2 0,-3 4 0,2 1 59,-2 2-412,4 0 0,-5 0 1,4 2-145,-3 1 1,4-5 0,-4 2 0,3-3-393,2-2 252,0 0 0,0 1 0,0-1-42,0 0-75,7-6 0,2-2 0,9-6 0,2 0 1,2 0-681,3 0 824,2-6 0,-3-7 0,-2-6 189,-1 2 1,2-4 0,-4 1 0,-1-1 349,-2 1-298,-9-5 0,4 7 0,-6-4 49,-2 2 1,-1 5 0,-2 6 339,0-2-774,0 4 386,0 1 1,0 19 0,0 4 59,0 4-58,0 6 1,-2-10 0,-1 5 247,-2-1 1,1 2 0,4-4 0,0 0 2,0 2-256,0-5 0,0 4 1,0-6-303,0 0 0,0 1-936,0-1-281,0 0 176,0-6 0,1-3 0,4-8-804,5-2 2058,-4-6 0,25-29 0,1-13 0</inkml:trace>
  <inkml:trace contextRef="#ctx0" brushRef="#br0" timeOffset="3">19479 9354 7903,'0'-14'96,"0"0"1,4 4 0,1 1 0,-2-2 0,1 0 993,0 1 60,-2-2-390,4 10-606,-6-4 0,-6 6 0,-4 1 127,-2 4-198,4-3 0,-5 10 1,4-1-1,-2 5 1,0 5 431,1 1-446,1 2 1,-6 4-1,1 0 122,0 1 0,0 1 1,0 2-1,1 2 394,3 3-450,-2-6 0,10 4 0,-4-5 311,0 3-531,4-3 1,-3 3 0,10-7 0,4-4-1,6 0 82,4 0-25,-4-5 0,8-1 0,-6-8 35,2-2 1,0 4 0,-5-5 0,0-1-4,1 3-330,-1-6 1,-5 5-351,1-6 1,-7-1-1289,2-4 1061,-4 4 1,-1-7-1722,0 3 2624,0-3 0,-12-31 0,-4-7 0</inkml:trace>
  <inkml:trace contextRef="#ctx0" brushRef="#br0" timeOffset="4">19564 9596 7903,'8'-6'280,"0"4"0,-5-4 638,2 0 1,6-1-200,-2-2-384,-2 2 0,5 6 0,-2-2-125,2-2 1,3 0 0,-1 5 0,2 0 319,3 0-483,-4 0 1,7 0 0,-4 0 70,1 0-201,0 0 1,-5 0 0,0 0-299,0 0 209,-6 7 1,3-4 179,-6 6 0,0 1 0,-7 4 1,-2 0 93,-6 0-56,4 1 1,-12-1-1,4 0 85,-2 0-121,1 7 0,-4-6 1,-2 4-1,1-3 1,-3 0 137,1 3-164,5-3 1,-4 3 0,7-8 78,0-2-203,6-6 1,-3 10 154,6-3 165,13-4 0,3 0 0,13-6 154,1 0 1,4-5-1,2-1 1,2 0 450,-1 0-645,-2-6 0,-2 9 0,-1-5 261,-3 2-518,3 1 1,-11 4-1,3-2-274,-4-2-1101,-7 0-419,-1 5-207,-7 0 1,-2 0 2117,-3 0 0,-15-25 0,-10-7 0</inkml:trace>
  <inkml:trace contextRef="#ctx0" brushRef="#br0" timeOffset="5">20076 9369 7904,'6'-15'415,"-4"1"1,9 0-1,-5 0 656,2 0-736,-5 6 1,8 0 0,-4 5-1,1-2 856,3 2-933,1 1 0,2 7 1,-1 1 6,-3 2 1,2 3 0,-2 6 0,1 4 512,-2 1-575,4-4 1,-12 8-1,4-2 292,-3 3-367,-2 1 0,0 1 0,0-1 0,0 1 0,0 1 553,0 3-623,-7-3 1,0 5-1,-8-7 33,1 0 1,0 2 0,0 2 0,-2 0-211,-3-5 126,3 1 0,-4-12 1,5 4-78,1 1 12,0-12 1,0 9-1,1-12 1,2 0 19,2 1-466,5-3 1,-2-5 23,6-4-1071,0 3 0,0-5 0,0 2 1551,0-5 0,6-9 0,2-3 0</inkml:trace>
  <inkml:trace contextRef="#ctx0" brushRef="#br0" timeOffset="6">21384 9710 7794,'-8'0'-541,"2"1"2993,6 4-825,0-3-1069,0 4 1,1-6-1,4 0 1,5 0 135,2 0-596,2 0 0,7 0 0,3 0-2,2 0 1,4 0-1,2-2 1,3-1 242,1-1-478,-4-1 0,2 5 0,-5 0 88,-1 0-557,-6 0 1,-1 0 0,-7 0-715,0 0 437,-6 0 0,-3 0-916,-10 0 1801,4 0 0,-50-7 0,-4 0 0</inkml:trace>
  <inkml:trace contextRef="#ctx0" brushRef="#br0" timeOffset="7">21384 9923 11728,'6'8'1030,"-4"-2"0,15-6 1,-1 0-621,5 0 0,2 0 0,6-1 0,1-2 173,3-2-612,-3 0 0,9 0 0,-5 1-130,-3 0 0,-6-2 0,-2 1 1,-3 2-195,-3 2-2635,-7-6-1693,-4 6 4681,-6-6 0,-25 14 0,-7 1 0</inkml:trace>
  <inkml:trace contextRef="#ctx0" brushRef="#br0" timeOffset="8">18427 10733 8116,'0'-14'2224,"0"0"-327,0 0-1592,0 6 0,0 3 1,-2 11-1,-3 7 1,-4 6 1061,-4 3-1286,-1 2 0,5 4 1,-1 2-1,-1 2 0,-2 1 450,-1-1-459,6-2 0,-3-2 0,6 1 0,1-1 0,-1-1-201,0-4-22,0-2 0,5-7-941,0 0 1235,0-6-231,0-8 0,-4-8 0,-3-6-516,-1 0 558,-1-7 1,-5 6-1,0-4 1,-1 1 0,1 3 264,0 0-168,6-2 0,-5 15 1,5-4 684,1 0-592,0 4 0,6-4 1,-2 7-1,-1 4 183,6 5-66,4 2 1,8 3-1,2-1 67,3 0-279,3 0 0,7-4 0,-1-1 0,1 1 0,-1-3 123,1-2-548,-1 3 1,0-6 0,-1 2-68,-3-2-604,-3-2 1,-9-2 0,-2-2 1046,-6-6 0,-65-2 0,-18-3 0</inkml:trace>
  <inkml:trace contextRef="#ctx0" brushRef="#br0" timeOffset="9">16976 11928 8071,'-6'-8'354,"5"-5"1,-12 7 0,5-5 0,-1 3-1,-1 0 1,-1 2 1442,-2-1-1635,-1 2 0,0 5 0,0 2 0,-1 3 0,1 4 1,0 4-1,0 1 124,0 0 1,4 5-317,1 0 0,5 5 0,0-5 1,2 0-1,2 0 0,2 1-157,2 2 113,4-4 1,5 7 0,0-6-28,1-2 0,-5 4 1,7-2-1,-5-3-76,0-5 193,-4 1 0,4-4 81,-7 7-26,1-1 0,-5-5 1,-1-1-1,-4-2 1,-5-2 431,-2-3-482,-9-1 1,-1 0 0,-5 0 99,3 0-52,-2 0 1,10 0-1,-3-1 1,3-3 0,2 0 500,0 1-1115,6 1 594,1 2 1,18-5-1,5 1-14,5 0-16,3 3 1,1-4 0,2-1 42,3-2-127,1-2 0,-2-1 1,-1-1-1,2-4 0,2-2-656,1-2 564,6 4 1,-9-11 0,4 4-21,-4-4 140,-2-2 0,-1-1 0,-5-1 0,-6-2 0,-7-1-219,-2 0 280,-3 4 1,-4-8-1,0 8 81,0 3-23,-6 8 1,3-2 0,-7 9 0,-1 2 600,-1 5-574,4 4 1,-5 7-1,4 5 20,-4 7 11,-1-3 1,0 12 0,1-3 0,2 4 0,1 4 801,-1 1-596,5 0 0,-5-4 0,5-1 531,-2 1-730,5-1 0,-4-4 0,7-1 1,-1 3-1,-2-1 411,-2-1-604,0 3 1,5-12 0,0 4 292,0-3-806,0-2 0,5-4-440,0-1 881,-1-6 0,-2 4-32,3-7 266,-4 0 0,6-7 1,-7-2-1,0-4 1,0-1-580,0 0 420,0 0 1,1-1 0,2 1-361,2 0 409,0 0 0,1 4 0,2 1 0,1-1 0,1 2 262,1 4-190,-5-4 1,7 6 0,-4-2 148,4 2-158,1 2 0,-1 2 0,-2 2 1,-2 6-1,1 2 444,-2 3-504,4-1 1,-8 5 0,4 0-630,-2-2 390,-1-1 1,-1-2 0,1 0 0,0 1-1,0-1-1343,-1 0 1133,1-6 1,1 0-276,4-3 700,-4-4 1,5-1-1,-5-9 1,1-4 0,1-1 111,0 0 87,1-1 1,-1-4 0,-2 0 417,1 2-155,-6 1 0,10 7 0,-6-1 694,-2-1-836,-1 5-434,-2 0 214,0 6 1,0 6 0,0 5 0,0 5 0,0 3-28,0-2-116,6-1 0,-3 3 0,7 0-484,1-2 406,1-1 0,4-3 1,2-2-1,2-3 1,1-2-297,-1-3 404,5-1 0,-7-2 0,4-4-114,-2-5 248,-1 0 1,-6-17-1,-3 6 1,-6-2-1,-2-4 167,-2-1-307,0-1 0,-2 0 1,-4 1-49,-8 3-31,0 4 1,-12 10 0,6 2 0,-1 2 0,-1 3-194,0 1 233,-2 2 1,2 6 0,2 4-266,-1 3 309,5 1 0,-3 2 1,8 1-1,3 2 1,2 0-470,3 1 426,1-4 0,4 5-69,3-7 95,9 0 0,3-6 0,7-3 1,1-4-1,4-2-219,4-4 272,-3 3 1,5-10 0,-7 2 107,0-2-21,1-9 1,-5 5 0,-1-3-1,1 4 1,-2 2 799,-3 3-512,-3-2 1,-4 9-1,0-5 327,-3 1-452,-6 3 0,3 5 0,-6 4 1,0 5 697,0 2-834,0 2 1,0 5 0,0 0 339,0-1-489,0-3 1,0 0 0,-1-1 0,-2 0-994,-2 0 847,0 1 0,5-6-565,0 1 721,0-7 0,-1 3 0,-2-8 1,-2-2-109,2-6-170,1-2 1,2-9 0,2-1 93,2 0 208,4-5 1,2 6 0,-1-4 0,2 3 0,2 1 240,1 4-115,0 1 1,1 7 0,-1 1-47,0 2-280,0-5 1,-4 9-1,-1-3 1,1 5-543,-2 5 177,4 3 1,-10 1-1,3 1-1508,-4 1 434,5 2 0,-4 1 1633,3 0 0,3 0 0,0 0 0</inkml:trace>
  <inkml:trace contextRef="#ctx0" brushRef="#br0" timeOffset="10">18185 11942 8009,'0'-14'834,"-2"4"1377,-2 1-420,2-1-805,-4 2-529,6 2 0,0 12 0,0 4 0,0 4 911,0 5-1201,0-3 0,0 11 1,0-5-259,0 0 94,0 5 1,0-5 0,0 6-1,0-1 1,0-2-61,0-1-1097,0-7 1,0 5 331,0-3-1739,0-3 1,0 5 2560,0-7 0,-13-57 0,-3-14 0</inkml:trace>
  <inkml:trace contextRef="#ctx0" brushRef="#br0" timeOffset="11">18100 12027 11938,'0'8'2009,"1"0"-1456,4-3-482,-3-4 1,10 7 0,-1-5 0,5 2 0,5-2 249,1-1-574,1 4 0,11-4 0,-1 1 88,-2-6 0,1-1 0,0-5 0,-1-2-353,-4-2 343,1-1 1,-12-2 0,2-1-80,-7-2 286,1 0 0,-10 5 1,1 1-1,-5 2 0,-4 3 382,-2 2-244,5 1 1,-10 5 0,4 0 71,-4 0-157,-7 6 0,4 2 1,-3 8-1,3 2 0,4 2 745,2 2-624,-3 2 0,12 0 1,-4-2 109,4-2-273,1-1 0,0 0 0,0 0 0,1-2 0,4-1-551,4-2 270,4-6 0,8 3 0,1-6-502,0-2 521,5-1 1,-5-8-1,6-4 1,1-3 0,-1-2-121,0-4 247,1 3 1,-1-9 0,1 6 32,-1 1 110,1-4 0,-3 11 0,-2-1 1,-3 2-1,-2 4 1138,0-1-978,0 3 0,-10 4 0,-1 1 569,-2 4-600,5 3 1,-9 1 0,3 1 0,-4 1 0,-1 2 466,0 1-594,0 0 0,-1 0 0,-2 0 294,-2 1-684,-6-1 0,-2-2 1,-6 0-1,2-3 1,-1 2-1563,-1 2 1481,4-5 1,-6 3-525,7-7 407,0 7 207,-1-9 250,8 4 1,2-6 0,11-1 237,8-4 1,7-4 0,9-9 0,1-2 260,3-2-329,5 4 0,-7-9 1,6 2 17,1-7-37,2 2 0,-3-11 0,-2 3 1,-2-4-1,-6-2 343,-3 1-383,-7-3 0,-4 16 1,-9-2 118,-4 7-50,-1 11 1,-6 8 0,-5 6 0,-5 3-109,-3 6-4,0 1 0,3 18 0,-1-1 427,-2 5-240,0 7 0,10-7 0,1 6 0,1 0 1,4-2 844,2-3-710,1-3 0,0-6 0,0-1 484,0 3-728,6-6 0,2-1 0,8-9 1,3-6-1,4-2-280,4-2-538,-5 0 0,5-2 0,-5-2-12,0-6 6,-1-9 0,-2 2 1,0-7-1,-2-1 0,-3-2-2504,-4-1 2794,3-1 1,-12-4 0,4 0 465,-4 1 0,-1 9 0,-44 8 0,-11 9 0</inkml:trace>
  <inkml:trace contextRef="#ctx0" brushRef="#br0" timeOffset="12">19209 11828 7975,'-29'0'0,"5"5"0,2 0 0,2-2 608,1 5 1,6-5 211,4 6 0,4-6 0,11 2 0,9-3 542,7-2-1082,11 0 0,5 0 1,8 0 424,1 0-1142,-6-7 1,-1 1 0,-7-5 0,-3 3 0,-3 2 436,-4 3 0,-50-5 0,-7 0 0</inkml:trace>
  <inkml:trace contextRef="#ctx0" brushRef="#br0" timeOffset="13">16550 13051 8103,'-14'-7'460,"6"6"1,-5-10 0,4 6-1,-4 2 1,-1 1 0,0 2 2717,-1 0-2986,1 0 0,0 7 0,0 2 0,-1 5 0,1 5 0,0 5 0,0 3 221,0 1 0,4 1 0,2-1 0,0 0-121,0 1-434,5 6 1,-3-10 0,6 2-409,0-5 0,6 0 0,5-6 1,5-5-816,3-3 959,6-3 0,-3-5 1,5-2-541,-3-3 753,3-3 0,-5-6 0,5 0 1,-3-2-1,-5-1 430,-4-2 73,6 0 1,-7 5 0,2 1 828,-5 3 0,-6-2 98,4 2-993,-6 4 0,4 1 109,-7 10 1,-2-2-1,-1 7 1,-2 1 389,2 1-782,1 3 1,2-1-1,0 0-207,0 0 0,7-1 1,2-2-1,4-3-848,1-2 967,7-1 0,-4-5 0,5-2-64,-1-2 0,-2-4 1,-5-7-1,0 0-162,0-4 309,-6 3 0,-2-6 0,-6 4 193,0-1 0,-1-4 0,-4 4 0,-6 3 166,-6 5-268,-5-2 0,-2 12 0,0-4-24,-1 3 1,3 2 0,0 2 0,0 1 42,-1 2-77,6 6 1,1-8-306,7 7 1,9-1-533,5 5 795,2-6 0,25-2 1,-2-7-15,5-4 0,1-1 1,4-5-1,-2 3 299,1 2-158,2-5 1,-3 7 0,-2-4 177,-1 2 0,-6 1 0,-7 5 0,0 0 401,0 0-318,-11 7 0,3 1 48,-9 6 1,-4 0 0,3 2 178,-8 3-617,-3-3 0,-8 4 1,0-6-23,-4 1 1,3-3 0,-3-2 0,5-4-331,4 0 153,-2-4 1,4 4-313,-7-6 0,8-1-873,2-4 1207,3-3 1,9-6-1,2-2-76,4-3 1,7-3-1,4-7 1,3 1 49,1 0 199,-6-1 0,10-6 0,-4-2 130,2-5 0,-1 6 0,-6 5 0,-4 4 277,-3 3 929,-8 7-899,-2 2 0,-7 9 1,-4 8 333,-4 2-639,-4 11 1,-1 7 0,0 6 166,-1 1 0,6-1 0,1 0 0,2 1 404,2-1-394,3 1 1,1-6 0,1 0-117,4-3 1,5 2-1,7-6 1,4-3-683,1-1 146,1-5 1,6-1 0,-2-6-641,-4 0 0,3-6 0,-7-4 0,-2-3-2670,-1-1 2894,-2 0 818,-6-6 0,-33-53 0,5 27 0,0 0 0</inkml:trace>
  <inkml:trace contextRef="#ctx0" brushRef="#br0" timeOffset="14">17190 13022 8090,'-7'8'1793,"6"-2"-824,-6-6-653,7 0 0,7 0 0,2 0 168,4 0 0,7-1 1,4-2-1,3-2-1324,1 2 579,1-5 1,-1 6 0,-1-4 260,-3 0 0,3 10 0,-5-2 0</inkml:trace>
  <inkml:trace contextRef="#ctx0" brushRef="#br0" timeOffset="15">18000 12965 8207,'0'-8'2578,"0"1"-1407,0 2-632,0 3 0,0 9 1,0 12-1,0 6 1,0 3-1,-1 1 1821,-4-1-2173,3 1 1,-4 5 0,6 3 0,0 1-1,0-1 44,0 3 1,0-4-257,0 2 0,0-5 0,0 2 0,0-3 73,0-5-258,0-2 1,-5-3-1,0-3 1,1-5-1460,-3-4 1418,6-4 1,-6-8 0,7-2-463,0-6 548,0-3 0,-4-5 1,-1-3-1,2-3 0,1-4-787,2-4 845,0-1 1,0-2 0,0-3 50,0-3 0,2 0 1,3 2-1,4 2 439,4 3-241,1 7 1,5 0-1,1 5 116,2 0 0,2 8 0,6 9 1,2 3 523,1 2-612,0 0 0,-11 7 0,-3 2-49,-3 4 0,-2 2 1,-1 3-1,-4 1 98,-4-2-212,-3-1 1,-2-2-1,0 0-64,0 1 0,-8-3 1,-5-1-1,-4-3 26,-1-1-260,-4 4 0,5-10 0,-5 5 17,1 1 1,-2-6 0,2 4 0,0-3-494,1-2 657,1 6 1,5-4-150,0 2 45,-1-2 186,7-2 1,4 0 0,8-2 197,6-2 1,4 0 0,5-5-1,5-2 288,3-2-502,1-1 1,0 0 0,1 0-21,-1-1 36,1 1 1,6-5-1,1 0 1,0 2-1,-3 1 54,-3 2-11,-1 0 1,-5-1-1,-1 3 316,3 2-175,-6 4 0,1 6 0,-7 0 557,0 0-557,-6 0-8,-2 0 1,-6 2 584,0 2-571,0-2 0,-1 4 13,-4-6 1,2 0 0,-7 0-971,-1 0 681,-8 0 0,3 0 0,-2 2-51,2 3 0,-3-2 0,-2 6 1,1 2-60,-1 2 152,2 1 0,5 0 0,0 1 52,0-1 0,1 5 0,2 0 0,3-2 15,2-1 41,1-2 1,6 0-1,4-1-187,5-4 0,4 2 0,5-6 0,5-2-343,2-1 377,3-8 0,-5-2 0,-1-8 75,3-3 1,-1 2-1,0-7 1,-3 0 299,-1 2-165,-2-5 0,-10 7 0,-1-6 722,-2 3-265,5 5 0,-9-2 0,1 7 184,-6 4-718,1 2 0,-9 9 0,5 3 228,-2 4-170,5 4 1,-3 1 0,6 2 0,0 1 0,0 2 98,0-1-254,0-3 0,1 0 0,4-1-223,4 0 1,4-6 0,1-3 0,2-2-669,3 2 749,-3-4 0,9 1 1,-4-10-209,1-5 336,-5 2 0,8-14 0,-6 4 0,-1-1 0,-2-3-407,-2-2 628,-6-1 0,0-1 1,-5 1-175,2-1 681,-1 7 0,-4 2 0,-1 7 825,-4 4-1186,3 2 1,-9 10 0,7 7 205,0 9-233,3 6 1,1 4 0,-2-1-1,-1 0 1,-2 2 977,2 4-1152,2-4 0,1 0 0,0-8 31,0-2-677,0 6 0,0-11 0,0 4-2224,0-3 2347,0-8 1,-2-2-10,-3-6 0,-3-6 0,-4-4 0,1-4-1487,1-5 1738,1 4 0,-1-12 0,2 3 69,2-3 0,-3-1 0,4 1 0,2 3 160,1 5 209,2 3 0,2 2 0,4 0-70,8 0 1,2 4 0,8 2 0,1 2 560,2 3-267,1 1 0,1 2 0,-1-1-161,1-4 0,-3 3 0,0-2 0,-4 2 102,-2 2-313,-1-6 1,-4 4 274,-1-3-839,-6 4 492,-2 1 1,-6 1 624,0 4-422,0 9 1,0 4 0,0 4 0,0 0 0,0 0 1266,0 3-1341,0-4 0,0 1 0,0-5-411,0 2-9,0 7 0,0-15 0,0 3-663,0-1 732,0-1 1,0-5 29,0-7 1,2-7 0,2-9 0,6-1-299,2-2 412,3-6 0,0 4 1,3-4 266,1 1-191,0 7 1,-5-4 0,0 9 0,0 1 0,1 3 143,-1 1 33,0 3 1,0 4-1,-1 1 295,-4 4-326,4 3 0,-5 6 1,5 0-1,-2 1 1,-4-1 895,0 0-663,4 0 0,-3 0-329,6 1 0,-6-6 0,-2-1-160,1-2-2225,-6-1-225,5-5 2554,-6 0 0,-19-19 0,-4-5 0</inkml:trace>
  <inkml:trace contextRef="#ctx0" brushRef="#br0" timeOffset="16">22848 9525 8614,'0'-8'1746,"0"0"-760,0 3-558,0 4 1,0-4 520,0 10-835,7 3 0,-6 1 1,4 1-1,-3 1 1,-2 1 11,0 3 0,0-1 1,0 0-1,0 0 105,0 1-347,0-1 1,0 0 0,0 0-42,0 0 1,0 1-1,0-1-315,0 0 321,0 0 0,0-4-283,0-1 100,0-6 173,0 10 91,0-18 1,1 8-1,2-12-78,2-2 114,6-8 1,-5 3-1,5-4 1,-1 1 0,1 0-84,2 1 102,1-4 0,-1 6 1,-2-3-84,-2 4 96,1 0 1,4 6 0,0 1-1,0 0 1,0 2 26,1 0-11,-7 1 0,4 5 1,-2 1 316,2 4-197,-4 3 0,5 5 0,-5-1 0,0 1 0,-2 3 405,0 0-490,-4-1 0,4 4 1,-6 0-3,0-1-57,0-3 0,0 0 1,0-1-1,0 0 1,0 0-187,0 0-613,0-6 422,-6 5 213,4-11 0,-4 2 1,8-8-405,2-6 566,4-3 0,6-2 0,1-3-223,-1-1 288,0-6 0,5 8 0,2-5 1,-1 1-1,1 4 330,-4 1-240,5 2 0,-6 1 0,1 2 99,-6 1-90,2 7 0,-5-1 1,4 8 412,-2 6-481,-4 2 1,-6 7 0,0 0 392,0-1-419,0 4 1,0-6-1,0 3 1,0-4 0,-1 1-251,-4 3-81,3-3 0,-4 4-780,6-5 816,0-1 0,2-6 0,2-3-527,6-4 499,2-1 1,3-6 0,1-4-267,2-2 603,-2-3 1,5-3 0,-5-3-1,1 0 1,2 1 456,-2 3-141,-1-6 0,-6 8 0,-1-3 76,2 7 28,-5-1 0,1 8-153,-7-5-132,0 6 0,0 7 456,0 11-610,0 2 1,-2-3 0,-1 2-1,-2 1 1,2 2-259,2-1 17,1-2 1,0-2-1,0 0-1024,0 0 1016,6 0 0,2-4 1,6-2-1,2-2 1,1-3-847,2-1 593,0-2 0,-3-2 0,1-1-13,2-2 458,0-12 1,-3 8 0,0-10 0,1 3 0,-3 2 430,-1-1-30,3 1 1,-15 0-80,4 0 2090,-3 6-1245,-2-5-931,0 12 1,0 1 0,-2 9 573,-3 4-786,4 1 0,-12 0 0,5 0 1,0 1-1,2-1-609,0 0 484,4-6 0,-9 5-522,6-4 422,1-3 1,4 2-1,-2-5-1110,-3 2 1098,4-6 1,-1-7 0,8-8 61,2-3 166,2 3 1,4-9 0,2 4 0,1 1 0,4-1 424,1 4-195,-5-5 1,5 8 0,-4-1 154,1 9-267,0 4 0,0 2 0,0 0 0,-4 2 1,-2 3 781,-4 4-621,1 10 0,-1-1 0,-1 4 273,-1-2-599,-3-1 0,-4 0 0,0 0 0,0-2-1143,0-1 920,0-2 0,0-4-738,0-1 52,-6-5 1,3 2-1,-7-6-2462,-1 0 3407,-1-6 0,-34-34 0,-8-14 0</inkml:trace>
  <inkml:trace contextRef="#ctx0" brushRef="#br0" timeOffset="17">23687 9255 7877,'-14'-14'404,"1"4"1,2 2 679,2 2-397,-1 1 0,1 5 0,-1 2 815,-1 3-1268,-1 2 0,2 6 0,2-2 72,2-1 0,1-1-423,5 5 78,0 1 0,0-6-47,0 0-67,7-5 1,-4 2 0,6-6 0,2-2 0,2-2-382,1-6 515,0 4 0,-4-5 1,-1 4 360,2 0-289,-4-3 0,1 1 0,-5-1 0,1-1-1080,0-2 251,-3-1 0,-2 6-1044,-4 4 1820,-3 2 0,-19 46 0,-3 12 0</inkml:trace>
  <inkml:trace contextRef="#ctx0" brushRef="#br0" timeOffset="18">22607 10222 8531,'0'-8'1597,"0"1"-1186,0 1 750,0 4 0,0-5 214,0 2-1085,6 3-18,-4-10 0,5 16 1,-3 1 98,0 6-427,1 10 0,-3-4 1,1 7 140,2 1-141,-1 2 0,1 1 0,0 1 1,0-1-1,-1 2-203,1 3 189,0-9 0,-1 8 0,1-13-104,-2-2 0,-1-1 0,-2-2 0,2-1-41,2-4 117,-2-3 225,4-6 0,-6-1 1,0-4-1,2-4 743,2-4-710,-2-8 0,6 4 1,-5-7-93,2-1 1,1-2-1,-1-1 1,3-1-21,0 1-7,4 0 0,-5-1 0,4 2-47,-2 4 0,1-4 0,4 6 0,-1 2-356,-4 5 146,4 3 1,-10 3-1403,6 3-264,-6 4 261,4 1 0,-7 1 735,0 4 0,-2 3 886,-3 6 0,-53 13 0,19-12 0,1 0 0</inkml:trace>
  <inkml:trace contextRef="#ctx0" brushRef="#br0" timeOffset="19">22521 10350 7926,'-8'0'943,"1"0"270,2 0-600,3 0 1,-4-2-1,9-1 1397,7-2-1780,-1 0 1,23 4 0,-2-2-87,4-2 1,4-5 0,7 6 0,0-1 60,3-1-277,-7 4 0,-2-4 0,-6 6-231,-1 0-635,-8 0 1,-8 0-1708,-7 0 2036,-6 0 0,2 0-136,-10 0 1,-3 0-1,-6 0 745,0 0 0,-13 6 0,-3 2 0</inkml:trace>
  <inkml:trace contextRef="#ctx0" brushRef="#br0" timeOffset="20">23161 10364 7854,'0'-8'180,"0"0"1,2 5 0,1-4 1036,2 0-789,-1 3 1,-4 0 0,2 8 0,1 6 112,2 3 0,0 1 0,-5 0 1,0 0-128,0 0-301,0 1 1,0 4 0,0 0-125,0-2 1,-2-3-1,-1-3 1,-2-1-318,2 1 231,1 1 0,2-2-260,0-1 71,-6-6 1,3 4-427,-7-7 559,7-7 0,-3 0 0,6-9 59,0-3 1,0 3 0,2-4 0,1 1 11,1 0 40,7 0 0,-7 0 0,5 0 147,2 1 1,2 3 0,1 2 230,0 3-235,0 4 1,1 6 0,-1 0 124,0 0 0,-4 0 1,-1 2 80,2 2-163,2 4 1,-1 7 0,-2-1-33,-5 0 0,-4 0 0,1 0 0,1 1 49,2-1-164,-1 0 0,-4 0 1,0 1-30,0-1 0,0-5 1,0 1-104,0 1 54,-6-5 1,5 2-370,-4-3 0,5-4-3,5 4 403,2-3 1,3-2-1,1-2-2,5-3 0,-2-1 0,6-5 0,-1 1 25,0-1 71,0-1 1,-3-2 0,2-1-38,1 1 1,-1-5 0,-3 0 0,-3 2-5,-2 1 37,-4-5 1,-4 9 35,2-7 1,-4 8-158,0-3 58,-6 6 0,-8 8 0,0 1-18,-1 4 0,6 3 0,0 6 1,-3 0 11,0 1 40,4 5 1,-3-3 0,6 6 300,2-3-305,1-1 1,2 0-1,0 0 1,0-2 0,0-1-281,0-2 227,7 1 1,1-3-1,7-2-510,4-6 438,-3-2 1,9-2-1,-4 0 1,-1 0 0,1-2-396,-4-2 465,6-4 1,-8-8 0,4-1 75,-3-2 0,-2-5 0,1 3 0,-3 1 186,-2-1-143,2-4 0,-10 9 0,3-3 426,-4 4 88,-1 7-111,0-5-530,0 11 1,-1 1 0,-3 7 461,0 2-270,-1 8 1,3 0 0,-1 3-1,-2-4 1,2 0 458,2-1-607,1 0 0,0 0 1,0 1 186,0-1-327,6 0 1,-3-5 0,7 1 0,1-1-181,1-1 114,3-1 1,0-7-1,3 0-485,1 0 564,0 0 1,-5-7 0,0-2-1,0-4 1,1-1-115,-1 0 185,0 0 0,5-5 1,0 0 191,-2 1-80,-1 2 0,-2 4 1,1 1-1,-1 3 1,0 0 372,0 0-296,-6 5 0,5-3 199,-4 6-236,-2 0 1,-1 1 125,-6 4-340,0 3 436,0 0 36,0-2-367,0-6 0,-2 0-360,-2 0 324,-4 0 0,-2 0 1,1 2-1,-2 1 16,-2 1 99,-1 1 1,0 0-1,-1 1-69,1 2 33,0 2 1,0-1 0,-1 1 0,3 1 0,1 0-61,1-2-71,7 4 0,-8-5-10,6 6 0,2-1 0,8-2 0,4-3-307,4-2 196,1-1 0,5-5 0,2 0-187,1 0 414,-5-7 0,8 4 1,-6-6-1,-1-1 1,-2 1 302,-2-1-224,0 1 0,-4-5 260,-1-1 141,0 1 1,-1 5 0,-3-1 502,-3-1-798,-2 5 1,0 1-172,0 10 138,0 3 1,0 6 0,-2 2-1,-1 1 1,-2 4 532,2 1-605,1-5 1,2 10-1,0-5 9,0 0-68,0 5 1,0-10-1,-1 5 1,-2-1-1,-2-4 44,2-1-360,1 5 1,1-10-76,-4 3 327,-3-3 1,-1-3 0,-1-3-1,-1-4 1,-2-1-42,-1 0 75,0 0 0,4-1 0,1-4-58,-2-5 115,5-2 0,-1-2 0,7-1 1,0 0-1,2-4-367,3-5 257,3 3 1,6-5 0,2 2-216,2-3 142,-2-1 0,11-2 0,-5-2 0,2-1 0,0 0-532,1-2 576,2 5 1,-5-10-1,-3 9-212,-3 4 248,-2-1 1,-1 10 0,-4-4 0,-4 1 73,-4 4-44,-7 8 1,-2-2 106,-6 6-36,0 0 0,-1 7 0,1 2 1,0 6-1,0 3-28,0 1 119,6 6 1,-3-2-1,6 5 29,2 3 77,-5 0 1,6 3 0,-3-2-1,4-2 1,1-1 841,0 1-1074,0-4 0,0 4 0,0-6 274,0-2-411,6-1 0,-3-3 1,5-2-187,-1-2 220,-3-6 283,3 4-240,-6-14 1,7 4 0,-5-6 146,2-2-2,0 4 114,-5-5-129,0 4 0,1 0 0,3 2 125,0-1-443,1 6-75,-5-6 145,6 7 1,-4-1 0,4-2-301,1-2 353,0 0 0,3 0-84,-1 1 144,1-1 1,-1 5-1,1 0 132,1 0 144,2 0 0,1 0 364,0 0-369,-6 6 1,4-3-1,-4 7 1,2 1 169,-1 2-304,-5-6 0,7 6-82,-7-3 0,3-4 1,-4 0-1,3-1 70,2 0-92,1-1 0,1-4 1,-1 0-146,2 0 113,2 0 1,-3-6-1,-1-2 1,2-1-1,0-1-391,-1-1 313,2-1 1,-9-3 0,5 1-667,-1 0 407,-3 0 1,1-1 0,0 1-2693,-2 0 1847,-1 6 1242,-2 2 0,-45 18 0,-10 4 0</inkml:trace>
  <inkml:trace contextRef="#ctx0" brushRef="#br0" timeOffset="21">23403 10819 7749,'0'-15'1131,"0"6"0,0 0 1857,0-3-2634,0 6 1,-6 0-1,-2 7-4,0 4-296,-5 3 1,7 6 0,-5 0 0,3 2 0,0 3 37,0 5 0,5 3 1,-3 1-1,1 1-86,0-1 7,0 1 0,5-1 0,0 2-13,0 3 0,5-8 0,1 4 0,2-4 24,3-3-223,2-1 1,-4-2 0,1-2-70,1-4 0,-3-1 0,1-5-786,2 1 250,-4-5-157,-1 3 697,0-6 1,-4-2 0,4-1 0,-1-3 0,1 0-889,2-1-326,-5 3 1478,10 4 0,-5-13 0,6-3 0</inkml:trace>
  <inkml:trace contextRef="#ctx0" brushRef="#br0" timeOffset="22">23602 11004 7745,'0'-8'3050,"0"-5"-2218,0 5 224,0 0-338,0 2 0,0 17-107,0 3-610,0 4 0,0-4 0,1 0-31,4 0 0,-3 2 0,3 1-205,-4 2 108,-1 0 1,5-5-1,1-1-40,2-3-274,-5 2 0,10-10 1,-4 3-529,4-4 929,1-1 1,0-6 0,1-4-20,-1-2 1,-2-7 0,0-2 0,-3 1-63,2-1 201,-5-4 0,5 4 1,-6-4 26,-2 1 1,4 7 0,-3-2 419,0 3-172,-3 2-245,-1 6 0,0 3 0,0 10 839,0 5-755,0 9 0,-5-4 1,1 6 20,1-1 1,1-4 0,0 5 0,-1-2 158,-2 0-408,1 0 0,4-5 0,0 0-440,0 0 0,1 0 13,4 1 125,3-1 0,1-6 0,1-3-211,1-4 0,2-1 1,1-1-1156,0-4 1387,0 3 1,0-10 0,1 4-657,-1 0 0,0-5 971,0 4 0,1-42 0,-1-10 0</inkml:trace>
  <inkml:trace contextRef="#ctx0" brushRef="#br0" timeOffset="23">24028 10790 7745,'0'-14'806,"0"5"1,0-1 144,0-1-476,0 5 0,2-5 118,3 6 0,-2-5-331,6 6 0,1-1 0,4 5 0,0 0 398,1 0-447,-1 6 0,5 2 1,0 8-1,-2 3 1,-1 3 603,-2 0-671,-6 5 0,5 0 0,-6 6 24,1-1 0,-1-2 0,-7 0 0,0 1 363,0 2-420,-7 1 0,-1-6 0,-7-1-34,-4-3 0,3 1 0,-5-6 1,2-2 72,0-1-305,1-2 0,3-6 0,3-2-178,2 1 0,-2-6-865,2 4 830,4-10 0,-1 2-1027,7-6 0,0 4 1,0-5-1476,0-1 2868,0-1 0,0-28 0,0-6 0</inkml:trace>
  <inkml:trace contextRef="#ctx0" brushRef="#br0" timeOffset="24">25905 8971 7814,'0'-8'-182,"0"-5"478,0 4 144,0-4 1,0 3 876,0 1-666,0 6-552,0-4 0,0 6 0,-1-2 130,-4-2 0,2 0 0,-7 5 279,-1 0-509,5 0 1,-7 2-1,2 1 25,-6 2 1,1 4 0,-3-2 0,2 0 108,-2 4-134,3 2 0,-11 1 0,5 1-20,0-1 0,0 5 0,4 1 1,-1 1 92,2-1-39,1-1 0,7 0 0,1 0 113,1-1-104,3 4 1,-1-7 0,0 4 0,2-3 0,2-2 191,1 1-184,0-1 0,0 0 0,1-1 78,4-4-73,-4 4 0,7-5 0,-5 6 0,4 0 162,1 0-129,1 1 0,-1-1 0,-3 0 339,-4 0-360,6 0 0,-6-4 0,4-1 0,-3 2 0,-4 2 345,-3 1-291,4 1 1,-12-1 115,4 0-238,-4 0 0,-1-4 1,0-2-1,-1-2 1,1-1-129,0 1 42,6-4 0,-5 4 1,4-6-177,-4 0 96,5 0 1,0 0-120,4 0 44,2-6-259,-4 4 270,6-4 0,0 4 1,1-1-129,4-2 349,3 0 0,6 5 281,0 0-151,1 0 1,-6 0-1,1 0 1,1 2 179,1 3-117,3-4 0,-6 10 0,-1-4 252,-2 1-271,5 1 0,-9 5 1,3 1-1,-4 0 1,-1 4 382,0 5-503,0-4 0,0 9 0,0-2 138,0 4-185,-6 3 1,0-6 0,-6 0 0,3 2-1,0 2 270,1 1-249,-5-6 1,7 0 0,-5-3-143,1 2 19,7 3 0,-8-7 0,6-3 0,2-3 0,1-2-494,2 0 345,0 0 257,0 1 0,7-3 1,2-2-1,4-6 294,1-2-284,7-2 1,-4 0 0,5 0 333,-1 0-255,4 0 1,-9-2-1,3-1 1,-2-3-1,0 0 213,2-1-272,0-4 1,-4 8-71,-1-6 79,0 5 1,-5-7-12,1 7-169,-7-1-64,3 5-606,-6 0 0,-1 0-1071,-4 0-227,4 0 0,-6-2 2106,7-2 0,-19-11 0,-4-7 0</inkml:trace>
  <inkml:trace contextRef="#ctx0" brushRef="#br0" timeOffset="25">26460 9440 7775,'8'0'129,"3"-2"0,-5-1 0,0-3 925,1-2-627,4 5 0,-10-5 1,4 3 1061,-3-5-619,-2 4 114,0-6-863,0 4 0,-2 0 1,-3 3 236,-4 3-304,-4 2 1,-1 0 0,0 0 353,-1 0-439,1 0 1,-5 5-1,0 1 1,0 2 0,0 3-177,0 2 219,0 1 0,4 0 1,-3 1-43,-1-1 16,0 6 1,10-2-1,1 6 1,0-1 0,2 1 38,-1 0-30,3-7 0,5 8 0,4-6-96,5-1 0,7-3 0,3-2 0,3-2-104,2-1 200,2-7 0,0 3 0,-2-6-61,-1 0 96,-1 0 1,4 0 0,-2-2 0,-3-1 171,-1-1-170,-2-8 1,-11 9 294,-3-6 0,-4 6 171,-1-4-449,-6 7 1,3 0-1,-7 0 112,-1 0-163,-1 0 1,-3 0 0,1 2 0,0 1 0,-2 2-128,-3-2 57,3-1 1,-4-2-1,4 0-429,-3 0 403,3 0 1,-4 0 0,5-2-1,1-1 1,0-3-155,0-2 347,0-2 0,4-4 0,2 0-64,2 0 1,1-5 0,5-2-1,0 0 90,0 1-94,6-5 1,7 4 0,9-3 81,5 5-76,-2 4 1,12 0-1,-6 3 1,2 1-1,-1 3 165,-2 2-158,-1 1 0,-3 5 1,-2 0 26,-5 0-547,-3 0-635,-8 0 627,-2 0 0,-8 5-230,-2-1 1,-4 6 0,-6-4 0,-1 2-995,1 3 266,6-5 1446,-4 7 0,-15 1 0,-11 8 0</inkml:trace>
  <inkml:trace contextRef="#ctx0" brushRef="#br0" timeOffset="26">27071 9099 7783,'0'-15'560,"0"6"0,0-1 0,0-1 1446,0-1-698,0-3-615,0 8-534,0 0 1,0 9 0,0 3 0,-2 2-1,-2 4 43,-6 4 1,-2-3-1,-4 10 1,-2 1 62,-1-1-142,0 1 0,1 6 0,-1-1-44,1 1 0,-2 1 0,1 1 0,1 2-43,3-1 31,7-2 0,-5 3 0,5 0-118,0-1 47,2-8 1,6 3 0,0-4 0,0 3 0,0-3-157,0-4 182,6 3 1,2-6 0,8 3-16,3-3 31,-3-2 1,6-4 0,-3-3 0,3 1 0,2-1 101,-1-1-14,1 5 1,0-9 0,-2 2 250,-2-2-284,-1-2 1,-5 5 121,1-1 222,-7 1-302,-2-5 1,-8 0-1,-1-1 142,-2-4-502,1 3 0,2-4-1360,-3 6-1757,4 0 262,-6 0 98,1 0 2982,5 0 0,-50-19 0,-4-5 0</inkml:trace>
  <inkml:trace contextRef="#ctx0" brushRef="#br0" timeOffset="27">27199 9369 7783,'0'-8'361,"0"0"0,0 3 810,0-4-354,0 2 0,0-1 224,0 4-426,0 2-227,0-4 0,0 12 1,0 4 237,0 2-513,0 2 1,0 5 0,0 0-17,0-1 0,-2-1 1,-1 0-1,-1 2-427,0-1 249,3-2 1,1-2 0,0 0-54,0 0 1,0 0-1,0 1 1,1-3-617,4-2 576,-3-4 0,15-1 1,-3 0-564,2-2 587,0-2 1,0-2 0,1-4-1,2-4 1,0-4-119,1-1 287,-4-1 1,5 1 0,-7-2 184,0-3-166,-6 4 0,5-7 1,-5 4-1,0-1 0,-4 2 499,-2 1-197,-2 2 0,0 0 67,0-1 360,0 8-530,0 0-260,0 7 216,-6 0-125,4 7 1,-6-4 0,5 6 0,-2 2 513,2 2-506,1 1 0,2 0 0,0 0 503,0 1-505,-6-1 1,5 0 0,-4 0 0,3 1 0,2-1-27,0 0-9,0 0 0,0 0 1,0 1-55,0-1-35,0 0 1,0-4 0,0-1 0,0 2-453,0 2 163,7-5 0,0 3-535,8-7 534,-1 1 0,0-5 1,0 0-1,2-1 0,2-3-1341,0 0 1221,1-7 0,-6 7 0,-2-3-350,-1 0-241,-1-4 0,1 10 1051,-1-4 0,-12-9 0,1-2 0</inkml:trace>
  <inkml:trace contextRef="#ctx0" brushRef="#br0" timeOffset="28">27768 9667 7783,'0'-8'3783,"-7"2"-3092,6 6-152,-6 0 1,6 0-318,-4 0 0,2 0 1,-5 2-248,2 2-244,1-2 0,-1 4-19,-4-6 0,2 0-152,-1 0 287,6 0 0,-4-1 93,7-4 76,0 3 0,2-6 541,3 4-276,3 2 0,1-6 40,1 3 299,-7 4 0,9-4 401,-2 10-903,-4 3 0,0 1 0,-6 1 367,0 1-465,0-5 0,-1 7 0,-2-4 0,-4 2 0,0 0-354,-5-1 214,0-1 1,-2 4 0,-1-2-1112,1-2 682,-6 1 1,4-1 0,-5-1 0,2 0-2788,0 0 2697,0-5 0,10 4 639,-1-7 0,33-13 0,2-3 0</inkml:trace>
  <inkml:trace contextRef="#ctx0" brushRef="#br0" timeOffset="29">28095 9425 7815,'6'-14'123,"-4"6"1,5-3-1,-3 5 1,0-2-1,1-1 1187,1 1-755,-4-5 0,4 10 1,-6-7 1129,0-1-1469,0-1 1,-6 4 0,-3 3 0,-4 4-1,-1 1 479,-1 0-641,1 6 1,0-3-1,-2 6 28,-3 3 1,3 0 0,-2 2 0,3 1 221,6-1-462,-4 6 1,5-4 0,-4 3 19,2-3-90,4-2 0,6 0 1,0 1-1,0 0-453,0 4 572,6-3 1,2 3 0,8-9-214,3-6 256,-3 4 1,6-6 0,-5 3 0,4-4 0,-1-2 80,1-4-14,-2 3 0,-5-10 0,0 2 435,0-3-375,1-1 0,-6-5 0,-1 0 1,0 0-1,-2 0 256,0 0-218,-1-6 1,-5 8 126,0-7 1,0 7-1,-1-1 149,-4 7-356,3-1 1,-6 12-248,4 0 295,2 0 0,-6 12 0,5-1 0,-2 5 0,2 3 640,2-2-512,1 6 1,0-6 0,0 5 455,0-1-560,0-2 1,0 0-1,0-1 1,0 0-1,0-2 563,0-2-611,6 0 1,-5 0 0,6 1 0,-2-1-177,-1 0 45,1-6 1,0 0-211,-1-4-631,1-2-47,-5 4 286,0-6 1,0-1 0,2-2-3732,3-2 3580,-4-6 0,5 8 841,-6-7 0,0-18 0,0-10 0</inkml:trace>
  <inkml:trace contextRef="#ctx0" brushRef="#br0" timeOffset="30">28379 9070 7815,'0'-9'417,"0"-1"635,0-1-612,0 5 1,2-5-1,2 6 1,6 2 1103,2 1-1385,3 2 0,-6 0 0,1 2 0,1 3 1,1 4 567,3 4-543,-1 1 0,-5 0 0,1 2 327,1 3-346,1 3 0,-2 6 0,-2 2 0,-2 2 1,-1 3 773,1 1-802,-4-4 1,4 4 0,-6-4 269,0 1-258,0 6 0,-5-4 0,-1 3 0,-2-5 0,-3-3 241,-2-1-246,-1-1 0,0 0 0,-2-1 202,-3-3-217,3 3 1,-4-11 0,6 3 0,-1-4 0,1-2 453,0-4-208,0 4 1,1-10 0,2 5 540,2-2-15,6-1 64,-4-5-506,7-6 1,0 3-834,0-7-207,0 7 0,0-5 0,0 3-3602,0-4 3134,0 3 0,0-2-3399,0 3 2359,7 3 2089,-6-10 0,5-9 0,-6-9 0</inkml:trace>
  <inkml:trace contextRef="#ctx0" brushRef="#br0" timeOffset="31">28877 9425 7838,'-8'-6'1221,"0"5"1,5-6 1047,-2 1-1837,0 4 0,7-4 0,3 6 0,6 0 867,6 0-1138,5 0 0,11 0 0,2 0 1,1 0-1,4 0 676,1 0-752,2 0 1,-1 0-1,-1 0 1,-1 0 0,-4 0 223,-1 0-188,-8 0 1,-7-2 168,-5-2-891,-1 2 1,-8-4-2161,-6 6 2135,-6 0 1,-10 0 0,-1 0-3068,-2 0 2919,-7 0 0,4 0 774,-6 0 0,-39-19 0,-8-5 0</inkml:trace>
  <inkml:trace contextRef="#ctx0" brushRef="#br0" timeOffset="32">29133 9241 7838,'0'-22'270,"0"1"1,0 5 1730,0-3-340,0 3-1035,0 2 0,1 8 1,2 8-63,2 2-194,0 4 1,0 8-1,-1 3 287,-1 5-486,-1-4 0,-2 7 0,0-3 0,0 3 1,0 1 454,0 0-532,0-5 1,0 3 0,0-2 49,0 3 1,0 0 0,0-2 0,0-3 356,0-1-387,0-2 1,0 0-1,-2 0 234,-2-2-436,2-1 0,-6-7-152,3 1 132,4-7-123,-5 3-237,6-12 1,0 3 0,0-7-1,0-1-3863,0-1 3742,0-3 0,1 1 589,4 0 0,9-13 0,8-3 0</inkml:trace>
  <inkml:trace contextRef="#ctx0" brushRef="#br0" timeOffset="33">29943 9425 7838,'6'-7'-190,"2"-6"1,2 11 0,-2-4-1,0 1 1636,-1 1-115,-3-1 0,2 3-634,-6-2 0,-6 2 1,-2-4-1,-2 1-22,1 0-355,-1 0 0,-4 5-158,0 0 1,0 0 0,-1 0 0,1 0 36,0 0-151,0 0 0,-1 5 0,1 1-87,0 2 0,0-3 0,0 5 1,-1 1-220,1 1 187,0 2 1,4 5 0,1 0-367,-2-1 358,5-2 0,-1-1 0,7 3 0,0 1 0,2-4-299,3-3 342,-4 0 0,13-5 0,-1 2 76,4-4-30,2-4 1,0-1-1,2-1 1,-1-4 0,3-4-75,-1-4-38,-5-1 1,8-1 0,-6 0 76,-1-4-46,-3 3 1,0-11-1,-3 3 1,-1-4-1,-3-4-659,-1-1 658,-3-6 0,-4 2 0,0-4-191,0 3 354,0 4 0,0 7 0,-1 3 0,-2 5 586,-2 3-607,0 8 0,0 4-152,1 8 173,-1-2 1,5 11 0,-2-4-1,-1 5 1,-2 4 802,2 1-634,2 6 0,-1-8 1,-1 5 821,-2-1-886,0 4 1,4-4 0,-2 4-1,-2-3 1,2 0 539,1 0-630,-4 2 0,4 0 0,-2-1 95,2 3-95,2-6 1,0 2-1,0-4 1,0 1 0,0 0 318,0 1-416,0-10 1,0 9-1,0-10 244,0 4-319,0 1 1,0-5-84,0 1 121,0-7-3,0 3-133,0-6 1100,0 0-852,0-6-540,0 4-127,0-4 124,0 6 1,0-1-1452,0-4 593,0 3-938,0-4 981,0 6 1,0-2-2333,0-2 3606,0 2 0,0-30 0,0 1 0</inkml:trace>
  <inkml:trace contextRef="#ctx0" brushRef="#br0" timeOffset="34">30270 9667 7874,'8'0'-398,"-2"-1"1742,-6-4-799,0 3 1,0-6-1,2 5 1,1-3-1,2-2 1237,-2-3 0,-2 3-529,-1-1-1248,0-1 1,-1 2 0,-4 3 81,-4 4 1,-4 1 0,-3 0 0,-3 0 177,-4 0-343,-4 6 0,-6 2 0,-1 6-50,3 1 0,-2 0 0,3 3 0,4 1-496,4-2 472,3-1 1,7 3 0,2 0-34,5-2 0,4-1 0,2-2 0,4-1-31,5-4 156,9 4 1,1-12 0,5 4 75,-1-3 1,-2-4 0,2-1 0,-4-3 414,1-2-316,-5-2 1,4-4-1,-6 0 12,1 0 0,-1-2 1,-1-3-1,-2-3 38,-2 0-5,-6 1 0,8 7 0,-6 0 206,-2 0 0,-1-1 164,-2 1-846,0 6 1,0 3 401,0 10 1,-5 5 0,0 7-1,2 4 866,2 1-760,1-5 0,-2 10 0,-1-3 240,-2 2 0,0-2-299,5 0 1,0 0 0,0 2 0,0-2 344,0-5-574,0 3 0,0-6 0,0 3-312,0-3 83,0-8-108,0-2 158,0-6-1505,0-6 1,0 2 472,0-5 0,2 1 0,1-3 1307,2 2 0,0-51 0,-5-18 0</inkml:trace>
  <inkml:trace contextRef="#ctx0" brushRef="#br0" timeOffset="35">30682 9042 7966,'0'-15'265,"2"1"0,1 0 1760,2 0-230,0 6-1105,-5 2 0,0 7 0,-2 4 85,-3 4-588,4 4 0,-12 1 0,4 2 0,-3 3 0,1 6 536,2 7-588,-1-2 1,-4 11-1,0-3 17,0 3 0,1 2 0,2-1 0,2 1 279,-2-1-377,4 1 0,-4 0 0,6-2-45,2-3 1,2-3 0,1-7 0,1 0 140,4 1-93,-3-7 0,10-2 1,-2-5 1,2-1 1,4-5 0,2-1 0,2 0 138,2 0-168,-4-5 1,2 4-1,-4-7 108,3 0-51,-3 0 0,-1 0 0,-7-2 523,-1-3-551,-3 4 0,-4-7-43,0 3 1,0 2-828,0-7-229,0 7-1888,-6-3 539,5 6 0,-7 0 2389,3 0 0,3-19 0,-4-5 0</inkml:trace>
  <inkml:trace contextRef="#ctx0" brushRef="#br0" timeOffset="36">30896 9283 7945,'0'-14'661,"0"5"1629,0-1-1010,0 1 1,-2 1 255,-3 3-1379,4 3 0,-9 1-154,10-4 1,5 4 0,12-4 0,4 3 152,1 2-304,2 0 1,4-4 0,1-1 61,-1 2 1,0 1-1,1 2 1,-2 0 57,-4 0-53,-2 0 177,-7 0 0,-1 2 274,-4 2-195,-9 4 1,-8 6 0,-6 2 128,0 3 1,-5-1 0,-2 4 0,-1 0 527,-3 0-676,5-5 0,-7 9 1,5-6-140,-1 2 0,1 0 0,5 4 0,-2-4 48,2-2-24,1-1 0,-2-5 0,3 1 156,2-1-171,2 0 0,-2-4-215,4-1 254,3-6 0,7 4 0,4-7 510,4 0-462,10-7 0,3 4 1,8-5-1,2 0 0,1 2 459,-1 0-508,4-5 1,-6 7-1,3-4-17,-3 2 0,-8 1 0,-3 4 1,-3-2-346,-2-2-175,1 0-949,-7 5 81,-2 0 1,-8 0-2890,-2 0 3586,-4 7 1,-2-6 0,2 5-1140,2 1 1303,1-6 480,-1 6 0,11-20 0,-4-3 0</inkml:trace>
  <inkml:trace contextRef="#ctx0" brushRef="#br0" timeOffset="37">31407 9099 7991,'0'-15'474,"0"1"0,0 0 0,0 0 2008,0-1-2220,7 8 0,-4-1 1,6 4-1,2 0 1,2 1-1,0 3 964,-4 4-1068,4-2 0,-5 12 0,6-1 146,0 4 1,-4 4-90,-1-2 0,-1 1 0,2 5 0,-4 1 448,0 4-437,-4-2 0,4 7 1,-6-7-1,0 2 0,0 2 782,0 1-768,0 7 1,-2-9-1,-2 6-55,-6-3 0,-2-1 0,-3-4 0,1-1 344,0 1-449,0-7 0,0 3 0,-1-6-25,1-2 1,0-2 0,0-4 0,-1-3 151,1-2-218,6-1 1,0-5-242,4 0-154,2 0 130,-4 0-165,6-7-902,0 6 1,1-10-2544,4 6 2557,-3 0 0,6 1-2569,-4-1 3898,-2 0 0,4-1 0,-6-2 0</inkml:trace>
  <inkml:trace contextRef="#ctx0" brushRef="#br0" timeOffset="38">31905 8928 8054,'-6'-8'223,"4"2"1,-4-1 0,4-1-1,-1-1 1031,-2 0-1005,1-1 1,4 1 0,0-1 142,0-1-294,6 5 0,-3-1 1,7 6-1,1-2-123,1-2 1,2 0 0,1 5 0,-1 0 62,0 0 14,0 0 0,2 0 1,2 0 4,0 0 0,1 0 0,-4 0 0,-1 0 15,0 0-17,0 6 0,1 2 20,-1 7 0,-6 4 1,-2 1-1,-1 2 339,-1 3-318,1 2 1,-6 2 0,-4-1-35,-5 1 0,-2 4 0,-2 0 0,-1-1 142,1-2-153,0-2 0,4 0 0,1 1-75,-2-1 0,5-1 0,1-3 0,3-4-536,2 1 448,0-5 0,7 4 1,2-7 63,4-4 0,6 2 0,1-6 1,1-2 1,-1-1 50,-1-2 1,0 0-1,0 0 153,-2 0 0,1-6 1,-1-2-1,1-2 340,-6 1-206,2-1 0,-6-4-17,7 0 1,-8 4-1,-2 1 139,-3-2-416,-2 5 0,-7-1-24,-2 7 0,-5 0 0,-4 0 1,-1 0-220,2 0 77,-5 7 0,6 0 1,-4 8 41,-1-1 0,5 5 0,-3 1 0,4 1 404,0-1-267,7 6 0,-3 1 0,7 6 142,0-2 1,-2-1 0,1 0 0,2 2 212,2 1-328,1 7 0,0-10 0,0 3-2,0-3 0,0 3 1,0 0-1,0 0-32,0 2-47,0-5 0,0 5 0,0-7 150,0 1 1,-5-6 0,-1-1 0,-2 1 160,-3-1 50,-2-5 1,-1 4-1,-2-7-40,-3 0 0,2-1 0,-7-4 0,-3-3 813,-4 1-885,1-6 1,-5 6-1,6-7-170,1 0 0,-1 0 1,3-2-1,2-1-735,5-2 411,3 0 0,8 4-668,3-4 1,4 2 0,2-5-2146,4 2 2290,3 1 812,13 5 0,13-19 0,11-5 0</inkml:trace>
  <inkml:trace contextRef="#ctx0" brushRef="#br0" timeOffset="39">22066 10065 8001,'0'-14'-1605,"0"0"2632,0 0-597,0-1 1,0 6 0,0-1 0,0-1 0,0-1 0,-1-1 0,-2 2 967,-2 2 0,-1 5-688,1 0-697,-3 2 0,-6 2 0,1 2 85,4 2 1,-4 4-1,3 8 1,-2 1 211,-2 2-295,-1 0 0,1-4 1,2-1-95,2 0-46,4 0 1,1 5 0,0 0-1,2-1-530,2-3 502,1-7 1,6 0 0,3-5 45,4 2 0,8 0 0,1-5 1,1-2 135,1-3-20,-7 4 1,9-12 0,-7 5 177,-2 0 1,-1-4-1,-4 2 1,0-2 119,-3-3-181,-6 1 1,3 0-1,-6 0 327,0 0 1,0-1 0,0 1 613,0 0-1014,0 6-174,0 2 0,-1 6 0,-2 1-35,-2 4 375,0 3 0,5 6 1,-1 0-81,-4 1 1,3 4 0,-2-1 0,2 0 12,2-2-155,0-2 1,2-5 0,1 1-305,2 1 1,1 0 0,-1 0-730,4-2 786,4-5 0,-4 2-547,1-6 0,-1 0-1355,5 0-10,-6 0 103,5 0 2059,-5 0 0,0 0 0,-2 0 0</inkml:trace>
  <inkml:trace contextRef="#ctx0" brushRef="#br0" timeOffset="40">21796 10605 8707,'0'-7'1918,"0"-1"-885,0 3-776,0 3 1,0-2 0,0 8 0,0 6 0,0 2-1,0 3 1,0-1 107,0 0 0,0 0 0,0 1 0,0-1-451,0 0 53,0 0 0,0 0-100,0 1 0,0-6 1,2-1-419,3-2 398,2-1 0,3-5-129,-1 0 344,1 0 1,4-6-1,-1-4 1,-2-2 0,-2-3 687,2 1-608,-4 0 0,4 0 0,-5 1 121,2 4 1,-3-2 0,3 4 272,-2-1-326,5 5 0,-8-3 62,7 6 1,-3 1 0,5 4 209,-3 5-481,-6 2 1,4 3 0,-6-1-599,4 0 1,-4 0-151,4 0-45,-3 1 551,-2-7 0,1-2 0,4-6-39,5 0 229,-4-6 0,6-2 0,-2-7 189,3 1 0,1 0 0,0 0 1,0 1 562,0 4-601,1-4 1,-6 11 0,1-4 192,1 0 0,1 6 0,1 0 1163,-4 8-1013,-2-2 1,-6 7 0,3-4-95,0 4 1,1 1 0,-5 0-1,0 0 207,0 1-1841,0-7-1211,0 4 455,-6-4 563,4 0 1,-11-2 1477,4-6 0,-19-27 0,-7-15 0,-4-2 0,0 1 0</inkml:trace>
  <inkml:trace contextRef="#ctx0" brushRef="#br0" timeOffset="41">21910 10520 8001,'0'-14'891,"0"0"0,0-5 0,0 0 2252,0 1-1666,0 3 0,0 5 0,0-1 0,2-3 502,2-3-2088,4-2 0,2 4-1552,-1 1 1,-4 6-964,4 3 2332,1 10 292,-2 3 0,-2 38 0,-6 8 0</inkml:trace>
  <inkml:trace contextRef="#ctx0" brushRef="#br0" timeOffset="42">7465 3227 8054,'0'-8'92,"-7"2"0,6 0 671,-4-4-194,4 4 0,1-2 0,-2 5 0,-1-4 717,-2 0 1,-1 3-550,1 0-508,3 8 0,-4 6 0,6 7 0,0 4 0,0 1 675,0 3-810,0 2 1,0 1-1,0 1-3,0-1 0,0 2 0,0 0 1,0 0-206,0-3-317,0-2 1,0-1 0,0-2-23,0-1 0,0-2 1,0-5-576,0 0-604,0-6 1,-1 3-941,-4-6 2253,3-7 1,-4-2 0,6-9 0,1-4 318,4-4 0,22-53 0,-8 28 0,0 0 0</inkml:trace>
  <inkml:trace contextRef="#ctx0" brushRef="#br0" timeOffset="43">7479 3398 8054,'-8'-22'97,"-5"1"1,6 2-1,-8-1 1042,1-3-730,0 6 0,1-3 0,2 5 788,2 1 0,6 5 145,-2-1-1120,10 7 1,10-3 0,14 6 45,7 0 1,5 0 0,0 0 0,-1 0 515,-2 0-733,0 0 0,3 6 0,-3 3-41,-5 4 0,-5 3 0,-4 1 0,-5 4-251,-3 1 196,-2-5 1,-6 10 0,-4-3-32,-2 3 0,-8 1 0,-4 1 0,-2-1-164,-3 0 227,-5-5 1,-2 3 0,-7-3-112,1-1 0,4-3 0,0-8 1,1-2-439,1 2 407,-5-4 1,11 0 0,-3-3-16,3 0 1,2 1-110,0-5 355,6 0-290,2 0 221,6 0 0,1 0 1,4 0-1,6-2 305,6-2-224,-1 2 0,6-6 0,-4 4-22,1-6-217,6 4 1,-3-7 0,6 2 0,1-5 0,1-4-481,3-2 562,-3 4 1,10-9 0,-7 4 177,-2-4 1,-7 5 0,-5 3-1,-3 3 214,-2 2 754,-6 6-495,-2 2-451,-6 6 1,-1 1 0,-2 4 0,-4 4 829,-1 4-758,-1 1 1,-1 5 0,2 0 56,2-2-254,1-1 0,1 3 1,-1 0-1,2-1-1061,1-3 835,2 0 0,2-3 1,2-2-1012,6-6 993,3-2 1,2-2 0,3-2 0,2-2 0,2-6-1015,4-2 1330,1-3 1,1-4 0,-1-1 237,-3-2-155,2 4 1,-5-2 0,3 7-1,-5 4 1,-5 2 737,-5 1-531,4 4 0,-5-4 0,4 8 325,-2 2-454,3 4 0,-10 7 1,5-1-1,-2 0 1,-3 2 462,-1 3-707,-2-3 0,0 4 1,0-4-237,0 3 76,0-3 1,-7 4-1,-2-6 1,-4-1-1152,-1-3 1067,0 2 0,0-10 1,-1 2-913,1-2 657,0-2 1,4 0-471,1 0 722,6-6 1,-3 3 0,7-7-171,4-1 284,9-2 0,3-6 0,9-1 1,2-1-1,4-1-553,-1 0 345,-1-8 0,4-1 0,0-7-341,3-2 584,-6 5 0,-1-4 1,-9 6-1,-4 3 1,-6 3 328,-3 3-84,-3 7 0,-7 1 0,-2 8-154,-6 2 486,4 1 1,-7 5 0,4 2-1,-2 2 1,-1 7 1170,3 7-1269,0-2 0,-1 10 0,2-2 1131,2 3-1071,1 1 1,4 2 0,-3 2-1,0 1 1,0-3 1563,3-5-1767,1 2 1,0-5 0,0 7 26,0-1-311,0-6 1,5-1-1,-1-7 1,1 0-465,1 1-1358,-4-7 1,6-2-2087,-3-6 3036,-4 0 0,6-2 1,-7-2 922,0-6 0,-5-36 0,-3-15 0,0-6 0,0 1 0</inkml:trace>
  <inkml:trace contextRef="#ctx0" brushRef="#br0" timeOffset="44">8460 3327 8118,'0'8'-258,"2"-2"2529,2-6-1620,-2 6 1,6-4-133,-3 2 0,2-2 0,8 0 1,-1 1 978,0 2-1395,7-1 0,-4-4 0,5 0-261,-1 0 63,4 0 1,-8 0 0,5 0 0,1 0 0,-3 0-823,1 0 845,-2 0 1,-5 0 0,-2 2-346,-2 3 446,3-4 1,-10 12 0,5-4 0,-2 4 669,-3 1-151,-1 0 0,-2 1 0,0 0 984,0 4-1167,0-3 1,-2 3 0,-1-8 0,-3-1 570,-2 1-993,5-5 0,-4 2 1,6-5 317,-4 2 2,3 0 1,-4-7-376,6-3-191,0-3 0,0-6-233,0 0 355,0 0 1,0 4 0,0 1 0,0-2-191,0-2 285,0 5 1,2-3-198,2 6 161,-2-6 1,6 8 127,-3-6-35,-4 5 0,10-3 204,-6 2-231,0 3 0,1-4 0,2 4 0,1-1-104,1-2 61,-7 1 1,10-1 94,-4 0 14,4-6 1,-4 10 0,-1-6 0,0 3-1,0-1 288,3 2 30,-5 1-235,7-4-896,-5 4 0,1-4-1903,1 6 1821,-7 0 0,3 1-652,-6 4 873,0-3 0,2 9 1,1-5 663,2 2 0,-1 8 0,-4 6 0</inkml:trace>
  <inkml:trace contextRef="#ctx0" brushRef="#br0" timeOffset="45">9128 3341 8118,'0'-14'3393,"0"4"-1973,0 1 2098,0 6-1470,0-10-3,0 11-1245,0-4-472,0 12 0,0 2 0,0 8 0,0 1 0,0 2 39,0-1-396,0-2 1,0 2 0,0 1-762,0-1-135,0-2 1,0-2-1,0 0 1,0 0-3219,0 0 1592,0-6-1206,0 5 3757,0-11 0,13-66 0,-5 21 0,0 0 0</inkml:trace>
  <inkml:trace contextRef="#ctx0" brushRef="#br0" timeOffset="46">9341 3071 8133,'0'-14'2696,"0"4"-70,0 1-1791,0 5 1,0-8 931,0 2-711,0 4-441,0 0-1176,0 6 0,0 1 480,0 4 101,0 3 1,2 8 0,1 1-430,2 2 287,0 6 0,-5-3 0,0 7 0,0-1 0,0 1-200,0-1 290,0 1 0,0-1 1,0 0-316,0 1 295,0-1 1,0 1 0,0-2 0,0-4-515,0-4 483,0-3 0,0-6 164,0-1-57,0-6 0,0 2 0,1-10 0,2-4 0,2-6-154,-2-4 8,5 4 0,0-11 0,6 6 8,1-2 142,-1 4 0,0-2 0,0 6 0,0-1 0,1 3 36,-1 2 36,0 4 0,0 6 1,1 0 330,-1 0-239,0 0 1,-1 6-1,-2 4 1,-2 2 0,1 3 587,-2-1-617,-2 6 1,-6-2 0,0 4 290,0-2-479,0-1 0,-6 0 0,-4 0 0,-4-1 0,-4-3-838,0 0 628,-8-7 0,10 3 0,-4-5-552,-1 2 621,6-5 0,-6 3 1,7-6-1,0 0-589,-1 0 1005,7 0 257,2-6-2,6 4 201,0-10-562,0 10 1,2-4 42,2 6-177,4 0 1,2 0-1,-1 0 1,2 0-1,2-2-367,1-2 120,7 2 1,-5-6 0,4 5-411,1-2 567,-6-6 1,8 3-1,-6-6 1,3 0-1,3-2 313,2-3-238,-5 3 0,1-9 0,-7 6 188,0 2 0,-1-1 1,-2 2-1,-3 1 234,-2 2-146,-1 8-14,-5-1-142,0 6 0,0 6 0,0 5 0,0 5 0,0 5 354,0 1-359,0-5 1,0 8-1,0-6 620,0-1-746,0-2 0,2 3 1,2 0-1,6-4-1452,2-4 1232,3-4 0,4-7 0,0 0-237,-2 0 0,-1-7 294,-2-2 0,5-8 0,0-4 0,-2 0-370,-1 1 772,-8-5 0,3 7 1,-5-4 127,2 2 1,-5 1 799,2 4-381,-3 8-579,-2 0 0,-2 18 0,-1 3 655,-2 2-628,1 0 1,4-2 0,0 1 508,0-1-737,0 6 0,4-9 0,3 4 0,0-3 0,5-1-692,0-1 635,2 2 1,2-10-1,2 3-883,1-4 679,6-1 0,-3-6 0,6-5 0,1-5 0,-2-4-950,-4-3 1041,4 0 1,-6-10-1,2-2-344,-4-2 536,-3 0 0,-3 0 1,-4 4-1,-4 5 1,-3 4 131,-2 5 623,0 3-46,0 8 1,-5 4-136,0 8-358,-6 4 1,9 6 0,-4 2 188,0 3 157,4-3 0,-4 11 1,6-5-1,0 2 0,0-1 1230,0 3-1690,0-6 1,0 5 0,0-6 358,0-1-526,6 4 0,-3-6 0,5 3 0,0-5 0,0-3-234,3-2 237,2-6 0,1 4 0,2-7-207,3 0 0,1-7 1,6-2-1,-3-5-427,3-5 580,0 3 0,-3-11 0,-3 5-117,1 0 35,-6-5 0,1 11 1,-8-3-1,-2 4-289,-2 0 308,-3 7 0,-2 2 0,-4 6-978,-5 0 999,-2 6 0,-2 4 0,-1 7 1,1 2-1,1 0-131,4 2 347,-4-5 1,12 4-1,-4-6 268,3 1 0,2-1 0,0 0 0,2 0 548,3 0-742,3 1 0,6-8 0,2 0 47,3-1-303,3-4 1,11 4 0,0-8 0,-1-2 0,-4-6-808,-4-2 656,3-3 1,-5 0-1,6-3-985,1-1 995,-1-6 0,-6 9 0,-1-4 0,-2 2 0,0 2-678,-2 4 908,-7 7 127,2-1 11,-10 6 0,4 1 383,-6 4-242,0-3 1,0 6 36,0-4 1352,0-2-339,0 4-617,0-6-458,0 0 0,-2 5-416,-2 0 57,2-1 0,-10-2 0,2 1 86,-3 2-193,-1 6 0,2-3 0,0 6 1,3-1-1,0-2-538,1-2 679,-5 1 1,11 4 0,-4-1-121,0-4 258,4 4 1,-3-5 0,10 4 385,5-2-428,2-4 1,7-8 0,2-1 30,1-1 1,0-8-1,3 1 1,-3-4-463,-1-4 195,4-7 0,-7 0 0,4-9-611,-2-2 601,-1 0 0,-9-5 0,-2 3 0,-2 4 1,-3 5-41,-1 8 180,-2 5 0,-2 9-335,-3 3 511,-3 16 1,-6 0 0,0 14 0,0 4 0,0 4 2541,-1 3-2087,7-4 1,-3 3 0,7-7 980,1 1-1275,1-1 0,4-1 0,2-3 0,6-5 1,2-5 428,3-5-1056,5 4 1,-3-12-1,6 4 190,-3-3-1003,5-9 0,-2-2 0,3-10 0,0-5 0,-4-4-4281,-2-5 5488,-7-4 0,-32-12 0,-13-7 0,-3-5 0,-1 0 0</inkml:trace>
  <inkml:trace contextRef="#ctx0" brushRef="#br0" timeOffset="47">10237 3241 8071,'-14'7'4317,"6"-6"-2546,-5 6-1659,12-1 1,-2-5 0,11 4 0,7-5 257,6-5-1023,3 4 1,3-12 0,-2 5-370,-2 0 1,-5-3 0,1 5 0,-5-2 1021,-4-3 0,-10-14 0,-8-5 0</inkml:trace>
  <inkml:trace contextRef="#ctx0" brushRef="#br0" timeOffset="48">11858 3312 7981,'-9'-4'988,"1"-3"1,0 1 1721,0 0 418,5 1-1363,-10-1-1526,11 10 0,-2-2 1,7 12-1,2 0 1,-1 1 843,3-1-1075,-6 0 0,7 0 1,-5 2-1,2 1 0,-2 2-291,-1-1 128,4-2 0,-4-7 0,2 1-1715,-2 1 1022,-2-5 0,6 5-861,4-6 1451,2-7 1,3-6-1,-3-8 329,-2-3 0,2 2 0,-2-7 0,3-1 147,1-2-143,-6-1 0,3 6 0,-7 3 884,0 3-666,-3 2 1,1 1 53,3 4-340,-4 2 0,5 14 1,-6 2 110,0 4-122,0 1 1,0 0 0,0 0-1,0 1 1,2-3-102,3-2-166,3 2 1,11-10 0,1 3 8,2-4 0,-3-1 0,3 0 0,0-1-382,1-4 652,-6-3 1,8-6 743,-6 0-433,0-1 0,-9 1 0,-2 0 0,-2 0 824,-3 0-913,-1-1 1,-4 7 0,-3 4 249,-4 2-502,2 2 1,-5 0 0,2 2 0,-2 2 0,-3 6-368,1 3 277,0 1 1,1 5-1,4 1-29,4 2 0,-1-4 0,1 2 0,2-1-23,1 0 63,2 0 1,2-5-1,4 1 21,9-1-29,-1 0 1,13-6-1,-4-3 1,4-4 0,2-1-759,-1 0 718,0-6 1,-1-2-1,-1-6-171,-3 0 568,-5-1 0,1 1 0,-8 0 0,-3 0 277,-2 0-310,-1-1 1,-5 6 691,0-1-593,0 7 0,-2-3-59,-3 6-187,4 6 0,-10 2 0,6 6 602,2 1-577,-5-1 1,6 0 0,-2 0 0,2 0 0,0 1 269,-2-1-401,2 0 1,-4 0 366,6 0-717,0-6 1,0 0 324,0-3-257,0-10 1,1 4-1,2-15-228,2-3 448,6-3 1,-3-7 0,5 1 0,-2 0-1,-2 1 129,2 3-93,2 3 1,1 2 0,0 2-110,1 4 49,-7-1 0,4 13 0,-2-4 0,2 3 1,3 2-825,-1 0 706,-6 0 0,4 7 0,-4 2-1847,0 4 1658,5 1 0,-10 0 0,5 2 0,-2 1 431,-3 2 0,-1 0 0,-2-4 0</inkml:trace>
  <inkml:trace contextRef="#ctx0" brushRef="#br0" timeOffset="49">12839 3341 8069,'14'-14'-721,"-4"-1"5029,-1 1-3820,-6 0 0,5 1 0,-5 2 0,4 2 1,-1-2 997,0-2-1279,-1-1 0,0 0 0,1-1 50,2 1 0,-5 5 146,2-1-223,-3 7-305,-2-3 1,-2 7 0,-1 4 0,-3 5-425,-2 2 495,-2 2 1,-4 5 0,0 2-260,-1 1 267,8-5 0,-4 9 0,6-7 0,0-2 0,0-1-435,1-2 388,-1 0 1,5 1 0,1-1 363,4 0-219,3-6 1,6 3-1,0-5 1,1 1 247,-1-1-138,0-1 1,0-5-12,1 0 91,-8 0 0,0 1 0,-9 2 1,-3 2 250,-4-2-786,-4 5 0,-1-5 0,0 5 10,0-1-156,-1-3 1,3-2 0,1 1-502,1 2 739,7-1 1,-8-5 0,6-4-488,2-4 531,8-4 0,3-1 0,8-2 0,1-1 0,4-4-143,1-1 255,-5 5 0,10-9 0,-5 7 235,0 2 0,3 1 1,-6 2-1,-1 1 999,-2 4-905,-2-4 1,0 12 100,0-4 0,-1 5 1,-4 5 560,-4 4-589,3 4 0,-6 1 1,2 0 484,-2 0-721,-2 7 1,0-5 0,0 3 0,0-3 0,0-2-477,0 0 122,6 0 1,-4-4-1410,2-1 1336,4 1 1,-4-3 0,5-2 0,2-3 0,0-4-781,-1-3 904,2-2 0,1-9 0,6-2 196,-2-1-89,5-6 1,-6 9 0,3-3-1,-3 4 174,-2 0 368,0 1 0,-4 6 872,-1 4-385,-6 2-693,10 8 0,-11 4 0,2 7 1085,-2 2-1116,-2 0 1,5-5 0,1 1 0,2-1 0,1 0 539,-1 0-913,5 0 0,-4-1 0,9-4-549,1-4 582,6 3 0,-3-6 0,5 2 0,-2-4 0,-3-4-191,-1-6 219,4-2 1,-9-7-1,3-2-75,-3-1 113,-2-2 1,-5 1 0,-1 0 0,-1 3-1,-4 3 193,-2 1-234,-7 8 0,-3-3 0,-9 6-315,-1 2 293,-6 1 1,3 4-1,-7 3 1,3 4 0,2 2-297,5-1 355,-3 2 0,8-4 1,-2 6-27,5 1-206,1-7 0,1 3 0,1-5-898,2 2 1108,1-5 0,11 3 1,5-6 167,7 0-112,4 0 0,11-6 0,0-4 1,-1-1-1,-1 0-155,2 2 520,-3 6 0,5-8 0,-6 6 95,-1 2-8,-6 1 1,3 2 0,-6 2 0,-3 3 0,-3 2 1022,-4 1-1353,-5 5 1,2-5 0,-6 6 404,0 0-513,0 1 1,0-6-1,-2-1-1212,-2-2 1010,2-1 0,-6-5 0,5-2-774,-2-2 616,0-4 0,7-6 1,1-2-1,3-2 0,2-1-777,3 2 1071,2 1 0,-3 2 1,-1 1 783,2 4-592,2 3 1,1 6-1,0 0 1,0 0 0,1 0 2548,-1 0-2083,0 6 0,0 2 0,2 6 778,3 0-1310,-3 0 1,4-1 0,-5-2-1,0-3 1,3-2-458,1-3-233,6-1 1,-8-2 0,7-2 91,1-2-119,2-4 0,-3-11 0,-2-2 0,-2 1 0,-4-2-4176,-5 0 4833,2 4 0,-43-21 0,-3 1 0</inkml:trace>
  <inkml:trace contextRef="#ctx0" brushRef="#br0" timeOffset="50">14901 3284 7895,'-8'-14'517,"-5"6"0,10-3 0,-7 6 0,-1 2 0,-1 1 0,-2 2 2415,-1 0-2569,1 7 0,0 2 0,0 9 0,1 0 0,2 0 0,3-2 0,2-1-42,3 4 0,1-8 1,4 4-1,2-4-348,6-3-253,9-2 0,4-6 1,9-2 49,1-2 1,5-4 0,-5-8-1,-1-3-617,-2-5 682,-2-3 0,-1-1 1,-3 0 235,-5-1-15,-3 1 0,-8-2 1,-4-2-1,-4 0 1,-4 4 503,-6 3-364,-9 14 0,-3-7 0,-6 14 305,-1 0-466,1 9 0,-1 5 1,1 9-1,1 3 1,3 1 78,5 1-246,4 0 0,5 4 0,2 1 52,2-1-130,1-6 1,16-1-1,5-7 1,6-1-1,8-4-858,6-4 929,6-4 1,0-2 0,1-4-193,-1-4 288,1-10 0,-5-2 1,-3-4-1,-4 1 1,-5-1 261,-4-2-132,-3-1 0,-7-1 1,-2 2 683,-5 4-523,-4-4 0,-7 9 0,-4-4 0,-4 3 540,-5 7-710,3 4 1,-4 16 0,6 6 49,-1 8-64,1 11 0,0 4 0,0 7 0,1 3 0,2 5 204,2 4 119,5 0 0,-7 6 1,7 1 206,0 2-573,-3-5 0,5 6 0,-4-9 1,1-8-1,-1-9-626,-2-12 673,5-6 0,-5-14 159,3-3-4,3-10 1,-9-4 0,7-10-1,-1-5 1,0-4-560,0-6 77,1-2 1,4-7 0,1-1-467,4-3 305,3 3 0,11-1 0,1 9 0,2 1 0,5 4-2289,5 1 2198,4 1 1,8 12-1,4 4-2382,4 5 2893,-3 10 0,6 31 0,-4 13 0</inkml:trace>
  <inkml:trace contextRef="#ctx0" brushRef="#br0" timeOffset="51">27085 10236 8070,'0'-14'350,"0"-7"1,-4 5-1,-1-3 2875,2 4-988,-5 0-1886,6 7 1,-4 5 0,6 13 0,0 9 0,0 6 0,-2 5 442,-3 3 0,4 3 1,-5 7-1,1 0 95,0-1-632,0 1 1,1 0 0,-1-1 329,2 1-521,-5 6 0,6-10 0,-4 3 0,1-5 1,0-2 112,2 0-335,2-2 0,1-11 0,0-3 0,0-3-700,0-2 522,0 0 171,0-6 0,0-3 0,1-10 805,4-4-704,-3-4 0,4-1 1,-6 0-678,0 0 0,0-1 0,0 1 0,0 0-1818,0 0 1550,0-1 1,0 6 0,0 0-245,0-3 1,0 5-144,0-3 554,-6 1 1,2 1 839,-5 3 0,-1 29 0,-4 7 0</inkml:trace>
  <inkml:trace contextRef="#ctx0" brushRef="#br0" timeOffset="52">26829 10847 8070,'-8'-14'209,"-3"-7"0,7-1 1,0-1 366,3-1 1,-1 6-1,-1 0 1,-2 2 2236,2 2-1444,2 6-890,1 1 0,6 10 1,2 5 992,0 7-1183,4 8 0,-5-1 1,4 7-55,-2-1 1,1-4-1,2 0 1,-1 1 267,-1 2-489,-1-5 0,6-2 0,-1-5-141,0-1-57,7 0 0,-6-4 0,6-3 0,-2 0 0,1-6-389,3-4 475,-6-5 1,8-8-1,-6-2-124,-1-6 278,-3 3 0,-5-4 1,-1 5-1,1-1 1218,-2 0-772,-2 2-745,-6 12 104,0 0 0,-6 7 0,-5 2 0,-5 3 0,-5 6-825,-1 6-749,-2-1 1,1 4-1,1-4 1713,1 3 0,-11 3 0,-5 3 0,-2 5 0,0 1 0</inkml:trace>
  <inkml:trace contextRef="#ctx0" brushRef="#br0" timeOffset="53">25777 11800 7965,'-8'-7'234,"-4"-1"1,2-6-1,-2 0 1,-3 0 1310,1 0-1205,0 6 1,0-5 0,-1 4 0,1-3 0,0 3-1,0 4 1497,0 4-1660,-1 1 1,1 0 0,0 1-1,0 4 1,0 4 0,-1 6-1,1 4 907,0 4-833,6 4 0,-3-3 1,5 0-189,-2 1 1,5-3 0,-2 0 0,3-1-687,2-4 395,0-1 1,3-7 0,5-1-317,6-2 0,10-2 0,0-9 0,3-5-742,1-2 1051,1-9 1,-1 4-1,0-7 96,1-1 295,-7 4 1,3-4 0,-6 6 0,-3 2 0,-3 1 1130,-4 2-536,-6 6-254,4-5-269,-14 18 1,-1-2-1,-6 16 1,0 5-1,1 3 1172,4 1-1120,-4 0 1,12 1 0,-4-1 117,3 1-359,2-1 1,0-6 0,2-3 0,3-3 0,6-2-214,6 1 89,-1-8 0,11 0 1,-4-9 190,4-3-424,2-2 0,5-14 0,3-3 0,1-4 0,-2-4-1258,-1-1 1311,4-6 1,-10 1 0,-1-8-634,-7-1 730,-5-1 1,-9 1-1,-2-1 1,-5 1 0,-5 1-288,-4 3 400,-4 4 1,-1 17 0,0 5 629,0 5-439,-1 6 0,1 6 0,2 2 1,1 4-1,1 7 1261,-1 4-1154,-2 8 1,-1-1-1,1 8 976,4 1-862,-4 6 0,10-4 1,-5 5-1,2-4 1,3-1 1085,1-4-1196,2 6 1,2-3 0,3 4 217,4-5-568,4-3 1,1-6 0,2-2 0,1-1 0,4-6-693,1-3 505,1-6 1,6-6 0,-1 0-885,1 0 898,-1-6 1,1-4 0,-1-7-1,0-4 1,1-3-779,-1-6 920,1 2 1,-2-7-1,-4 7 52,-4-1 323,-9 1 1,1 1 0,-6 3 1035,-2 5-1047,-8 10 0,-3 3 0,-8 6 432,-3 0-545,4 6 1,-8 7-1,6 6 1,-2-2-1,3-1 622,5-2-871,-1 0 0,10 0 1,-3 1 133,4-1-247,1 0 1,3 0 0,5 0 0,8-1 0,4-2-519,5-1 692,2-7 1,-3 8 0,0-6-148,1-2 213,2-2 0,-5 4 0,-3 1 1,-3 1 507,-2-1-244,0 5 0,-6-8 619,-3 7-588,-4-1 1,-1 1 0,-1-2-353,-4-2-140,3-1-302,-4 1 399,6-4 1,6 4 0,4-6 0,2-2 0,4-1-847,3-2 764,3-6 0,7 3 0,-1-6-262,1 0 396,-1-7 0,5 1 0,0-5 0,-3 1 0,-3-1-101,-3-2 371,-7-2 1,4 7 0,-8 3 8,-4 4-81,-3 0 1,-7 3 0,-4 2-1,-6 5 1,-6 4 509,-7 1-618,-3 0 0,-1 11 0,-1 3 172,1 2-86,6 6 1,-4-5 0,7 6 0,4-3-1,2-1-381,3 2 170,7-6 1,-1 8 0,8-6-357,6 2 190,9 0 1,9-7 0,10-1 0,3-3 0,2-1-962,-1-4 1051,1-2 0,0-7 1,-1-3 54,1-4 109,-7-8 1,4 4-1,-7-7 1,-3 1-1,-3 1 476,-3 3-232,-13 3 0,8 2 1,-11-1 397,-1 1-239,0 6 0,-9 2 597,-3 6-1001,4 0 322,-12 0-391,12 0 0,-7 5 0,3-1 0,-4 1-224,-4 2 201,-1 0 1,0 3-1,-1-1 59,1 2 47,-6 2 1,2 6 0,-4 0 0,2-2 0,2-1 122,2-2-158,2 1 0,5-1 0,1 0-308,1 0 250,-4 0 0,10 1 0,-2-3 0,6-2 0,6-4-744,4 0 758,7-4 0,3 3 0,3-10-361,-2-4 328,3 2 0,-5-7 0,5 1 0,-2-4 1,-3-2-281,-1-2 566,-2 6 1,-5-4-1,-1 8-35,-4 1 716,-3 7-101,1-10-575,-6 18 0,4-3 178,-10 12-295,4 0 1,-6 0 0,7 1-1,2-3-325,3-2 134,3 2 0,7-10 0,4 3-710,5-4 610,9-1 0,-1 0 0,6 0 0,0-1 0,0-4-778,0-5 819,-7 4 0,4-5 0,-8 5 148,-4-2 143,-2 5 1,-7-8 607,0 6 25,-6 0 0,-3 5 244,-10 0-491,4 0 1,-7 0 186,3 0-984,4 0 18,-12 0 1,5 0-1,-6 0 1,0 0-735,-1 0 797,1 0 1,-5 2 0,-1 2 110,-2 6 108,4 3 0,-4-1 0,5-1 0,-2-1 0,1 1 327,3 1-282,7 3 0,0-6 0,5 1-49,-2 1 54,0-5 1,7 0 0,4-4-1,7 1 1,6 2-243,3-2 170,1-8 0,9-3 0,0-6-10,-1 0-30,-10-7 1,12-1-1,-11-6 1,2-1 0,-2-1 14,-2-3-5,-1-3 1,-6-13 0,-4-2-163,-4 1 316,-3 1 0,-2 12 1,0 6-1,-2 7 417,-3 10-501,-2 6 1,-8 16 0,1 8 540,0 11-343,0 1 0,-1 8 1,3-4-1,1 3 1,3-1 704,2 1-665,1-2 0,5-4 1,0-2 365,0-4-835,6 4 1,2-11-1,8 3 1,3-5 0,4-4-936,4-6 835,2-2 1,-1-2 0,1 0-526,-1 0 565,0-6 1,1-4 0,-1-7 0,-1-2 0,-3 0-391,-5-2 543,-3 6 1,-2-6 0,-1 7 284,-4 0 165,-3-1 1,-7 8 275,-4 2-465,-3 16 1,-5 0-1,2 11 606,2-1-627,6 4 1,-4-8-1,7 5 1,0-1 0,0-4 352,0-1-719,7 5 0,5-10 0,9 1-478,1-4 590,2-3 1,4-5-1,1-2 1,-1-4-1,0-7-523,1-4 635,-1-8 0,-6 7 0,-3-5-44,-3-3 1,-3 6-1,-2 1 1,-3 3-26,-2 2 607,-1 6 1,-7 2-444,-2 6-20,-4 6 0,-2 8 0,1 10 1,-2 4-1,-2 5 1062,-1 5-669,0-3 0,-1 6 1,1-4 377,0-1-835,0 5 0,-1-11 0,1 3 1,-2-3-1,-1-3-6,-2-3-112,0-4 1,10-7-245,-1-4 302,1-2 0,-4-14 0,4-2 1,4-5-1,3-5-984,2-5 795,7-9 1,7 1 0,11-6-1049,7-1 981,4-2 0,7 3 0,-1 1 1,1 3-1,0 4-3161,-1 4 2159,-5 6 1324,4 12 0,-55 21 0,-7 10 0</inkml:trace>
  <inkml:trace contextRef="#ctx0" brushRef="#br0" timeOffset="54">25564 12738 8058,'8'0'3503,"0"-2"-265,-4-2-2641,-2 2 0,4-3 0,-6 10 1,0 6-1,0 5 0,0 4 1,-1 3 1805,-4 2-2348,3 8 0,-10-3 0,4 3 0,-2-1 1,1-1-92,-2 3 1,3-1-197,-1-5 1,5-6 0,0-3 0,0-3-2552,0-2 2165,2-6 0,-4 2 0,7-10 0,4-7-1394,5-4 1461,9-9 1,3-7 0,6-8-162,1-1 654,5-2 0,1-5 0,3 1 1,-5 0-1,-3 6-198,-1 8 2157,-7-1-1373,-8 13-13,-8 2 0,-14 9 1,-6 12-1,-8 5 1,-5 7 1583,-1 4-1936,-7-6 1,5 8 0,-3-6-126,3-2 0,3 4 0,2-2 1,4-2 247,5-1-1232,-1-2 1,11-4 341,-4-1 179,4-6 1,12 9-1,5-8 1,7-1 0,5-1-311,4-2 778,2 6 1,-1-4 0,0 3 357,1-4-87,-7 6 0,3-4 0,-4 5 0,-1 0 1,1-2 494,-4 0-627,-1 5 0,-6-9 0,-3 4 85,0 0 0,4-4-685,-2 3 99,-2-4 1,5-1-338,-2 0 435,2-6 1,-2-2-1,-1-6 1,2-2-1,0-1-286,-1-2 461,3 0 0,-12 5 0,4-1 566,-4 1 9,6 0 1,-6 4 1259,4 1-1486,-3 12 1,-9-4-1,-1 13 163,1 4 0,-4 8 1,4-2-1,1 2 409,0-1-770,-6-5 0,11 7 0,-4-6-108,4-2-222,-6-1 0,6-2 0,-4 0-1014,3 1 1047,2-7 1,2-4-1,1-10-820,2-8 889,6 0 1,-3-13-1,8 3 1,1-3 0,2-1-350,-2-1 471,-1 7 1,-2-3 0,1 6 174,-1 2 0,-5 2 1,1 6 538,1 4-557,1 4 0,-2 2 0,-2 4 523,-2 4-624,5 10 0,-9-3 0,4 5 0,-1-2 0,0 0-7,-2-2-242,5-1 0,-5-2 0,5 0-2,-2 0-256,5-6 0,-8 3 1,7-6-1,-1 0-671,-1 1 1194,5-4 0,-5 4 57,6-6 1,0-5 0,-1-1 367,-4-2-312,4 5 0,-10-10 0,5 4 326,-2-4-548,5-1 0,-8 4 0,5 1 0,0-2 1,-1-2-389,-1-1 437,5 0 1,-8 0-27,7-1-49,-7 7-450,3-4 550,-6 10 0,0 2 1,0 10 239,0 2 0,0 4 1,0 2-1,0 1 485,0-2-592,0 5 0,2-6 0,1 3 171,1-3-390,1-2 1,2 0-1,2 0-85,4 0 157,1-6 0,0-1 0,0-9-167,1-3 107,-1-3 1,5-6 0,0-2 0,-2-1 0,-1-4-488,-2-1 505,0 5 1,-4-10 0,-2 5-23,-2 0 1,-1 1 0,-7 7 0,-3 0-162,-4 0 182,-4 6 0,-7 2 0,-6 6-40,-5 0 87,1 6 1,-5 2 0,7 6 0,-1 0 0,2 0 491,4 1-510,-4 5 0,16-7-779,-3 6 650,9-7 0,0 7 0,10-8 0,6-3 1,6-1-303,7-4 248,9-2 1,-1-5 0,6-3 155,1-1 0,-3-1 1,1-4-1,-2 2 753,-4 2-554,5-1 0,-12-2 0,0 2 976,-7 5 86,-3 4-66,1 1-849,-7 6 0,-2 4 1,-6 7 119,0 2-478,0 0 1,0-5 0,-2 0 0,-1 1-461,-2-1-1807,1-6 1780,4 4 0,1-10 0,4 3-546,4-4 1076,4-1 1,1-5 0,1-1-47,-1-2 185,0 5 1,0-8 0,-1 5 0,-2-1 706,-2 1-595,1 1 0,-1 5 173,1 0-142,-7 0 0,10 0 0,-4 0-202,4 0-102,1 0 0,0 0 1,0 0-15,1 0 1,-1 0-1,0 0 1,0 0 106,0 0 30,1 0 0,-1-4 1,-1-3 14,-4-1-54,4-1 0,-12-5 0,4-1 0,-3 1 1,-4 0-73,-3 0-22,-3 6 0,-6-3 0,-2 6-80,-3 2 82,4 1 0,-11 2 0,7 0 0,2 0-443,1 0 119,8 0-709,-4 0 949,10 0 1,-3 0 0,10 0 0,6 0-1,6 0 175,7 0-131,9 0 0,4-4 0,5-3-28,1-1 170,0 5 1,-7-8 0,-3 6 0,-3 1 0,-1-1 806,-1 0-561,-6 1 1,-6 4 0,-8 1 37,-2 4 1,-1 3 0,-5 6 0,0 0 840,0 0-937,0 1 0,-5 4 0,-1 0-100,-2-2-201,5-1 0,-4-7 0,6-1 1,-2 0-245,-2 0-996,0-5 912,5 3 229,0-6 0,2-6 0,3-3 0,4-6 0,4-2-1028,1-2 1113,0-6 1,2 7-1,1-4-208,2 2 362,0-6 0,-3 11 0,1-4 0,2 4 1,-1 4 997,-2 2-968,-2 6 1,-5-4 0,1 7 385,1 0-186,-5 7 1,5 1-1,-5 7 1,1 3-1,1 1 504,0-2-731,-5 5 1,5-6 0,-5 3-127,2-3-215,6-2 1,-10 0 0,5-1 0,-1-2-1089,0-2-447,0-5 192,-5 2 340,0-6 0,1 0 0,4 0-2400,4 0 475,4 0 3155,1 0 0,26 19 0,6 5 0</inkml:trace>
  <inkml:trace contextRef="#ctx0" brushRef="#br0" timeOffset="55">5204 14074 8081,'-14'-14'-55,"0"0"1,-1 0-1,1-1 1,2 1 469,2 0-284,4 6 1,7 2 0,4 7 0,5 4 0,2 5 101,2 2-196,1 2 1,-1-4 0,2-1 74,3 2 1,-4 2-112,4 1 0,-3 0 0,-2 1 42,1-1-18,-1 0 0,0 0 0,0 1 0,1-1 0,0 0 111,4 0-70,-3 7 1,11-4-1,-5 7 18,0 1-83,5-4 0,-5 5 0,7-2 1,-3 1-1,-2 1 46,-5-3-67,3-5 1,-6 7 0,3-4 8,-3 1 1,3-3 0,0 3 0,0-2-8,1-2 55,-4 4 0,11-2 0,-5 4 189,0-5-216,5 3 0,-7-6 0,6 4 0,-3-1 0,1 2 61,-2 1-67,5-5 0,-11 6 0,4-6 76,1 2-119,-5 6 1,9-9 0,-4 4-1,-1-1 1,1 2-27,-4 1 88,5-5 0,-6 4 0,4-7-14,1 0 1,-4 2-1,5 2 1,-1 1-3,-4-2 19,6-1 0,-6-2 0,5 0 18,-1 0 0,-2-6 0,-5 3 0,-2-4 1,-1-1-1,-1 0 111,1-3-182,-5-1 1,2 3 29,-3-1-518,-4 1-359,6-5 646,-7 0 0,-2 0-487,-3 0 715,-2-6 0,-33-34 0,-6-13 0</inkml:trace>
  <inkml:trace contextRef="#ctx0" brushRef="#br0" timeOffset="56">6683 12880 7811,'0'-14'-126,"0"6"1,1-3 0,3 5 1532,0-2-606,1 5-707,-5-4-82,0 7 62,0 0 1,0 7-55,0 2-15,0-3 1,-2 7 0,-2-4 57,-6 4-64,4-5 1,-7 3 0,5-5 0,-1 1 0,-1 1 25,-1-1-2,5 3 0,-7-1 0,5 1 38,1 1-53,-6-5 1,5 5-1,-6-4 1,0 1-1,-1 1 7,1-1-22,0 5 0,-2-7 1,-1 5-81,-2-2 88,-6 1 0,7 3 0,-4-2 0,0-4 0,1 1-31,1 0 28,-5 2 0,4-1 1,-4-1-5,1-2 5,0-1 1,1 2-1,1 0 1,1 1 0,4-1 4,1-1-3,2 2 1,-1 1 0,1 1-2,0 1-2,0-5 0,0 7 0,-1-4 0,1 4 1,0 1-7,0 0-52,-1 1 1,0-1 0,-3 0-133,-1 0 148,-6 0 1,8 1 0,-5-1 0,-1-1 0,3-2-195,-1-2 190,-4 1 1,9 2-1,-3-1-122,4-1 105,0-7 1,6 5 0,-1-4 100,-1 6-68,5-4 1,0 2 18,6-3 18,0 3 1,-2 1 0,-1 1-1,-3-1-6,-2-1 54,5 5 0,-5-10-42,3 6 1,2-1-26,-7 2 67,7-4 58,-3-6 191,6 0-167,0 0 1,1-6-248,4-4 58,-3 4 0,10-5 1,-2 5-285,2-2 316,9-2 0,0-2 0,4 1 0,-2 1 0,4-1-198,5-2 229,-2-1 0,11 0 0,-3 0-104,3 0 176,8-1 1,-3-4 0,6-1 0,0-2 0,-3-4 366,-6 0-350,-1-3 1,-12-1 0,4-1 27,-4-3-62,-8 1 1,0 6 0,-5 2-1,4 1 1,1 1 430,3 1-416,2-5 0,1 11 1,2-3 227,4 3-216,-4 2 0,14 0 0,-5 1 0,-1 2 0,-1 2 470,-6-3-445,-1 6 0,-3-5 0,-5 5 289,-8-2 115,-6 5 15,-8-10-570,0 12 1,-1-6-411,-4 7 286,3 0 1,-10 0 0,2 2 0,-2 1-342,-3 2 420,-5 6 0,4-5 0,-3 5-79,3-1 133,-4-1 0,-1 5 1,-4 1-1,1-1 1,-1-2 98,-2-2-66,-1 2 0,-2-4 1,-2 7 40,-1-1-40,-7 0 1,4 0 0,-8 2 0,-2 1 0,-1 2-96,1-1 77,2-2 1,-4-7 0,-1 0-33,-1 3 33,4 0 1,2 2 0,7 1 0,3-1-1,0 0-5,0 0 2,10 0 1,-8 1 0,13-1-28,2 0 25,1 0 1,2 1 0,1-1 0,2-2 0,2-1-44,-2-1-13,-8-1 0,3 4 0,-3-2 24,3-1-28,-4-1 1,2 1 0,-4-3-1,2 1 1,2 0-193,2 3 268,2-4 1,0 4 0,1-5-133,4 2 184,-4-5 1,12 5-40,-4-3-19,3-4 44,2 6-19,0-7-192,0 0 0,7 0 75,2 0-1507,4 0 1603,1 6 0,57-11 0,-28 4 0,-1 1 0</inkml:trace>
  <inkml:trace contextRef="#ctx0" brushRef="#br0" timeOffset="57">10195 12354 14354,'0'-14'-981,"0"4"1,0 1-1,0-2 1,0-2-1468,0-1 2265,0 6 1,0-5-1,-2 4 19,-3-4 199,4 5 0,-7 2 1,3 5 502,-4-4-361,-4 3 1,3-4-200,1 6 1,-1 6 0,-4 2-1</inkml:trace>
  <inkml:trace contextRef="#ctx0" brushRef="#br0" timeOffset="58">10010 12255 18920,'8'0'-2535,"3"-2"2005,-7-3-660,7 4 1208,-9-6 1,-15 7 0,-10 0 0</inkml:trace>
  <inkml:trace contextRef="#ctx0" brushRef="#br0" timeOffset="59">9967 12283 18645,'14'-6'-757,"1"-2"1</inkml:trace>
  <inkml:trace contextRef="#ctx0" brushRef="#br0" timeOffset="60">9839 12226 16722,'-28'6'-439,"1"-4"1,2 3-1,1-2 1,-1 0-1,-1 2 1,1 0-570,1 1 972,1-5 1,-1 12-1,0-5 1,1 1-1,-1 1 1,2 1 0,0 0-1,1 0 1,1-1-84,2 1 0,2 1 1,2 4-1,0 1-84,0 2 1,-1 32-1,1 3 1</inkml:trace>
  <inkml:trace contextRef="#ctx0" brushRef="#br0" timeOffset="61">9384 12653 15510,'29'14'-360,"-1"0"1,7-4-1,3-1-392,3 2 780,1 2 1,7 1 43,4 0 0,14 0 1,6 1-1</inkml:trace>
  <inkml:trace contextRef="#ctx0" brushRef="#br0" timeOffset="62">23758 9013 12806,'-6'-14'-448,"4"0"1,-10 0 0,4-1 0,0 1-1,2 1 1,1 2 327,0 2 173,-6-1 1,8 1 0,-7 0-1,-1-1 1,-1 2 0,-2 3-1,-2 4 551,-3 1-535,3 0 1,-11 0 0,3 0 0,-4 0 0,-5 0 212,-5 0-255,-3 6 1,-2 2-1,1 5-35,-1-4 1,-5 4 0,3-4 0,2 4 383,4 1-248,7 7 0,-8-6 0,7 4-69,2-3 0,2 0 0,4 1 1,1 2-132,-1-1 33,-2-2 0,3 2 0,2 1-5,2-1 1,1-1 0,3 1 0,0 2-219,2 2 164,-3-4 1,15 7-1,-3-5 11,4 2 1,-4-3 0,0 4 0,2-1-226,2 0 213,1-5 0,0 10 0,0-3 31,0 3 0,0-4 0,1-1 0,2 0-276,2 1 234,6 0 1,-8 1-1,7-2 60,1-1 0,-3 2 0,3-2 0,3 1-38,3 3 105,2-4 1,-3 4 0,1-4 9,2 1 1,7-3 0,-4 3-1,1-2 155,1-2-105,-6-3 0,8 1 0,-2 2-2,3 1 1,1-2-1,1-6 1,-1-1 268,1 1-270,5 1 0,-2-2 0,6-2-6,1-2 0,3-1 0,0-4 0,1 2 222,-1 2-208,-5 0 1,2-5 0,-4 0-23,1 0 1,1-2 0,1-1 0,-4-3 230,1-2-223,2-2 0,7-4 0,2 0 5,1 0 1,2 0-1,-3-2 1,3-2 168,1-1-217,-10-6 0,6 9 0,-13-4 16,-2-1 0,-1 4 1,-1-7-1,-2 1 175,-4 0-190,4-3 0,-11 3 0,3-5-20,-3 0 1,-4 4-1,-1 0 1,-3-1-157,-1-2-2,4-1 0,-10-1 0,4 1 100,-3-1 0,-2 1 1,0-1-1,-2-1-239,-3-3 159,-3 3 0,-6-4 0,-2 5 54,-3 1 0,2-2 0,-7-2 0,-1 0-209,-2 6 286,-8-3 0,5 12 1,-6-5 20,-3 1 1,4 2 0,-11 5 0,-1 0 208,-2 0-127,-3 6 0,-5-3 0,0 6-9,0 2 1,0 1 0,0 2-1,0-1 332,0-4-311,1 3 0,3-4 0,3 7-29,1 4 0,-5-3 1,4 4-1,-1 0 186,4 4-220,2 3 0,3 2 1,-1 4-43,1 5 1,0-2 0,5 2-1,3 3-96,4 4 26,2-1 1,-4 10 0,4-7-61,6-1 0,4 2 0,6-1 0,1-1-165,1-2 152,7-2 1,-3 1-1,6-1 11,0 1 1,0-1 0,0 1-1,0-1-351,0 1 326,6-1 1,2 0 0,6 2 87,0 4 1,5-4 0,0 3-1,0-3-96,2-2 129,1 1 0,2 2 0,-1-1 78,3-3 0,0-6 0,4 1 0,2-2 172,1-2-42,7-3 0,-4-2 0,7-2-72,-1-1 1,7-6 0,3 4 0,4-1 300,1-4-281,-1-2 0,3-2 1,1-2-42,2-2 0,-6-6 0,-3 1 0,0-2 242,3-3-215,7-5 0,-5 4 0,2-4-33,-6-1 0,-3 1 1,-6-6-1,3 3 49,-2-3-139,-9-7 1,3 3-1,-5-5 9,1 1 0,5-3 0,3-4 0,-4 2-82,-4 1 36,-3 0 0,-4-5 0,-2 1 15,-4-1 0,-2 5 0,-8 0 0,-4-1-273,-4-2 180,-10-2 0,-4 5 0,-10 2 106,-5 1 1,-9 2 0,-8 3-1,-8-2-120,-8-1 132,-3 0 1,3 6-1,-2 2 8,-2 1 1,-2 7 0,-5-2 0,1 3 55,-1 2-5,5 6 1,-8-3-1,3 6 12,-1 2 0,-1 1 0,10 2 1,-3 2 348,-2 2-340,-1-2 1,-4 12 0,4-1-31,4 4 0,4 4 0,1-2 0,2 4 66,3 4-196,3 2 1,4-1 0,0 1 33,-3-1 1,2 5 0,8 0 0,7 1-94,6 0 43,4 3 0,7 1 0,1-2-1,4-1 0,2 3 0,7-5 0,0-2-309,0-1 262,0 5 0,0-10 0,2 5 63,3 2 0,-2-4 0,6 6 0,1-3-259,-2 2 235,11-3 1,-10 5 0,12-5 88,-1 3 0,2-3 0,7 3 0,-1-4 33,1-5 114,5 2 0,1-5 1,5 3-58,-2-5 1,0-4 0,4 0 0,2-1 209,4 0-132,2-6 1,9-2 0,2-6 18,6 0 0,4 0 0,3-1 1,2-4 352,-2-4-435,-1-4 0,-2-6 1,2-2 71,2-1 0,-7-1 0,2-6 0,-5-1 355,-5-3-402,-2-3 0,-3-7 0,-4 0-62,-8 1 0,-2-6 0,-8-1 1,0-1-9,2-4-124,-12 5 0,3-6 0,-17 3-29,-4-4 0,-5-2 0,-6-2 0,-10 0-401,-11 5 288,-14-2 0,-11 11 0,-10-5 143,30 27 1,-2-1 0,-2 2 0,-1 1-1,-2 2 1,-2 3 0,-4 1 0,0 2-104,-3 1 0,-1 1 43,-6 2 1,-2 3-1,1-1 1,-2 1-1,-4 4 1,0 2 98,0-1 1,0 2-1,1 5 1,1 3-1,-2 0 1,2 3 0,3 1-1,0 3-353,3 0 0,2 3 356,7-1 1,2 2 0,3 4 0,4 3 41,-21 26 0,4-1 0,10 1 0,3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2:28.126"/>
    </inkml:context>
    <inkml:brush xml:id="br0">
      <inkml:brushProperty name="width" value="0.05" units="cm"/>
      <inkml:brushProperty name="height" value="0.05" units="cm"/>
    </inkml:brush>
  </inkml:definitions>
  <inkml:trace contextRef="#ctx0" brushRef="#br0">1 43 24575,'91'-9'0,"0"-1"0,-25 2 0,1 0 0,0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2:29.885"/>
    </inkml:context>
    <inkml:brush xml:id="br0">
      <inkml:brushProperty name="width" value="0.08571" units="cm"/>
      <inkml:brushProperty name="height" value="0.08571" units="cm"/>
    </inkml:brush>
  </inkml:definitions>
  <inkml:trace contextRef="#ctx0" brushRef="#br0">213 2190 7834,'0'-22'19,"0"8"148,0 0 122,0 9 106,0-4 56,0 9 246,0 0-529,0 9 0,0-4-121,0 9 1,0-7 182,0 7-282,0-9-24,0 14 235,0-17 50,0 8-55,10-10 1,-6 0 137,10 0 1,-9-3-186,2-4 0,-2 5 129,2-5-462,-5-5-668,8 0-1203,-10 1 2097,0 1 0,-28 38 0,-8 8 0</inkml:trace>
  <inkml:trace contextRef="#ctx0" brushRef="#br0" timeOffset="2636">192 2211 7856,'0'-21'-475,"0"6"-615,0 1 2159,0 0-617,9-7 1,-4 9 318,9 5-121,-9-5 222,14 10-362,-17-8-32,17 10-6,-17 0-236,8 10 1,-10 2-115,0 9 0,0-5 55,0 6 0,-7-6-119,0 12 1,-7-2 52,6 3 0,-8-3-172,2 9 0,2-7 96,-2 8 1,2-3-114,-2 2 1,-5 6 156,5-6 0,2-2-30,-2 2 1,2-2-26,-2 3 1,-3-3-39,10-5 1,-7-9-108,7 10 0,-7-18-29,7 11-339,0-15 54,7 2 38,0-9 1,0-2-508,0-5 1,2 2 356,5-9 1,-2-3-620,9-11 1166,-9 4 0,23-44 0,10-17 0,-3-3 0,1 1 0</inkml:trace>
  <inkml:trace contextRef="#ctx0" brushRef="#br0" timeOffset="2951">256 2211 7935,'0'-12'1520,"0"3"-648,0-1 37,0 8-224,0-8 153,0 1-355,0 7-259,0-8 1,0 12-1,0 6 0,0-4-54,0 10 1,2 1 26,5 6 1,-5 0-26,5 0 1,5 3-116,2 4 0,-2-2-41,2 10 1,-6-3 57,6 2 1,-7 5-102,7-4 1,-7-3 50,7 2 0,-9-2 22,2 3 0,2 1-34,-1-8 1,1-1-227,-2-7 179,-5 1-242,8-1-342,-1-9 237,-6-3-1012,6-9 780,-9 0 0,0-2-114,0-5 1,2 2 727,6-9 0,-44-57 0,-2-21 0</inkml:trace>
  <inkml:trace contextRef="#ctx0" brushRef="#br0" timeOffset="3144">107 2615 7935,'-12'0'3283,"3"0"-2009,9 0-566,0 9 1,9-7-230,5 5 0,12-4-94,3-3 1,8 0-250,-1 0 1,-3 0-99,2 0 1,-6 0-132,6 0 0,-16 0-689,2 0-1382,-4 0 1039,4 0 1125,-9 0 0,-69-19 0,-26-5 0</inkml:trace>
  <inkml:trace contextRef="#ctx0" brushRef="#br0" timeOffset="3918">1106 1807 7694,'-12'0'880,"2"0"-329,1 0 291,7 0-66,-8 0-138,1 0-464,6 0 0,-6-2 185,9-5-151,0 4-19,0-16 0,2 15-139,5-11 0,5 4 97,9-4 1,10-3-46,5 3 1,6-11-93,8-2 0,6-3 28,15 3 1,7-5-158,-33 12 0,2 0 0,4-1 0,2 1 151,3 0 0,1 0 1,0-4-1,0 0-46,-4 0 0,0 0 1,3-1-1,1 0 31,0 1 1,0 1 0,-1 2-1,-1-1-64,-5-2 0,-1 0 0,-1 3 0,-2-1-10,39-19 0,-2-1-289,-5 1 1,2-1 279,-9 1 0,-10 9 96,-11 5 1,-8 4-1,-6 3 0,2-1 3,-10 1 0,0 2 13,-6 5 0,-8-2 46,0 9 307,0-10 0,7 15-373,1-5 406,-11-5-459,-1 9-173,-10-6-369,0 9-1893,0 0 1888,0 9 574,0-6 0,-19 16 0,-5-8 0</inkml:trace>
  <inkml:trace contextRef="#ctx0" brushRef="#br0" timeOffset="4693">3996 234 7877,'0'-21'-156,"0"7"67,0 0 1,0 7 186,0-7-187,0-1 640,0-6 137,0 0 169,0 0-199,0 9-24,0-7-92,0 17 167,0-8-518,0 10 0,-2 0 135,-6 0-256,6 0 0,-7 10 89,9 4 1,-7 5 7,-1 2 0,1 3-12,7 4 1,-7-2-31,0 9 0,0 1-51,7 6 0,-7-2 12,0-4 0,0 4 18,7-5 0,-2-2-135,-6 3 0,6-10 154,-5 2 1,5-4-175,2-3 1,0 0-479,0 0 203,0-9-61,0-2-219,0-1-1944,0-6 2550,0-13 0,0-42 0,0-26 0</inkml:trace>
  <inkml:trace contextRef="#ctx0" brushRef="#br0" timeOffset="5284">3932 149 7876,'0'-14'102,"0"0"0,-7 7 570,0-7-326,0 9 0,0-7 132,0 5-242,0 5 62,7-8-285,0 10 1,2 0 106,5 0 0,5 0 51,9 0 0,0-2 5,1-5 0,-1 5-200,0-5 1,7 2 34,1-2 0,2 4 83,-3-4 1,-5 5 10,6 2 0,-6-7-15,-1 0 0,-1 0-4,0 7 0,0 0 23,1 0 0,-3 2-7,-5 5 0,2 5 41,-9 9 0,0 0 4,-7 1 1,0-1-91,0 0 1,0 3 1,0 4 1,-9-2-118,-5 9 0,-7-9 65,-8 3 0,3-6-146,-9-1 1,9-1 49,-2 0 1,-3-2-114,2-5 1,1 3 56,7-10 1,2 2-107,5-2-197,-5-4 331,17 6 1,-5-9 150,14 0 1,4-2-52,11-5 1,1 4 146,6-4 0,4 5-14,9 2 0,-6 0 157,-1 0 1,0 2-125,8 5 0,-8-2 59,1 9 1,-13 0 119,-1 8 1,-1-1-71,-7 0 0,-5 0-3,-1 1 1,-8-1-37,-8 0 1,-3 0 73,-11 1 0,1-1-163,0 0 1,-10-2-98,-4-5 1,2 3 94,-3-10 1,1 7-130,-8-7 1,8 0-256,0-7 0,6 0-19,-6 0 0,9 0-175,-2 0 0,4 0-32,3 0 0,6-7-345,1 0 1,10-2 9,-3 2 1,7-3 816,7-4 0,33-43 0,16-2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2:37.037"/>
    </inkml:context>
    <inkml:brush xml:id="br0">
      <inkml:brushProperty name="width" value="0.08571" units="cm"/>
      <inkml:brushProperty name="height" value="0.08571" units="cm"/>
    </inkml:brush>
  </inkml:definitions>
  <inkml:trace contextRef="#ctx0" brushRef="#br0">3507 0 7926,'12'0'903,"6"0"-359,-15 0 123,16 0-4,-17 0-425,17 0 0,-14 8 68,9-1-99,-9 9 1,13-4-2,-3 9 1,3 3-10,4 4 0,-1-2 13,0 10 1,3-1-46,4 7 0,-2 3-37,10 5 1,-1-3 33,7 10 1,1-8 24,0 8 0,-1-7-81,1 6 1,-1-8 9,1 1 1,-8-4-17,0-2 0,-9-8 15,3 0 0,-6-9-74,-1 3 0,1 1 36,5-1 0,-4 6-155,4-7 1,-4 1 12,-3-8 0,-2 0 78,-5 1 1,5-1-38,-5 0 1,-4-7 13,-3 0-43,5-9 21,0 14 12,-1-17 1,1 8-61,-5-10-10,-4 0-147,6 9 184,-9-6 1,0 8-224,0-3-60,0-6 47,0 17 0,2-15 89,5 11 1,-2-8-136,9 7 1,-7-9 124,8 2 1,-11-3-21,3 4 0,-2-6 130,2 5-21,-4-5 0,6 1 100,-9 4 0,2-5-50,6 5 244,-6-4-301,7-3-55,-9 0-15,0 0 1,-37-19 0,-11-5-1</inkml:trace>
  <inkml:trace contextRef="#ctx0" brushRef="#br0" timeOffset="768">5207 1828 7888,'12'-9'1660,"-3"6"-842,-9-16 61,0 17-332,0-17-198,0 17-193,-9-8 0,-3 10-123,-9 0 0,-3 0 102,-4 0 1,4 3-78,-4 4 1,-3 7-27,3 14 1,-8-2-195,8 10 0,-8-1 8,8 8 0,0-1 37,7 1 1,9 1 105,5 6 0,-3-5 124,3 5 1,10-13 244,11-1 1,7-3-112,7 2 1,12-4-81,10-10 0,9-7 17,-2 0 1,4-9 22,3 2 0,7-4 23,0-3 1,-10-3 92,-11-4-333,-6-5 1,-13-2-100,-10 0-322,-9 9-10,-12-4 0,-9 9-589,-5 0 0,-5 0 371,-3 0 1,1 0-339,0 0 1,-10 0 996,-4 0 0,-14 0 0,-9 0 0,-4 0 0,-1 0 0</inkml:trace>
  <inkml:trace contextRef="#ctx0" brushRef="#br0" timeOffset="2052">43 1849 7663,'-12'-11'1709,"2"1"-512,1 1-253,7 6-279,-8-6-267,10 9 54,0-10-106,0 8-174,0-7 0,3 9 15,4 0 1,4 0-29,11 0 1,1 0-175,6 0 0,-3 0 33,9 0 1,10 0-3,12 0 1,6 7 33,8 0 1,0 0-154,14-7 1,-5 0 162,12 0 0,-4 0-94,-3 0 1,-10 0 97,-4 0 0,0 0-19,-7 0 1,-5 0-186,-17 0 0,1 0 88,-1 0 0,8 0 42,-1 0 1,1 0-9,-7 0 1,1 0-12,6 0 1,-5 0 16,4 0 1,-1 0 152,1 0 1,-4 7-147,5 0 1,2 0 1,-3-7 1,1 2 22,-8 6 0,3-6-20,5 5 1,-5-5 2,4-2 0,-2 0-13,3 0 0,-5 0-2,5 0 0,1 0 0,-1 0 0,0 0-3,-8 0 1,8 0 10,-1 0 1,8 0-1,-7 0 1,2 0 8,-3 0 0,-4 0-7,5 0 1,2 0 3,-3 0 0,1 0-3,-8 0 0,1 0 3,-1 0 1,-2 0-3,-4 0 0,4 0-1,-5 0 0,-2 0 1,3 0 1,-1 0-1,8 0 0,-8 0 0,1 0 1,-1 0-2,7 0 1,-1 0 0,-6 0 1,3 0-2,-10 0 1,8 0 0,-8 0 1,7 0 27,-6 0 0,-1 0 4,-7 0 0,-7 0 33,1 0 12,-1 0 32,7 0 1,0 0-35,1 0 1,-1 0 6,0 0 0,-7 0-16,0 0 1,1 0 7,6 0 1,0 0-36,0 0 1,-7 0 0,1 0 1,-8 0 125,7 0-10,-9 0-57,4 0 0,-7 0-87,5 0-15,-4 0 41,6 0-11,-9 0-58,0 0-261,-9 0-161,6 0-627,-6 0-233,0 0 1,-1-2 255,-4-5 0,-5 2-763,5-9 1820,-5 9 0,-59-32 0,-14 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2:40.898"/>
    </inkml:context>
    <inkml:brush xml:id="br0">
      <inkml:brushProperty name="width" value="0.08571" units="cm"/>
      <inkml:brushProperty name="height" value="0.08571" units="cm"/>
    </inkml:brush>
  </inkml:definitions>
  <inkml:trace contextRef="#ctx0" brushRef="#br0">0 83 7860,'0'-14'1160,"0"0"-523,0 0 64,0 2 10,10 3-478,-8 9 0,8 2 142,-10 5 0,0 5-57,0 9 1,0 8-53,0-1 0,0 10-89,0-3 1,0 5 13,0 3 1,-7-1-18,0 1 0,-1-8-14,8 1 0,0-10-220,0 2 0,0 3 135,0-3-399,0 0 191,0-7-59,0-9 248,0-2 0,3-13 14,4-4 0,-2-5-53,9-9 0,-7-9 8,7-6 0,-9-4-121,2-3 1,2-6 138,-2-1 0,0-6-140,-7 6 1,8 0 73,-1 8 1,0 2 28,-7 4-298,0 6-19,0 18 0,0 5 160,0 14 0,7 7 53,0 14 1,0-2-34,-7 10 0,0-1 33,0 8 1,0-3-665,0-5 1,-2 3-7,-5-10 768,4 1 0,-44 1 0,0 3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2:41.730"/>
    </inkml:context>
    <inkml:brush xml:id="br0">
      <inkml:brushProperty name="width" value="0.08571" units="cm"/>
      <inkml:brushProperty name="height" value="0.08571" units="cm"/>
    </inkml:brush>
  </inkml:definitions>
  <inkml:trace contextRef="#ctx0" brushRef="#br0">149 274 7916,'2'-12'-397,"5"5"1687,-4-4-842,6-1 1,-9-2 171,0-1-424,9 11 1,-6-8 142,4 5 174,-5 4 55,-2-6-370,0 9 1,-2 0 222,-5 0-50,4 0 0,-6 9-105,9 6 1,-7 3 36,0 4 0,0-1-28,7 0 0,-7 0-14,0 1 0,0 6-29,7 0 0,-3 8 0,-4-8 0,5 3-68,-5-3 0,4-4-87,3 4 0,0-4-62,0-3 0,0 0 22,0 0 0,0 1-23,0-1 1,0-7 96,0 0-128,0-9 359,0 4 257,0-9-501,0 0 0,0-11-12,0-11 0,0-1-239,0-13 1,0 1 94,0-8 0,3-6-278,4-1 0,-5-9 122,5 3 0,3-3-29,-3 2 0,7 5 87,-7 9 1,7 3-352,-7 5 296,10 4 0,-13 19-151,11 5 1,-11 7 396,3 7 1,-4 12-56,-3 10 0,0 8 322,0-1 0,0 4-139,0 2 1,-3-6-1,-4-1 1,3-2-72,-11 3 1,8 2 130,-7-10 1,7 7-214,-7-6 0,9-1 18,-2-7 0,5-7-309,2 1 0,-7-8-32,0 7-1100,0-9 808,7 4 1,0-11-886,0-5 1490,0 4 0,-57-63 0,21 31 0,1-1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2:43.999"/>
    </inkml:context>
    <inkml:brush xml:id="br0">
      <inkml:brushProperty name="width" value="0.08571" units="cm"/>
      <inkml:brushProperty name="height" value="0.08571" units="cm"/>
    </inkml:brush>
  </inkml:definitions>
  <inkml:trace contextRef="#ctx0" brushRef="#br0">43 76 7852,'12'-9'-548,"-3"6"0,-9-9 896,0 5 1258,10 5-681,-8-7-371,7 9 98,-9 0 443,0 0-730,0 9-149,0 3 1,0 9 7,0 0 1,0-7-101,0 1 1,0-1 0,0 7 0,0 3 15,0 4 1,-2-4-9,-5 4 1,5 3-82,-6-3 1,6 3 72,2-3 1,0-4-143,0 4 0,0-4 114,0-3 0,0 0 0,0 0 1,0-6 22,0-1-7,0-10 361,0 15-335,0-16 1,0 4-30,0-14 0,0-5-47,0-9 0,0-1-156,0 1 1,7-3 135,0-4 1,0-5-127,-7-9 1,3 1 30,4 6 0,-5-5-199,5 4 1,-4-1 73,-3 1 0,0-2 88,0 10 34,0 0-179,0 7-169,0-1 330,0 10 27,0 12 1,0 12 23,0 10 0,0 1-11,0 6 0,0-4 143,0 11 1,-3-10-106,-4 2 0,5 3 201,-5-3 0,4 3 40,3-3 1,0-4 26,0 4 0,0-4-69,0-3 1,-2 0-46,-5 1 0,5-8 30,-6 0 24,6-9-26,2 4-71,0-9-11,0 0 0,0-9-573,0-6 1,0-6-760,0-7 1,0 4 306,0-4 0,0-3-430,0 3 0,0 0 1351,0 6 0,-28 1 0,-8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2:49.967"/>
    </inkml:context>
    <inkml:brush xml:id="br0">
      <inkml:brushProperty name="width" value="0.08571" units="cm"/>
      <inkml:brushProperty name="height" value="0.08571" units="cm"/>
    </inkml:brush>
  </inkml:definitions>
  <inkml:trace contextRef="#ctx0" brushRef="#br0">43 298 7333,'-12'0'946,"-7"0"7,16 0-318,-6 0 87,9 0 205,0 0-651,9 0 0,3 0 0,10 0 0,6 0-24,0 0 1,17 0 90,-2 0 1,16 0-54,4 0 0,4 2-77,10 5 1,4-5-297,11 5 0,-2 3 210,9-3 0,-10 2-163,4-1 1,-16-4 75,-6 10 1,-5-9-154,-2 2 1,-12-4 10,-9-3 0,-1 0-84,-6 0 1,-3 0-127,2 0 42,-9 0-155,5 0 458,-20 0-513,-1 0-36,-10 0-447,-10 0-368,-1 0 1331,-11 0 0,-8 0 0,-3 0 0</inkml:trace>
  <inkml:trace contextRef="#ctx0" brushRef="#br0" timeOffset="1460">2316 21 7521,'-11'-9'964,"1"6"-405,10-6 297,0 9 3205,0 0-3980,0 9 0,0 3 26,0 10 1,0-8 7,0 0 1,0 0-23,0 7 0,0 1-89,0-1 1,0 0 69,0 0 0,-2 8-26,-5-1 0,2 7-38,-9-6 0,9 6 76,-2-7 1,-2 3-3,2-2 0,-8-6 13,8 5-44,0-4 0,7-3-27,0 1-20,-9-11 77,6-1-25,-6-10 87,9 0-81,0 0-27,0-10-41,0 8-27,0-7 13,0 9-45,0 0 35,0-10 63,0 8 3,0-8-18,0 10-81,0 0 46,0-9-28,0 7-42,0-8 66,0 10-5672,0 0 5691,0-9 0,0-22 0,0-14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2:48.410"/>
    </inkml:context>
    <inkml:brush xml:id="br0">
      <inkml:brushProperty name="width" value="0.08571" units="cm"/>
      <inkml:brushProperty name="height" value="0.08571" units="cm"/>
    </inkml:brush>
  </inkml:definitions>
  <inkml:trace contextRef="#ctx0" brushRef="#br0">1 0 7014,'12'0'1236,"-3"0"-734,-9 0 3039,0 0-3441,0 10 1,2-8 103,6 5-88,-6 5 0,10 0-8,-5 9 0,-5-7-88,5 1 0,3-1 70,-3 7 1,7 0-17,-7 0 0,7 1-14,-7-1 1,7 7-81,-6 1 1,8 1 14,-2-1 1,-2 1 4,2 6 1,-7 4-1,7-5 0,1-2 48,6 3 0,-2-3-7,-5 2 0,5-2-65,-5-4 1,-2-6-13,2 6 1,-2-6 62,2-2 1,2 1 2,-8-1 1,6 0 94,-7 0 0,7 1-90,-7-1 0,3-2 7,-3-5 0,-3 5 25,10-5 1,-6 5-2,6 2 0,-2 0-44,2 1 0,5-1-6,-5 0 1,-2 1 11,2-1 0,-2-7 19,2 0 189,5 0-146,-8 8 0,8-8 114,-5 0-142,-4-9 1,-3 6 64,0-4-112,0-4 0,0 9 9,0-5-41,0-5 73,3 17 1,-5-14-203,9 9 79,-10-9-7,6 13 55,-10-15 0,0 9-24,0-5-492,0-5-70,0 8 1,-2-13-306,-6-4 1,4 2 909,-10-9 0,-19-28 0,-12-15 0</inkml:trace>
  <inkml:trace contextRef="#ctx0" brushRef="#br0" timeOffset="550">1297 1488 7812,'-9'-12'-1289,"6"0"1110,-4 5 1229,5 5-346,2-7 139,0 9 1133,0 0-1742,0 9 1,0-4-48,0 9 1,0-7 20,0 7 1,0 0 25,0 8 0,0-1-117,0 0 1,0 7-159,0 1 1,-2-1 125,-5-7 0,4 8-118,-4-1 0,5 3-31,2-3 0,0-4 67,0 4 1,-7-2-45,0 2 0,-1-11 68,8 4 1,3-4-100,4 4 0,-5-7 94,5 0 0,5-9-12,2 2 0,5-5 43,2-2 0,1 0 5,-1 0 1,0 0-72,0 0 0,1 0 4,-1 0 1,0-7-302,0 0 0,1-2 16,-1 2 0,0 4 24,0-4 0,-6 2-424,-1-2-635,0 5 781,7-7 0,-9 6-889,-5-4 1437,5 5 0,-57-45 0,-5-1 0</inkml:trace>
  <inkml:trace contextRef="#ctx0" brushRef="#br0" timeOffset="724">1340 1786 7065,'0'-12'3021,"2"2"-2575,5 10 0,-2 0-374,9 0 0,0 0-104,7 0 1,1 0-72,-1 0 1,0-7-277,0 0 1,1 0-545,-1 7 1,0-2 393,0-5 529,-9 4 0,-2-25 0,-10 4 0</inkml:trace>
  <inkml:trace contextRef="#ctx0" brushRef="#br0" timeOffset="882">1340 1403 7855,'-10'-12'1753,"8"-7"-1571,-8 17 1,13-7-152,4 9 1,5 0 37,9 0 1,3 0-154,4 0 0,3 0-320,4 0 0,3 0 404,-10 0 0,38 18 0,3 6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2:45.508"/>
    </inkml:context>
    <inkml:brush xml:id="br0">
      <inkml:brushProperty name="width" value="0.08571" units="cm"/>
      <inkml:brushProperty name="height" value="0.08571" units="cm"/>
    </inkml:brush>
  </inkml:definitions>
  <inkml:trace contextRef="#ctx0" brushRef="#br0">0 1041 7848,'0'-21'10,"0"7"187,0 0 0,0 7 24,0-7 0,0 6 655,0-6 34,0 10-93,0-6-242,0 10-20,0 0-407,0-9 0,3 6-113,4-4 0,5 5 93,9 2 0,12 0 91,9 0 0,6 0-138,15 0 1,-1 0 75,16 0 1,9 0-329,12 0 0,-4 0 350,-3 0 1,-5 0 45,-2 0 0,-4 0-51,-11 0 0,-15-7 11,-20 0 1,-16 0 24,2 7 147,-14 0-333,3 0-19,-10 0 1,-3 0 335,-4 0-697,5 0-487,-7 0-70,-1 0-778,8 0-120,-8 0 964,1 0 847,-3 0 0,-47 9 0,-10 3 0</inkml:trace>
  <inkml:trace contextRef="#ctx0" brushRef="#br0" timeOffset="1624">680 213 7841,'-2'-33'292,"-5"4"0,5 6 468,-5 1 448,4 11-201,3-8 151,0 16-742,0-6 0,0 11-62,0 5 1,0-2-105,0 9 1,0 3 23,0 11 0,-2-2-1,-5 9 0,4-6-89,-4 6 1,5-7-46,2 8 0,-2-3-3,-5 2 0,4 3-127,-4-9 1,5-1 61,2-7 1,0 0-139,0 1 484,0-1-72,0-9 242,0-3-578,0-28 1,0-4-155,0-20 1,0 1 50,0-1 1,0-7-173,0 1 0,0-8 121,0 8 1,0-1-79,0 8 1,0 9 75,0 4 0,0 6-311,0 1-332,0 10 549,0 3 1,-3 26 93,-4 4 1,5 7-85,-5 1 0,-3 4-174,3 9 1,-7-7-125,7 1 529,-9-1 0,23 46 0,-5 8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2:46.140"/>
    </inkml:context>
    <inkml:brush xml:id="br0">
      <inkml:brushProperty name="width" value="0.08571" units="cm"/>
      <inkml:brushProperty name="height" value="0.08571" units="cm"/>
    </inkml:brush>
  </inkml:definitions>
  <inkml:trace contextRef="#ctx0" brushRef="#br0">43 86 8044,'12'-15'1563,"-5"1"-654,-4 10-370,-3-6 107,0 1 177,0 6-235,0-6-232,0 18 1,0 3-112,0 9 1,0 3 0,0 4 0,0-2-67,0 10 1,-3-1 38,-4 8 1,5-1-1,-5 1 1,2-1-59,-2 1 0,5-1-179,-6 1 1,6-1 53,2 1 1,-7-3-109,0-5 0,0-4-259,7-10 1,0 0-458,0 1-600,0-11 938,0-1 1,0-12-221,0-6 0,0-3-73,0-11 744,0 1 0,4-30 0,1-14 0,1-4 0,0-1 0</inkml:trace>
  <inkml:trace contextRef="#ctx0" brushRef="#br0" timeOffset="318">22 64 7921,'0'-21'1607,"2"2"-217,6 5-290,-6 5-504,17 9 1,-7 0-200,9 0 0,2 2-117,6 5 0,-3 2-88,9 6 1,1 4-28,6-5 0,-7 7-30,1 7 0,-8-4-98,8 4 0,-10-4-63,2-3 1,-4 0 55,-3 1 1,0 1-57,0 6 1,-2-6 47,-5 6 0,3-6 23,-10-2 0,0 1 64,-7-1 0,0 0 5,0 0 1,-2 1 47,-5-1 0,-8 0 12,-13 0 1,2 1-192,-9-1 0,-1 0-36,-6 0 1,-1 1-225,1-1 1,-1-2-149,1-5 1,2 2-391,4-8 0,3-1 269,5-7 1,11 0-1059,-4 0 942,14 0 662,-2 0 0,27-29 0,6-6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3:03.107"/>
    </inkml:context>
    <inkml:brush xml:id="br0">
      <inkml:brushProperty name="width" value="0.08571" units="cm"/>
      <inkml:brushProperty name="height" value="0.08571" units="cm"/>
    </inkml:brush>
  </inkml:definitions>
  <inkml:trace contextRef="#ctx0" brushRef="#br0">95 107 7971,'0'-14'-668,"0"-1"0,7 8 1378,0-7 1,0 7 212,-7-7-190,0 9-173,9-4 281,-6-1-390,6 8-3,-9-8-145,0 20 0,0 4-102,0 14 1,0-4-1,0 4 1,0 3-13,0-3 0,0 8-28,0-8 0,-7 8 5,0-8 0,0 7-5,7-6 0,-7 6-186,0-7 1,0 1 117,7-8 0,0-7-131,0 0 283,0 0 439,0-2-525,0-2-159,0-10 0,0-17 68,0-4 0,-7-14-140,0-1 1,-3-4-221,3-3 0,5 1 160,-5-1 0,4 1-23,3-1 1,0 10-188,0 5-174,0 4 246,0 13 144,0 1 80,0 29 0,0 2 19,0 15 0,0 2 99,0-10 0,-2 7-130,-5-6 1,4 1-366,-4-1 0,3-6-800,-4 6 199,6-6 0,-10-2 1024,5 1 0,14-1 0,-4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3:03.906"/>
    </inkml:context>
    <inkml:brush xml:id="br0">
      <inkml:brushProperty name="width" value="0.08571" units="cm"/>
      <inkml:brushProperty name="height" value="0.08571" units="cm"/>
    </inkml:brush>
  </inkml:definitions>
  <inkml:trace contextRef="#ctx0" brushRef="#br0">128 139 7943,'-10'-21'1307,"8"9"-523,-17-6 259,7 6-654,1 0 0,-6 5 30,10 14 0,0-2 63,7 9 0,0 0-52,0 7 0,0 3-160,0 4 0,-7-4-57,0 4 0,0 5 27,7 3 1,0-3-90,0 2 1,-7-9-104,-1 2 0,1-4 257,7-3-282,0 10 58,0-7 215,0 6-6,0-18-210,0-2-155,0-29 0,3-5 3,4-18 0,-2-1-151,9 1 0,-3-10-4,4-5 0,1 5-178,-9 2 0,3 8 180,-3 6 1,-5 3 78,5 5 0,-4 12-211,-3-6 142,0 15 1,0 7 4,0 14 1,-7 8 144,-1 6 0,-6 3 130,7 4 1,-7 5-158,7-4 1,0 1-16,7-1 1,-7 2 13,0-10 0,0 3-520,7-3 0,-7-12-1987,-1 6 2600,1-6 0,7-13 0,0-6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3:02.005"/>
    </inkml:context>
    <inkml:brush xml:id="br0">
      <inkml:brushProperty name="width" value="0.08571" units="cm"/>
      <inkml:brushProperty name="height" value="0.08571" units="cm"/>
    </inkml:brush>
  </inkml:definitions>
  <inkml:trace contextRef="#ctx0" brushRef="#br0">43 1595 7915,'-12'0'304,"3"0"0,6 7 531,-4 0-238,5 0 389,-7-7-71,9 0 466,0 0-987,0-9 27,0 6 42,0-16-354,9 8 1,3-8 85,9 4 1,0-1-107,1 9 0,1-7-51,6 7 0,-3-10-57,9 3 0,-2-5 36,2-2 0,6 0-75,-6-1 0,5 1 122,3 0 1,4 0 4,-5-1 1,6-6-125,-13 0 0,3-3 112,-3 3 1,5 2-22,-4-10 0,-3 10-69,2-2 1,-2-3-120,3 3 0,11-10 134,-5 3 0,6 4-85,-6 3 1,1 2 93,-1-3 1,8 6-20,-1-6 0,1 6-94,-8 1 0,1 1 111,-1 0 1,1-7 11,-1-1 1,1 1-47,-1 7 1,1-3 2,-1-4 1,1 2-12,-1-10 1,1 10-3,-1-2 0,1 2-15,-1-2 1,8 4 39,0-4 1,-1 4 3,-6 3 1,-1 0 17,1-1 0,6 4 10,1 3 0,0-3 12,-8 3 1,1-1 9,-1 2 0,8-5 12,-1 5 0,-6-3 111,-8 3 0,-9-3 164,2 10-239,-4-9 84,-12 13-197,-3-6-130,-9 9 1,-2 0-455,-5 0-999,4 0 832,-15 0 0,13 7 792,-9 0 0,-29 29 0,-13-1 0</inkml:trace>
  <inkml:trace contextRef="#ctx0" brushRef="#br0" timeOffset="2768">893 596 7924,'12'-9'1048,"-3"6"0,-6-13-82,4 9-265,-5-1 45,8 8-488,-10 0 1,-3 0 27,-4 0 0,2 10-56,-9 4 0,7 5 0,-7 2 0,7 0-91,-7 1 1,2 6-13,-2 0 0,-3 1-78,10-8 1,-7 0 123,7 0 1,-2-2-186,1-4 0,6 3 355,-5-3 56,5-6-161,2 1-119,0-10 1,0-3-167,0-4 1,0-12-82,0-9 0,7-10-111,0 3 0,7-8 81,-7-6 0,7 4-165,-7-5 0,0-2 146,-7 3 0,0 6 5,0 8-297,10 9 82,-8 4 233,8 13 1,-10 21 203,0 9 0,0 10 303,0 11 0,-7 1-116,-1-1 0,1-6 81,7-1 0,-7-9-130,0 2 0,0-4-52,7-3 1,0 0 44,0 1 69,0-10-27,0-3-199,0-9 1,3-9-153,4-6 1,-5-13-46,5-7 0,2 2-214,-1-3 1,6 1-80,-7-8 0,0 3-266,-7 5 0,2 4-449,5 10-292,-4 9 1473,6 2 0,-18 77 0,-3 15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1T03:03:00.932"/>
    </inkml:context>
    <inkml:brush xml:id="br0">
      <inkml:brushProperty name="width" value="0.08571" units="cm"/>
      <inkml:brushProperty name="height" value="0.08571" units="cm"/>
    </inkml:brush>
  </inkml:definitions>
  <inkml:trace contextRef="#ctx0" brushRef="#br0">106 43 7829,'-11'0'12,"-6"-3"253,10-4 567,-9 5-242,13-8 256,-16 10 48,17 0-519,-8 0 0,13 0-90,4 0 0,5 0-64,9 0 1,0 0-14,0 0 0,1 0-46,-1 0 0,0 0-159,1 0 1,1 0-27,5 0 0,-4 0-222,4 0 0,-4-2-748,-3-5 0,1 4 299,-1-4 1,0 5-48,0 2 0,-7 0 159,1 0 1,-11 2 581,3 5 0,-80 34 0,26-13 0,0 0 0</inkml:trace>
  <inkml:trace contextRef="#ctx0" brushRef="#br0" timeOffset="198">21 276 6838,'-2'29'-425,"-5"-1"2072,5 0-993,-8-6 0,10-8 31,0 0 0,3-9 287,4 2 0,4-5-411,11-2 0,1 0-16,6 0 0,-3 0-207,9 0 1,-7-7-148,8 0 0,-8 0-33,8 7 0,-18-7-120,4 0 1,-13 0-184,5 7-877,-9 0-1933,5 0 2067,-10 0 1,-3 0-1702,-4 0 2589,5 0 0,-64 0 0,-5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280"/>
    </inkml:context>
    <inkml:brush xml:id="br0">
      <inkml:brushProperty name="height" value="0.053" units="cm"/>
      <inkml:brushProperty name="color" value="#FF0000"/>
    </inkml:brush>
    <inkml:brush xml:id="br1">
      <inkml:brushProperty name="width" value="0.05292" units="cm"/>
      <inkml:brushProperty name="height" value="0.05292" units="cm"/>
      <inkml:brushProperty name="color" value="#FF0000"/>
    </inkml:brush>
  </inkml:definitions>
  <inkml:trace contextRef="#ctx0" brushRef="#br0">2261 5317 7769,'0'-8'55,"0"0"1,-2 5-1,-1-3-253,-1-2 206,-1 5 0,3-5 0,-2 5 182,-6-2 0,2 0-136,-1 5 1,-1 0 0,-4 0 0,0 0 16,0 0 0,-5 5 0,-2 1 1,1 0 111,-1 1-135,-4 4 0,3-5 0,-7 5-9,1-1 0,-1 1 0,1 6 1,-1 2 91,1-2-193,0-1 1,1 3-1,3 0 68,5-1 1,-2 2 0,3-1 0,0 0 2,2 2 7,2-6 0,0 12 1,1-5-37,4 0 0,-2 5 0,6-3 0,0 3-5,-1 1 26,4 1 0,-4-1 0,6 1-1,0-1 1,0-4 0,-2-1 0,-1 3 21,-1 0-14,-1 3 0,5-5 1,0-2-3,0-2 1,0 6 0,0-4-1,0 1 16,0 1 67,0-7 1,0 9 0,0-6-10,0 2 1,1 0-1,3 4 1,0-4 187,-1-2-264,5 6 1,-4-6 0,3 4 35,0-5 0,2 1 1,-2 1-1,0-1-93,4 1 58,-4-2 0,5-5 1,-2 0-25,3 1 1,-1-1 0,-1 0 0,-1-1-7,1-4 27,1 4 0,4-10 0,2 5-7,1-2 0,1 4 1,-3-6-1,4 1 1,1 1 3,-4-4 1,7 4 0,-5-6 1,2 0 1,2 0-1,5 0 1,-1 0 2,0 0 45,1 0 0,4-4 0,2-3-46,1-1 0,-4 4 0,1-6 0,-3 1-57,-2 1 60,-6-5 1,5 5-1,-5-4-7,1 2 1,-1-3 0,-5 6 0,2-3-13,-2 1 17,-1-1 1,-2-4 0,1 0 14,-1-1 0,2-3 0,1-1 0,4 0 303,1-2-222,-5-1 0,8-2 1,-4 1 31,1-3 1,-3 1 0,3 0 0,-1 3 149,-4 1-118,-1 2 0,-2 0 0,-1 0-47,-4 2 1,2 1 0,-6 0-1,0-1 223,1-2-247,-4 0 1,4 5-1,-6-2 28,0-3 0,0 2 0,0-7 0,0-1 373,0-2-395,0 5 1,-5-5 0,-1 3 40,-2-3 1,0 0 0,-3 2 0,0 1 211,-5-1-262,2-2 0,-8-1 0,4 1-116,-1 3 1,-4-2 0,2 3-1,-1 0 12,-3-1-25,-2 7 0,-1-4 1,-1 7-64,1 0 1,-1-1 0,1 1 0,-1 0 63,1 0-88,-1 0 0,3 4 0,0 2-74,3 2 1,1 1-1,-4 5 1,3 0-1411,-3 0 1209,-1 6 0,-6 2 0,-2 7-578,-1-1 1,3 6-1,-5 2 979,-1 1 0,-21 3 0,-7-3 0</inkml:trace>
  <inkml:trace contextRef="#ctx0" brushRef="#br0" timeOffset="1">2716 10591 7979,'-8'-14'-450,"-3"5"1,5-1 1536,-2-1-742,5 5 0,-4-2 510,7 3-246,0 3 394,0-4-489,0 6 680,0 0-1045,0 6-143,0-4 1,2 11-37,3-4 1,-4-1-1,4 2 115,-3 1-104,-2 1 1,4-2 0,1-1 34,-2 2 0,-1-3 1,-1 2-1,3 1-15,0 1 9,1 3 0,-5-1 0,2 0 51,2 0-56,-2 0 1,6 1-1,-5-1 1,2 0-1,-2 0 30,-2 0 19,6 1 1,-6 0 0,4 3-18,-3 1 1,2 0 0,1-5 0,-2 0 67,-1 0-78,-2 7 1,0-5 0,0 3-74,0-3 47,0 4 1,0-4 0,0 4 0,0-1 0,0 0 22,0-1-66,0-3 1,0 4 0,0 0 28,0-1 1,0-2 0,0-2 0,0 0-100,0 0 100,0 0 0,0 5 15,0 0 0,0 0 1,0-5-1,0 2 51,0 3-32,0-3 1,0 5-1,0-7 30,0 0 0,0 0 0,0 0 0,0 2 86,0 3-125,0-3 1,0 5 0,0-6 2,0 4 0,0-3 0,0 5 0,0-2 27,0 0-120,0-1 1,0 1 0,0 2 103,0 1-32,0-5 0,0 9 0,0-6 0,0 2 0,0 2-11,0-2 35,0 5 1,0-6 0,0 4 3,0-1 0,0-1 1,1 6-1,3-1 45,0 1-55,1-1 0,-5 0 1,2 1 15,2-1 0,-2 1 0,4 1 1,-1 1 35,0 2-55,0 1 1,-4-6 0,2 1-23,2-1 1,0 2 0,-5 0 0,0 0 8,0-3 6,0-2 0,0 4 1,1-1-5,4 0 0,-3 1 1,2-2-1,-2-2-17,-2-1-15,0-1 0,5 6 0,-1-1-46,0 1 1,-3-1-1,-1 2 1,2 0-82,3-1 181,-4 2 1,5-9 0,-6 7-22,0-1 1,0 4 0,0-2-1,0-3-58,0-1 133,0 1 0,0 2 0,0-1-91,0 1 43,0-1 0,0 0 0,0 1 0,0 1 0,0 1 5,0 3-29,0-8 1,0 3 0,-1-2 10,-4 4 15,4 3 1,-6-6 0,7 0 0,-1 1-1,-3-1 62,0 1-88,-1-1 1,5 1-1,0-1-5,0 0 0,0 1 0,0-1 0,0 1 16,0-1-21,0 1 0,0-1 1,0 0 1,0 1 0,2 4 0,1 0 0,3-1-6,2-2 8,-5-2 0,3 2 1,-4 2 27,3 1 1,-4 5 0,4-5-1,-3 0 157,-2 2-173,0 1 0,0 1 1,0-3 15,0 1 1,0 0 0,0 4 0,0-2 48,0-2-68,0 4 1,0-9-1,0 3-17,0-3 9,0 5 0,4-7 0,1 2 0,-2-4 0,0-1 157,2 2-149,-3 1 1,6-1 0,-5-2 55,2-1 0,1 0 0,-3 4 0,2-1-8,-2-3-35,-1 3 0,-2-10 1,0 5 45,0-1-62,0-2 0,0-4 0,0 3 1,0 1-183,0-2 158,0-7 0,0 2-273,0-2-883,0-4 158,0 0 222,0-6 1,1 0 0,2-1 0,4-2 796,0-2 0,10-46 0,1-23 0,5-1 0,0 0 0</inkml:trace>
  <inkml:trace contextRef="#ctx0" brushRef="#br0" timeOffset="2">2773 10577 8030,'-8'-6'-358,"-5"4"0,10-4 1,-6 6 2130,-2 0-1382,4 0 0,-1-5 0,5-1 502,-1-2-694,-1 5 1,6-4-1,3 6-35,0-4 0,7 3 1,-1-2-1,2 2 92,3 2-224,-1-6 1,0 4 0,2-2 62,3 2 1,-2 2-1,5 0 1,0-2 145,1-2-171,0 2 1,6-4 0,-1 6-93,1 0 0,1 0 1,1 0-1,4 0-176,1 0 159,-4 0 0,7 0 0,-4 0-58,1 0 1,-2 1-1,2 2 1,-1 2-65,-4-2 81,-1-1 1,0-2 0,2 0 39,1 0 0,0 5 1,-3-1-1,2 0-94,1-3 124,0-1 1,0 0 0,2 0 113,2 0-98,-6 0 0,9 0 0,-6 0 0,3 0 0,1 0 31,-2 0-18,-1 0 1,-8 0-1,-2 0-17,-1 0 0,-2 0 0,1 0 0,-2 0 24,-1 0-49,-4 6 0,9-4 1,-4 3 6,1-4 0,2-1 0,4 2 0,2 1-6,3 2 17,4 0 1,1-5 0,0 0-7,1 0 8,2 0 0,2 0 0,0 0 0,-2 0 0,-2 0-9,-1 0 54,0 0 1,3 0 0,-3 0-39,-5 0 1,2 0-1,0 0 1,1 0-8,3 0 3,-4 6 0,5-5 0,-6 4-14,3-3 5,1-2 1,4 0 0,1 0 0,0 0-1,1 0-34,3 0 39,4 0 0,4 0 1,-1 0 31,-2 0 1,0-5 0,5 0-1,0 1 125,0-3-144,-7 6 0,-1-6 1,-6 7 1,0 0 0,4-4 1,0-1-1,-1 2-74,-2 1 71,-7 2 0,8 0 0,-2 0-13,1 0 0,1 0 1,-1 0-1,2-1-30,1-4 27,7 3 0,-5-4 0,4 4 6,0-2 0,-1 2 0,5-3 0,-2 2-3,-3-2 10,3 4 0,-10-5 0,2 6 2,-3 0-27,5 0 1,-5 0 0,5 0 0,-1 0 0,-1 0-95,-1 0 103,4 0 0,-5 0 0,2 0 2,-3 0 1,-3 0-1,0 0 1,1 0-28,2 0 49,-5 0 1,2 0-1,-3 0-40,3 0 37,8 0 0,-9 0 0,2 0 0,0 0 0,-1 0-6,1 0 0,1 0 0,0 0 1,-1 1-5,1 4 1,4-4 0,4 4 0,3-3 0,4-2-22,2 0 0,-3 0 0,1 0-8,4 0 0,-4-5 0,4 0 0,-4 2-14,-1 2 38,0 1 0,0-5 0,-2 0 11,-3 2-8,-3 1 1,-7 2-1,-3 0 1,-1-1 0,0-2-10,-2-2-4,-1 0 1,-7 5 0,1 0-9,-1 0 0,1 0 1,-1 0-1,1 0-81,-1 0 95,-6 0 1,3 0-1,-4 0-5,1 0 33,-5 0 0,4 5-1,-7 0 224,-6-1-7,-2-4 224,-6 0 95,-6 0-255,4 0 37,-4 0-127,6 0 564,0 0-460,-6 0-314,4 7 1,-4-4 81,6 6-37,0 1 1,-5-1 0,0 1 43,2 1 1,2 1 0,-1 3 26,-3-1-112,4 0 1,-7 2-1,5 1 3,-2 2 0,0 0 0,4-3 0,-2 1 70,-2 2-42,0 0 1,0 0 0,1 0 0,0 0 0,3 0 29,1 0-57,0 0 0,0 0 1,0 1-47,0 3 54,0-6 0,0 10 1,0-4-1,1 4 0,3 0-27,0-3 20,1 3 0,0-5 0,1 6 0,2 1 1,-5-1 0,4 1 0,-3-3 116,1-2-93,6 9 0,-8-9 1,5 9-1,-2-3 0,-1-1-13,1-1-20,-4 7 0,9-5 0,-5 3-55,2-3 58,-5-2 1,9 6 0,-6 0-1,0 1 1,2 0-4,0-4-9,-5 6 1,8-6 0,-6 6-13,-2-3 1,0 1 0,0-3-1,2 1 13,-2-1-8,-1 4 1,-2-6-1,0 5 1,0-2-1,0 0-50,0-1 48,0 4 1,0-1 0,-2 4-16,-2-1 42,2-6 1,-6 9 0,5-5 0,-3 0 0,-1-1 83,1 0-44,1-5 1,1 11-1,-1-5-23,2 1 0,1-3 0,2-4 0,0 2 30,0 1-48,0 7 1,0-6 0,0 4 0,0-3 0,0-2 16,0 0-34,0 7 0,0-10 0,-2 5-89,-2-1 72,2-4 0,-4 7 0,6-6 0,0 4 0,0 0 9,0 0 29,0-2 1,1 0-1,3 2 63,0 1 0,1-4 1,-3 2-1,1 0-23,2-1-31,6 6 0,-10-7 0,5 4 0,-1-1 0,0-2 4,-2 2-19,5 1 1,-6 0 0,2-1-40,-2 0 43,-2-5 1,0 6 0,0-3-1,0 4 1,0 1 2,0 0-40,0-7 0,0 9 0,0-6 30,0 3 1,0-6 0,0 4-1,0 0-13,0 3 10,0-3 1,0-1-1,0-4 1,0 2-1,0 3-6,0 1 6,0-4 1,-2 2-1,-1-5 1,-2-1 1,1 1 1,4 2-1,0-1 1,0-3-1,0 0-2,0 0-2,0 1 0,0 1 0,-2-1-25,-3 0 1,4 1 0,-4-1-1,3 1-22,2-1 42,0-6 0,0 4 1,0-6-1,0 1 0,0-1 241,0-2-220,0-3 0,0 0 8,0-1-37,0 0 1,0-4-185,0-1 160,0-6-99,0 3 101,0-6 32,0 0 1,0 7-14,0 2-104,0-2-383,0 5 239,0-10 1,0 6-440,0-4-592,0-2 0,2 4 1298,3-6 0,9-38 0,8-9 0</inkml:trace>
  <inkml:trace contextRef="#ctx0" brushRef="#br0" timeOffset="3">2972 15425 8104,'-6'-8'386,"2"-3"0,-3 5 352,0-2-327,-4 4 1,10 0-1,-4 8 899,3 6-1191,2 3 1,0 1 0,0 0-1,0 0 1,0 0 136,0 1 0,2 4 0,1 0 0,2 0 264,-2 1-497,-1-4 1,-2 11 0,1-4 55,4 4 0,-4-3 1,6 0-1,-3 1 181,1 2-248,0 1 0,-3 1 0,1-2-102,1-4 51,7 4 1,-9-6 0,3 2 0,-2-4 0,0-3-218,2-2 165,0-6 1,-4 5 106,4-4 54,-4-2 0,7-1 126,-3-6-164,-3 0 0,6 0 0,-4 0 0,6 0 248,2 0-255,3 0 1,-1 0 0,2-2 39,3-2-55,-4 2 1,11-4-1,-6 6 1,2 0 0,4 0 51,1 0-125,1 0 0,-1 0 0,-2 0 1,-1 0-1,3 0-28,4 0 68,-1 6 0,5-4 0,-7 2-22,1-2-15,-1 4 0,5-4 1,1 3-1,-3-4 0,-1-1-234,-1 0 281,5 0 0,-4 0 1,4 0-1,-4 0 1,0 0 95,3 0-52,-3 0 1,5 0 0,-7 0-9,0 0-18,1 0 0,-1 0 1,1 0-1,-1 0 1,1 0 44,-1 0-65,1 0 1,-1 0 0,0 0 0,2 0 0,2 0 4,1 0-3,0 0 0,-3 0 1,2 0-14,1 0-7,-6 0 1,0 0 0,-3 0 0,2 0-1,1 0-188,-3 0 199,3 0 1,-7 0 0,6 0 0,-3 0 0,3 0-90,0 0 123,3 0 0,-1 0 1,2 0 65,4 0-87,-4 0 1,6-1 0,-5-3 0,3 0-1,-3 0-2,-1 3 57,5-5 0,-5 4 1,3-3-1,-3 4 0,-1-1-18,-1-3-26,7 4 0,-5-6 1,3 7-34,-3 0 0,-2-6 0,1 5 0,-1-4 0,1 3 1,-1 2-185,1 0 205,-1 0 0,2-1 0,2-2 0,1-2 0,-2 2-61,-1 1 85,-1 2 1,-1 0 0,1 0-69,-1 0 67,1 0 0,-1 0 0,1 0 0,-1 0 0,0 0 0,1 0 2,-1 0 1,2 0-1,2 0 1,3 0-1,-1-2 58,1-2-64,-2 2 1,1-4 0,0 6 47,3 0-39,1-6 1,-2 4 0,-1-3 0,-2 2 0,0 0 32,-1-2-38,-2 0 1,3 5 0,0 0-74,-1 0 0,4 0 1,0 0-1,1 0-83,-4 0 132,3-6 1,-4 4 0,6-2-13,1 2 0,-4 2 1,0-1-1,-2-3-46,0 0 57,0-1 1,0 5-1,2 0 1,0-2-1,1-1-60,0-2 50,-4 1 1,3 4 0,-5 0-72,3 0 80,-3 0 0,5 0 0,-7 0 0,1 0 0,-1 0-63,0 0 89,1 0 1,1 0-1,1 0-21,3 0 1,-1 0 0,-5 0-1,2 0 54,3 0-57,-3-7 1,5 6 0,-6-4-6,-1 4 0,1-4 0,-1 0 0,0 2-80,1 1 85,-1 2 1,1-1 0,-1-2-9,1-2 0,1 0 0,1 4 0,2-3-37,-1 0 62,-2-1 1,3 5 0,2-2 0,0-1 0,1-2 60,0 2-65,-4 2 1,7-4 0,-4 0 44,2 2-44,0-5 1,0 7-1,-4-4 1,-1 3-1,-1 1-103,2-4 100,0 3 0,-4-4 1,-2 4-5,-4-2 1,6 2 0,-4-3-1,4 4-2,-3 1 1,0-7 0,2 6 1,1-4-5,-1 4 1,0 1-1,-1-2 1,-3-1-41,-5-2 38,3 0 0,-6 5 0,3 0 0,-3 0 0,-2 0 2,0 0-6,0 0 0,1 0 0,-1 0-50,0 0 59,0 0 1,-4 0 0,-1 0 0,2 0-20,2 0-1,-5 0 1,4 0-1,-2 0-46,3 0 87,1 0 0,0 0-49,0 0 52,0 0 1,1 0 0,-1 0 0,0 0 0,0 0 138,0 0-153,1 0 1,-1 0-1,0 0 32,0 0 1,1 0 0,-1 0 0,0 0 104,0 0-48,7 0 0,-5 0 0,4 0 0,-1 0 0,2 0 243,1 0-276,-5 0 0,10 0 0,-5 0 174,0 0-206,-1 0 1,-7 0 0,0 0 0,0 0 0,1 0-26,-1 0-14,-6-6 0,4 3-298,-2-7 1,2 6 0,3-4-1478,-1 1 1357,-6-4 1,4 5 0,-2-5-1002,3 2 1,-4 4 1429,0-5 0,-24-18 0,-3-10 0</inkml:trace>
  <inkml:trace contextRef="#ctx0" brushRef="#br0" timeOffset="4">6199 10563 7899,'8'-7'400,"5"4"45,-4-6-103,-2 6 0,-1-2 623,-6 10-792,0 3 0,-2 1 0,-1 1 1,-1 1-1,0 1 456,3 2-469,1 7 1,0-5 0,0 3-1,0-2 1,0 0 474,0 2-515,0 0 1,0 0 0,0 2-31,0 1 0,0-3 0,0 3 1,0 0 342,0 0-400,0-4 1,0 7 0,0-5 29,0 3-45,0 0 0,0 1 0,0 0 0,0-1 0,0 1 271,0 0-224,0-1 1,0 6 0,0-1 20,0 1 0,0-1 1,0 2-1,0 2 136,0 1-172,0 0 1,0 0 0,0 2 33,0 1 0,-5 2 0,-1 5 0,-1 0 150,1-1-220,1 1 1,-1 1-1,-2 2-1,0 1 0,2 2 0,4-3 1,-1 1 24,-2-1-58,1 5 1,4-12 0,0 4 49,0-2 0,1 2 0,2 3 1,2 1-26,-2-1 23,-1-2 0,0-1 0,1-1 4,1 1 0,1 4 0,-5 1 0,0-3-84,0 0 54,6-3 1,-4 6 0,3-1-75,-4-1 0,1-2 0,1-1 1,2 1 41,-2 3 9,-1-9 1,2 10-1,1-10 11,-2 3 0,-1-2 0,-2 1 1,0 1-32,0-2 97,0 1 1,0 1 0,0 0-32,0 2 1,0-6 0,0 8 0,-2-6 83,-3 1-103,4 1 0,-7 1 1,5 1-4,-2 0 0,-1-5 0,3-1 0,-2 3-6,2 1-8,1 2 0,1-2 0,-3-2-29,0-1 1,-1 0-1,5 3 1,0-1-142,0-2 162,0-7 0,0 9 1,0-6 16,0 3 0,-2-6 0,-1 4 0,-2-2-31,2 0 114,2 7 1,-1-9 0,-1 6-65,-2-2 0,1-2 0,4-3 0,0 1 14,0 2-17,-7 1 1,6-4 0,-4 1-20,3 2 0,2 1 1,0-6-1,0 0 11,0 1-19,0-1 1,0 1-1,0-1-15,0 1 1,0-1-1,0 1 1,0-1-25,0 0 30,0 1 0,0-1 0,0 1 4,0-1 0,0 1 0,0-1 1,0 0 48,0 1-29,0-1 0,0-1 0,0-2 21,0-1 1,2 0-1,1 4 1,2 1 20,-2-1-24,-1-6 0,-2 5 0,0-3-15,0 3 1,0-4 0,0-1 0,0 1-35,0-1 31,0 1 1,4 4-1,1-2-5,-2-1 0,-1-5 0,-2 3 1,0-1-34,0-4 16,0-1 0,0-2 0,1 0-172,4 1 1,-3-6-279,2 1-113,-2-7-675,-2 3 0,2-15-641,2-1 956,10-12 0,4 12 943,6-8 0,0-25 0,3-19 0,2-1 0,4-5 0,0 0 0,1 0 0</inkml:trace>
  <inkml:trace contextRef="#ctx0" brushRef="#br0" timeOffset="5">2844 11700 7847,'-8'0'855,"0"0"757,3 0-979,4 0 0,-9 0-75,10 0 0,-1 0-404,10 0 1,1 0-1,4 0 1,0 0-46,0 0 1,1 2 0,0 1 0,4 2 122,5-2-179,3-2 0,1 4 0,2 0-36,4-2 1,-3 3 0,9-1-1,4-2 21,6-1-140,-1-2 1,7 1-1,-6 3 134,1 0-93,4 1 1,-11-5 0,4 0 0,-4 0 0,-1 2-249,-1 2 287,1-2 1,-5 9 0,-2-5 25,-1 2 1,3-5 0,-2 4 0,2-3 43,2 1 93,10 0 1,-12 0 0,11-1-44,0-1 0,2-1 0,4-2 1,-1 0 166,-2 0-213,0 0 0,5 0 0,0 0-35,-1 0 1,-5 0 0,-2 0 0,-2 0-171,1 0 144,5 0 0,-11 0 0,3 0-31,1 0 0,0 0 1,-2 0-1,2 0-18,1 0 50,7 6 0,-8-4 0,4 3-24,-1-4 0,8-1 1,-3 0-1,1 0-95,5 0 124,-3 0 1,8 0-1,-5 0-24,2 0 32,-1 0 0,-4-1 1,0-2-1,1-2 1,1 2 37,-2 1-36,3 2 0,-16-5 0,5 1-2,0 0 2,-5 3 0,5 1 0,-6 0 0,-1 0 1,3 0 17,2 0-9,-3 0 0,10 0 0,-5 0 15,2 0 1,-4 0-1,5 0 1,0 0 64,-1 0-86,-2 0 0,-2 0 1,1 0 20,-3 0-36,0 0 0,-3 0 0,1-2 1,0-1-1,-1-2 7,1 2-2,6 2 0,-5 1 0,3 0-29,-2 0 24,-3 0 0,6 0 1,-1 0-1,1 0 1,-1 0-4,0 0 7,1 0 0,1-5 1,1 0 14,1 2 1,-1 1 0,-4 2 0,2 0-73,-3 0 56,0 0 0,-4 0 0,-2-1-14,-1-4 1,0 4 0,5-4 0,-1 3-307,1 2 267,0 0 0,-4 0 0,2 0-89,3 0 129,2 0 0,-3 0 1,-2 0-1,-2 0 1,-1 0-61,2 0 49,-5 0 0,4 0 0,-6 0-38,-1 0 45,-2 0 0,3 0 0,0 0 0,-1 0 0,-2 0 68,-2 0-69,-6 0 1,8 0 0,-4 0-154,-1 0 168,0 0 0,-1 0 0,-2 0 0,0 0 0,-1 0-37,-1 0 45,-1 0 1,-5 0 0,2 0-40,3 0 56,-3 7 1,4-6-1,-5 4 1,-1-4 0,2-1 175,3 0-189,-4 0 1,6 0-1,-7 0 36,0 0-84,1 0 0,-1 0 1,0 0-15,0 0 53,1 0-18,-8 0-38,0 0-155,-7 0-4334,0 0 3233,-7 0 1314,0 0 0,-34-15 0,-15-7 0,-2-2 0,-1 0 0</inkml:trace>
  <inkml:trace contextRef="#ctx0" brushRef="#br0" timeOffset="6">3100 11004 7960,'-8'0'-1809,"-5"0"1809,4 0 0,3 0 0,-2 0 0,5-2 0,-2-3 0,0 4 0,5-6 0,25 7 0,7 0 0</inkml:trace>
  <inkml:trace contextRef="#ctx0" brushRef="#br0" timeOffset="7">3057 10932 8149,'0'-7'-12,"0"-1"1,2 4 472,3 0 661,-4-1-491,5-1-532,-6 4 258,0-4-309,0 6 0,0 1 0,0 4 0,2 5 13,3 2-100,-4 2 1,6 1 0,-7 0 37,0 4 1,0-3 0,0 3 0,0-3-47,0-2-82,0 0 1,0 5-169,0 0 0,0 0-201,0-5 244,0 1-1093,0-7 139,0 4 600,0-10 608,0 4 0,12-31 0,4-7 0</inkml:trace>
  <inkml:trace contextRef="#ctx0" brushRef="#br0" timeOffset="8">3071 10947 5746,'0'-8'1095,"2"1"-673,3 7-245,-4 0 0,6-1 305,-7-4-21,0 4 97,0-6-304,0 7 603,0 0-776,6 7-78,-4-6 1,5 10 0,-2-5-34,5 2 1,-2 2 0,1 4 0,2 0-78,2 1 112,1-1 0,2 5 1,1 0-57,2-2 51,0-1 0,-5-2 0,1 0 1,-1 0-1,0 1-43,0-1-24,-6-6 1,5 3 0,-5-5-82,0 2 136,-2-5 13,-6 4 349,0-7-51,0 0-225,0-7-198,0 6 1,0-7-696,0 3 96,0 3 1,0-5 722,0 2 0,6-9 0,2-9 0</inkml:trace>
  <inkml:trace contextRef="#ctx0" brushRef="#br0" timeOffset="9">3413 10918 7513,'-8'0'18,"0"-5"1161,3 1-363,-3-1-107,0-1-823,2 4 250,6-4 0,0 7 126,0 4-251,0 3 0,0 1 0,0 1 45,0 1 0,5-3 0,0 1 0,-2 2 145,-2 2-236,6 1 0,-6 2 0,4 1 5,-4 2 1,4 0-1,0-4 1,-2-1-132,-1 0 158,4 0 1,-4 0 0,2 1-34,-2-1 1,-2 0-1,1-1-281,4-4 190,-3 4-347,4-12-100,-6 12-265,0-11-12,0 4 0,0-12 851,0-4 0,6-9 0,2-3 0</inkml:trace>
  <inkml:trace contextRef="#ctx0" brushRef="#br0" timeOffset="10">3498 10961 8048,'-8'0'1236,"-5"0"-755,12 0-370,-5 6 0,12-3 1,3 5-1,4 0 1,1 0-1,0 3 1,1 2 562,-1 1-606,0 6 0,0-4 0,1 3 0,-1-3 0,-2-2-116,-2 0 0,2 1 0,-2-3 0,3-1-435,1-1 330,-6-1 1,3 1 0,-5-1-1101,2 2-16,-5-4 551,10 5-83,-12-10 708,6-2 1,-7-3-1,0-7 1,-2 1 92,-3 1 0,-6-27 0,-4-12 0,-4-1 0,0 1 0</inkml:trace>
  <inkml:trace contextRef="#ctx0" brushRef="#br0" timeOffset="11">3669 10989 8048,'6'-8'142,"-4"0"277,2 4-118,4 2 366,-6-4-101,4 6-403,-6 6 1,0-3 0,-2 7 318,-2 1-354,2 2 0,-6-2 0,5 1 1,-3 4-1,-1 0 445,1 0-524,-5-2 1,8 5 0,-7 0 25,-1-2-304,-1-1 0,2-2 0,1 0 0,-1 1-1140,2-1 926,-4 0 0,9-1-1585,-7-4 1581,7-3 1,-2-6 446,10 0 0,47-38 0,-17 15 0,0-1 0</inkml:trace>
  <inkml:trace contextRef="#ctx0" brushRef="#br0" timeOffset="12">3896 10932 7476,'-14'0'575,"0"0"1,4 0 123,1 0-184,6 0 0,-2 0 238,10 0-690,9 0 1,3 5-1,7 0-35,1-2 1,0-1 0,1-2 0,-3 0-775,3 0 551,-6 0 0,2 0 0,-4 0-809,1 0 0,0 0-629,-5 0 1153,0 0 480,-6 0 0,-3 0 0,-10 0 0,-5 0 0,-2 0 0,-2 0 40,-1 0 0,1 0 0,0 0 140,0 0 1381,6 0-261,-5 0-592,5 0 0,-1 0 700,-1 0-1236,7 0 0,-8 6 0,6 3 349,2 4-422,2 1 1,-1 1 0,-1-1 0,-2 2-1,2 1 100,1 2-274,2 0 1,0 0-1,0 0-189,0-2 26,0-1 0,0 3 0,0 0 0,0-2-358,0-1 42,0-8-986,0 5 163,0-6 700,0 1 0,0-3 677,0-10 0,7-28 0,1-13 0</inkml:trace>
  <inkml:trace contextRef="#ctx0" brushRef="#br0" timeOffset="13">4380 10932 7450,'14'0'1979,"0"0"-1746,0 0-6,-6 0 0,-2 2 1,-6 3-1,0 4 0,0 4 1,-1 3 978,-4 3-1176,3-4 0,-4 6 0,6-5 0,0 1 0,0 2-15,0-2-8,0-1 0,0 0 1,0 1-1,0 2-119,0-1-396,0-2 0,0-7-560,0 0 93,0-5 351,0 2 299,-6-6 0,4-6 0,-2-4-353,2-2 625,2-3 1,0 1 0,-2 0 0,-1 0-98,-2-1 190,1 1 1,4 5 288,0-1-80,0 7 1,6-8-1,4 6 1,2 1 689,2-3-798,1 6 1,-1-6 0,2 7 4,3 0-103,-4-6 0,6 4 1,-5-2-1,1 2-377,2 2 214,0-6 1,-10 4-1,-1-4-245,-1 0 248,4 4 0,-10-11 0,4 4-159,-3-4 362,-2-1 0,-2 1-186,-3 4 463,4-4-72,-12 12 221,12-6-223,-12 7-87,11 7 0,-4-4 1,6 6 242,0 2-359,0 2 1,0-3-158,0-1 104,6 1 1,-4-1-242,3 0 249,-4-5 1,-1 4 9,0-4 1,0-2-7,0 4-218,0-6-3071,0 0 2216,0-6 1028,0 4 0,-12-29 0,-4-1 0</inkml:trace>
  <inkml:trace contextRef="#ctx0" brushRef="#br0" timeOffset="14">3199 10904 8017,'0'-8'2155,"0"0"-721,0 3-1259,0 4 0,-4-4 1,-3 8-1,1 5 186,0 5 1,1-2 0,5 9 0,0 1 351,0 3-721,0 3 1,0 1 0,0 0-55,0 1 0,0 1 1,0 0-1,0 0-235,0-3-517,0-2 1,0-1 226,0-1-1754,0-5 101,0 2 1928,0-18 1,0-4 0,0-14 269,0-2 1,5-5 0,-1-7 0,0-1 41,-3-2 61,-1-7 1,0 9-1,0-6-18,0 2 1,0 2 0,0 6 0,-1 4 1607,-4 4-381,3 3-703,-4 2 1,8 6-1,2 5 585,6 6-976,2 5 0,4 6 0,2 0 63,1 0 1,4 5-1,-4 0 1,0-1 204,2-2-314,-5 4 1,4-4 0,-7 3-72,-4-3 1,2-2 0,-4 0 0,-1 0 128,0 0-268,-1 1 0,-5-1 0,-2-1 75,-2-4 0,-4 4 1,-8-4-1,-1 2 68,-2-1-213,0 2 1,0-5 0,-2 4-102,-1-2 0,0-4 1,-2 3-1,5 0-1298,3 0 980,2-5 1,0 3-974,0-6 0,7 0 6,7 0 1536,7 0 0,28-17 0,14-10 0,1-1 0,1 1 0</inkml:trace>
  <inkml:trace contextRef="#ctx0" brushRef="#br0" timeOffset="15">3598 10904 8144,'-8'-6'542,"1"4"0,3-6 0,-3 5 2049,-1-2-1398,5 1-945,-3 4 0,6 1 0,0 4 0,0 6 0,0 5 1033,0 3-960,0 6 1,0-3 0,0 7-193,0-1 1,5 0 0,-1 1 0,0-1-68,-3 1-86,5-1 0,-4 1 1,3-3-7,-4-2 1,1-3 0,1-7 0,2 0-853,-2 0 605,-1-6 0,-2 0 12,0-3 1,0-5 0,0-2 546,0-10-338,0-3 0,0-11 0,0 2-115,0-3 1,0-6-1,0-2 1,0-1-131,0-4 283,0-1 0,-2 5 1,-1 3 63,-2 3 0,0 3 0,5 3 0,-1 5 57,-4 3 345,3 8-515,-4 2 1,6 14-1,2 5 1,1 6 591,2 3-383,6 8 1,-8 0-1,5 3-39,-2-3 0,5-2 0,-3 1 0,1-1 453,1 1-493,-1-1 0,-1-1 1,-1-3-3,-1-5 1,-3-4 0,5 0-183,-2-1 496,-1-6-254,-5-2 1,0-19 0,0-4 38,0-3-290,0-7 0,-2 5 0,-2-8-121,-6-4 1,2 4 0,-1-3 0,-2 3-269,-2 2 200,5 6 0,-4-4-1431,2 7-493,4 0 1781,0 18 1,6 4 0,1 14-429,4 2 0,3 5 0,4-3 890,-2 1 0,21 14 0,1 8 0</inkml:trace>
  <inkml:trace contextRef="#ctx0" brushRef="#br0" timeOffset="16">4038 10776 8144,'0'-14'89,"0"4"0,0 1 0,-1-1 775,-4 2-310,3 2 0,-6 6 0,4 0 245,-6 0 0,2 0-566,-1 0 0,-1 2 0,-4 2 0,0 6 182,0 3-302,0 1 1,-1 0-1,3 0 1,1 0 0,3 1 11,1-1-213,-4 0 1,10 0 0,-4 1 67,3-1-25,2 0 0,2 0 0,3 0 1,4 1-1,4-3 107,1-2 6,7 2 1,-4-8 0,5 5 25,-1 2 1,2 0 0,-4 0 0,-1-1 307,-3 1-50,0 1 1,-1 3-90,0-1 0,-6 0 0,-3 0 0,-5 0 509,-5 1-503,-3-1 1,-8-1 0,-1-2-104,-2-2 0,-5-1 0,4 3 1,-1-3-279,1-2-66,-6-1 0,9-5 0,-5 0-510,1 0 0,2 0 0,5 0-1985,0 0 1648,6 0 0,3-6-1024,10-4 0,5 4 2049,9 1 0,16-9 0,9-5 0,5-1 0,1 0 0</inkml:trace>
  <inkml:trace contextRef="#ctx0" brushRef="#br0" timeOffset="17">4252 10961 8076,'-7'-8'2215,"6"2"-1367,-6-1-609,7 6 1,2-6-1,3 7 1,4 0 0,5-1-1,5-2 1,5-2 500,3 2-710,1 1 0,2 2 0,2 0-339,1 0 1,0 0 0,-6 0-1,-2 0-1161,-1 0-1,-7 0-82,4 0 1186,-13 0 1,-3 0 0,-10 0 0,-5 0 366,-2 0 0,-9 0 0,4 0 0,-5 0 0,1 0-97,2 0 0,5 5 0,0 0 0,1-1 1037,4 3-304,-4-6 1,10 7 716,-7-3-939,7 3 1,-3 1-1,6 1 1,0 1-1,0 2 1597,0 1-1513,0 0 0,0 0 0,0 2-110,0 3 0,2-3 1,1 4-1,1-1 75,0 0-424,-3 6 0,-1-7 0,0 4-85,0-2 1,0 1 0,0-4-1,2 2-90,2-1-114,-2-3 0,4-5-852,-6-1-1014,0-5-91,0 2 1347,0-6 0,0-2-1901,0-2 2202,0-4 559,7-7 0,13-30 0,10-9 0</inkml:trace>
  <inkml:trace contextRef="#ctx0" brushRef="#br0" timeOffset="18">4664 11032 8034,'-6'-10'0,"-2"1"729,0-2 0,-3-2-358,6-1-169,0 6 1,12-3-23,2 6 1,-1 1 0,1 4 96,2 0-126,-4 0 0,1 4 1,-5 3 265,2 1-203,-1 1 0,-4 5 0,2 1 0,1 0 0,2 3 1200,-2 1-1138,-1 0 1,-2 1 0,0 2 636,0 0-761,0 5 0,-5-9 0,0 4 0,2-2 0,1-1 37,2 2-165,0-5 0,-4-1 0,-1-5-362,2 1 87,1-5-438,2 0 0,0-18 0,0-6-85,0-2 615,6-7 0,-2 3 1,5-7-635,2-2 538,-5-1 0,5 6 0,-4 1 0,1 2 0,1 3-1054,-1 1 1364,5 2 0,-10 11 1,6 4-308,2 2 767,2 2 0,1 0 0,0 3 0,1 5 0,-1 6 1288,0 2-1497,0 6 0,-4-1 1,-2 4 108,-2-1 1,4-2 0,-6 3 0,-1-1 555,-1 1-1142,-2-4 0,0-1 0,0-6-519,0 1 1,0-6 0,0 1-951,0 1-326,0-5 1,-2 0-434,-2-6 1656,-4 0 743,-6 0 0,-20-31 0,-4-9 0</inkml:trace>
  <inkml:trace contextRef="#ctx0" brushRef="#br0" timeOffset="19">4721 11203 8001,'-8'0'5185,"2"0"-3273,-1 0-740,6 0-822,-6 0 1,14-2-1,4-1 1,4-2-1178,4 2 146,7 1 0,-4-2 0,6-1-1278,1 2 1246,-1 1 0,1-3 0,-1-1 1,-1-2-1,-2-1-2226,-1 1 2522,0-5 417,-2 5 0,4-38 0,-3-7 0</inkml:trace>
  <inkml:trace contextRef="#ctx0" brushRef="#br0" timeOffset="20">5133 10989 10293,'0'8'2665,"0"0"-326,0-3-1889,0 3 0,0 1 0,0 1 0,0 1 0,0 3 1281,0 5-1580,0-3 0,0 6 1,0-5-162,0 2 0,0 5 0,0-5 0,0-2-1244,0-1 891,0-2 1,0 0-3053,0 1 1877,0-7 1045,0-2 0,0-24 280,0-5 1,0-7 0,0 0 0,0-2 170,0-1 86,0 0 0,2 9 1,1 2 77,2 1 1,4 3 0,-3 5 0,2 3 455,3 6-70,8 2 1,-1 4 0,4 2 97,-2 6 0,4 9 1,-4 3-1,1 2 1052,0-1-1344,4 1 1,-9 0 0,3-2-10,-4-2 0,-5-1 0,-1-4-82,2-1-16,-4-6-229,5-2 0,-10-8 1,3-2-1,-4-6-413,-1-2-280,0-9 1,-1 4-1,-2-7 240,-2-1 0,-2-2 0,4 0 0,-1 2-904,0 1 318,3 7 0,1 1-426,0 6-1169,0 1 2656,0 1 0,38 8 0,9 8 0</inkml:trace>
  <inkml:trace contextRef="#ctx0" brushRef="#br0" timeOffset="21">5730 10918 8833,'-8'-6'3142,"0"4"-958,4-2-1736,2-4 0,-6 6 0,3-3 0,-4 4 1015,-4 1-1345,5 0 1,-4 6-1,4 4-6,0 2 1,-5 4 0,5 1 0,-1 4-90,-1 1-26,7 2 0,-8-1 1,7 1-426,0 1 354,3-4 1,1 6 0,1-5 0,4 0 0,5-3-451,2-3 187,2-2 1,5-5 0,0-1-1107,-1-1 952,4-3 0,-6-4 0,4-1 0,-1-4 1,0-3-1612,-2 0 1284,-1-4 0,3-1 0,0-6-314,-1 2 1050,-3-5 0,3 4 1,-2-4-1,-4 0 1,-1 1 81,-3 1 0,5 1 0,-12 5 0,4 0 823,-3-1 1,-4 7 3489,-3 4-3710,-3 2 0,1 4 0,0 1 263,1 2 0,3 10 0,-5 0 0,0 0 696,0 1-1197,5 5 0,-5-6 0,5 6 777,-2 0-1208,0-6 1,5 6-1,0-5 1,2 1 0,1 2-811,2-2 702,6-1 1,-3-3 0,6-2-1708,0-2 1513,0-5 0,2 2 1,2-6-1,1 0 0,-2-2-2422,-1-2 2199,-2 2 1,-1-11 0,-2 4-1840,-2-4 2039,-6-1 0,4 0 0,-7 0 1,-2-1 390,-3 1 0,-3 6 0,-11 2 0,0 6 0,2 0-82,1 0 0,-3 0 1,0 0-1,2 0-497,1 0 4148,2 0 132,0 0-1730,6 0-1726,8-6 1,9 4-1,9-4 322,1-1-906,0 6 0,-5-10 1,0 4-1,0 1-576,1 0-1051,-8-5 1,4 3 292,-6-6 1215,0-1 1,-11 6 0,-4-1 0,-2 1 0,-4-1 457,-3 1-15,3 6 0,-9-8 0,6 6 152,1 2 0,3-3 1,2-1 349,3-1 123,4 5 1,6-5 0,2 5 1451,2-2-1857,11 1 0,7-3 1,5-1-1,-2 1 0,-3 2-1126,-1 3 488,4 2 1,-9-1-2456,3-4 2888,-4 3 0,-19-4 0,-6 6 0</inkml:trace>
  <inkml:trace contextRef="#ctx0" brushRef="#br0" timeOffset="22">6697 10819 7386,'0'-8'1513,"0"0"1299,0 3-2440,6 4 1,-4 1 0,3 11 0,-4 4 0,-1 6 0,0 0 561,0-1 0,0 5-789,0-1 0,0 3 0,-1 0 0,-3-2-139,0-1 0,-1-5-170,5 4 1,0-5-1078,0 1 843,0-4 1,0-8 0,0-7-546,0-8 721,0-5 0,-5-7 0,1-4 100,0-3 1,3-3 0,1-1 0,0-3-167,0 3 467,0 7 0,-5-1 0,0 6 133,2 1 0,2 3 0,2 2 233,4 4-409,-4 2 1,17 14 0,-4 4 93,2 6 1,4 4-1,1 4 1,-1-1 441,1 1-554,4 2 1,-7-4 0,4-1 105,-2-1 1,4-2 0,-5-5 0,-2-1 182,-1-4-356,-2-2 0,-4-7 67,-1 0 1,-1-2 0,2-3 0,-6-6 213,-2-6-573,-2 1 1,-5-11-1,-1 5 76,-2 0 0,3-5 1,-4 3-1,-1-2-1089,2-3 874,-4 1 0,5 6 0,-2 3-1077,4 3 0,4 6-1619,1 1 2667,6 6 0,2 3 0,8 9 409,3 4 0,28 26 0,13 7 0</inkml:trace>
  <inkml:trace contextRef="#ctx0" brushRef="#br0" timeOffset="23">7152 10804 8201,'-8'-6'1093,"2"5"0,4-6 497,-3 7-1155,10 0 0,-3 2 0,14 3 0,1 2 0,2 3 0,0-1 449,1 2 1,1 2-756,3 1 0,2 1 0,-3-1 0,0 0-172,1 0 1,-5 0-37,5 1 0,-7-1 0,2-2 0,-5 0-1236,-4-3 1,2-4-2008,-2 4 1493,-4-6-446,0 4 2275,-6-7 0,-38-51 0,-9-12 0</inkml:trace>
  <inkml:trace contextRef="#ctx0" brushRef="#br0" timeOffset="24">7394 10748 7964,'0'-8'3717,"0"1"-3269,0 7 73,-7 0 1,1 2-1,-5 3 196,1 4 1,1 9-262,-5 1 1,1 4 0,2-2 0,2-1 859,-2 1-1337,-2 4 1,3-8 0,3 6 0,0-3 0,2-3-1388,-1-1 1233,5-1 1,-6-1 0,6-2-1089,-4-2 1,3 2-2719,-2-2 2838,2-4 1,8 1 1142,4-7 0,21-32 0,7-7 0</inkml:trace>
  <inkml:trace contextRef="#ctx0" brushRef="#br0" timeOffset="25">7621 10762 8362,'0'-10'4427,"0"1"-3170,0 6-1042,0-4 0,2 6 0,2-2 0,6-2 0,3 2-219,1 1 0,5 2-316,0 0 1,1 0 0,-2 0 0,2 0-846,2 0 94,-4 0 1,2 0 0,-6 0-1762,1 0 2303,-7 0 529,-2 0 0,-8 0 0,-2 0 0,-6 0 0,-3 0-11,-1 0 1,0 0-107,0 0 894,0 0 0,-1 0 1,1 2 2346,0 2-2224,6-2 0,2 11 1017,6-4-1603,-7 4 0,6 1 1,-4 0-1,3 0 1,2 2 1034,0 3-1190,0-3 1,0 9 0,2-4-54,3 1 1,-4 0-1,4 2 1,-3-4-384,-2 1 52,0-5 0,4-1 0,1-5-1657,-2 1 783,-1-5 0,-2 2-1257,0-3 1327,6-4 0,-3 4 1,5-10-882,-1-4 1910,4-4 0,22-51 0,-10 25 0,0 0 0</inkml:trace>
  <inkml:trace contextRef="#ctx0" brushRef="#br0" timeOffset="26">8432 10762 7968,'0'-10'204,"1"2"0,2 1 1422,2-1 1,0 3-54,-5-5-531,0 7 452,0-3-1098,0 19 0,-5 1 1,0 11-1,1-1 208,-3 1-527,6 2 1,-6 1 0,7 1 0,0-2-1,0-2 181,0-1-774,0-7 1,0 5-696,0-3 1,0-3-1588,0 3 2324,0-10 0,2-2 0,1-9-90,2-3 1,0-4 0,-5-10-1,0-3-355,0 0 863,0-5 1,0 6 0,0-2 39,0 4 1,0 3 0,0 2 0,0-1 49,0 1 607,0 6 1,1-3-159,4 6 0,3 1 1,6 4-1,0 0 1028,0 0-1218,1 0 0,-1 0 0,0 0-95,0 0-176,1 0 0,-1 0 0,0-2 0,0-1 1,0-2 284,1 2-444,-7-5 0,3 5 1,-7-6 11,-1-3-32,5 6 1,-6-6 659,3 2-429,-4-3 1,-2 5 126,-4 4 1,3 4-1,-2 4 816,2 6-712,2 9 1,0-2-1,0 7 246,0 1-259,0-4 0,0 6 0,0-5 0,0 1 0,0 1 502,0 1-860,0-4 1,0 1-598,0-3 1,0-3-1336,0 3-1057,6-3-414,-4-9 3014,4-7 1,1-7-1,0-9 455,1-3 0,17-22 0,7-10 0,0-6 0,-1-1 0</inkml:trace>
  <inkml:trace contextRef="#ctx0" brushRef="#br0" timeOffset="27">8958 10748 7968,'0'-8'2079,"0"0"-231,0 3-664,0 3-451,0-4 1,-2 6-1,-1 2 1,-2 2 968,2 6-1484,-5 3 1,5 2 0,-5 3 136,2 1-302,1 6 1,0-9-1,0 4 1,2-1-1,3 2-591,5 1 500,-3-5 1,12 2 0,-2-8-213,6-1 0,2-7 1,-2 2-1,1-4-350,-2-1 564,5 0 1,-8-1-1,2-6 46,-5-7 1,-3-2 0,2-7 0,-6-1 28,-2 2-217,-8-5 1,3 6 0,-9-4-519,-3 2 253,0 11 1,-7-6 0,5 10 0,-4 0 0,1 3-3246,-1 3 3236,2 2 0,7 7 0,1 4-418,1 6 1,7-1 869,-2 3 0,48 22 0,12 5 0</inkml:trace>
  <inkml:trace contextRef="#ctx0" brushRef="#br0" timeOffset="28">9256 10790 7968,'7'-8'0,"-6"-4"0,4 2 1572,-4-2 815,-1 4-679,7-5-1339,-6 11 1,6-2-74,-7 8 1,0 9 0,0 8-1,0 1 788,0 3-843,0 2 1,0-3 0,0-1-164,0 3 1,0-4-1,0 0 1,0-2-117,0-2 123,0-2 1,0-2 31,0 0 1,-2-6 487,-3-3-729,4-4 0,-6-7 1,7-5-153,0-7 1,0 1 0,0-8-1,0-4-682,0-2 670,0-2 0,2-1 0,3 1 1,4 2-1,2 1-628,-1 1 790,9 7 0,-10 2 0,10 7 32,-3 3 73,-2 4 0,0 6 0,1 0 0,-1 2 0,-2 4 495,-2 8-274,3 0 0,-12 7 1,4-7 105,-4 0 1,-1 1-1,-1-1 1,-4 0 449,-4 0-740,-4-6 0,-1 3 0,0-4-284,-1 0 1,1-2 0,-2 3 0,-1-2-736,-2-2 107,0-3 1,5-1-1,1 2 896,4 2 0,-17-27 0,3-3 0</inkml:trace>
  <inkml:trace contextRef="#ctx0" brushRef="#br0" timeOffset="29">10038 10449 8019,'-14'-14'255,"0"0"0,1-1 0,2 3 0,3 1 1,2 1 1230,3-1-1145,1 5 0,4 0 1,2 6-1,6 0 272,3 0 0,5 0-344,1 0 1,8 0 0,0 1 0,5 2-124,-1 2 1,6 5 0,1-6 0,4-1 128,6-1-282,2 4 0,12-4 0,1 3 212,2-4-173,7-1 1,3 0 0,2 0 0,-3 0 0,-6 0-38,-3 0 47,-3 0 0,-4 0 1,2 0-20,2 0-57,-7 0 0,-1 0 1,-5 0-1,1 0 0,2 0-377,-1 0 399,4 0 0,-9 0 1,6 0-316,2 0 305,1 0 0,2 0 1,0 0-1,-2-1 0,-1-3-120,-2 0 92,0-1 1,-6 5 0,-3 0-218,-2 0 267,-7 0 0,3 0 0,-7 0 0,-2 0 0,-6 0 19,-4 0 204,-4 0-265,0-6 324,-6 4 65,-2-4-182,-6 6 41,0 0-104,-6 0 149,4 0 1,-4 6 155,6 4-281,0 2 0,0 2 386,0 1-377,0-1 0,5 0 1,0 0-1,-2 1 1,-2-1 836,-1 0-850,0 0 0,0 2 0,0 1 202,0 2-249,0 0 0,0-3 0,0 1 0,0 4 0,0-1 311,0 1-343,0 4 0,0-4 0,0 4 217,0-1-219,0-1 0,0 6 0,0-1 0,-1 1 1,-2 1 108,-2 3-205,0-3 0,5 6 1,0-4 46,0 1 0,0 0 1,0-3-1,0 2 23,0 1-75,0 0 1,5 0-1,0 1-28,-2-3 89,-2-1 1,-1 3-1,2 0 1,1-1 0,2-2 11,-2-1-25,-1-1 1,-1 0 0,2 1 14,2-1-13,0 1 0,-4-1 0,3 2 0,0 0 1,-1 0-283,-1-3 312,-2-2 0,0 4 0,0-1 0,0 2 0,0 2-12,0 1-13,0 0 1,0-3 0,0 2 14,0 1-46,0 6 1,-5-7-1,-1 6 1,0 0-1,-2 0-147,0 0 192,5-7 1,-4 9 0,6-6 0,-2 1-1,-2 2-90,2-1 49,1 2 0,2-2 1,0-1-20,0 0 0,6-5 0,-4 9 1,3-4-1,-4 0 1,-1-1 54,0-2 6,0 4 0,0-6 0,0 5 24,0 0 0,0-5 1,0 5-1,0-2-8,0 0-8,0 0 0,0-5 0,0 2-14,0 4 3,0-4 1,0 9-1,0-6 1,0-1-1,0 0 3,0 1 5,0 3 0,-4 0 0,-1-1 66,2 0-85,1-5 1,-3 11 0,1-5 0,1 1-1,1-3-34,2 1 40,0-5 1,0 10 0,0-6 0,0 1-1,0 0 12,0-4-38,0 6 1,0-6 0,0 6 6,0-3 0,0 6 1,0-10-1,0 5 1,0-1 0,0 3 5,0-1-25,0-1 0,0-2 0,0 2 0,0 0 0,0 1 8,0 0 24,0-4 0,0 4 0,0-4 1,0 1-5,0 6 0,0-9 1,0 4-1,0-4 1,0-2 31,0 0-49,0 1 0,0-1 0,0 1 0,0-1 0,0 1-62,0-1 9,0 0 0,0-4 0,0 0 23,0 1 47,0 2 0,0 1 0,0-1 0,0-1 0,-2-4-34,-2-2-15,2 5 0,-4-7 0,6 4 1,0-1-1,0-4-26,0-1 66,0-2 1,0 0-1,0 0 2,0 1 2,0-1 1,0 0 0,0 0 0,0 2 0,0 1-66,0 2 54,0-6 1,0 0-1,0-4 1,0 4-1,0 1-56,0 0 97,0 0 0,0-4 0,0-1-70,0 2 79,0 2 1,0-4-1,0 1 1,1-1-1,2 1-32,2-1 8,0-5 1,-5 8 0,0-2 16,0 2-15,0 3-6,0-8 282,0 6 31,0-11-122,0 4 1,-2-6-1,-2 0 1,-6 0 99,-2 0-315,-3 0 0,0 0 0,-4 0-145,-5 0 84,-9 0 1,-4 0 0,-8 0 0,-8 0 0,-8 0-484,-7 0 456,-10 0 1,39 2 0,-2 1 0,-4-1 0,0 0 0,-2 0 0,1 0 0,-2-1 0,1 1-492,-1 0-1,1 0 392,3-1 0,0 0 0,-3 2 0,0 0 1,2-3-1,0-1-563,-2-2 0,0 1 476,4 2 1,0-2-1,-1-3 1,0-2-1,-34-3 1,1-2-1,0-2-1494,2-1 1334,3 1 0,8 5 0,8-1 0,7 1 0,4-1-1391,3 1 1852,5-7 0,3 3 0,8-6 0,7-3 0,7-3 0</inkml:trace>
  <inkml:trace contextRef="#ctx0" brushRef="#br0" timeOffset="30">9910 11743 7878,'-1'-13'252,"-3"2"1126,0 2-786,-1 5 1,5-3 194,0 2-592,0 3 1,2-4 0,2 6 0,6 0 684,2 0-776,3 6 0,5-4 0,2 4 0,2-1 0,1 0 513,5-2-476,-1 5 0,12-5 1,-3 5-108,3-2 0,-3 0 0,0-2 0,3 0-112,4-1 12,0 5 0,4-6 1,-7 3-250,1-4 292,0-1 1,4 0 0,0 0 0,-1 0 0,-2 0 28,-1 0-1,0 0 1,-1 0 0,1 0 17,0 0 0,-5 0 0,0 0 1,1 0 100,2 0-120,-5 0 0,6 0 1,-6-1-1,3-3 1,2 0 50,4 1-22,7 1 0,-6-3 1,6 1 131,1 0-69,3-4 1,5 7 0,-1-5 0,-3 1-1,-5 0 434,-3 2-465,-1 1 0,-7 2 1,-2 0-88,-1 0 0,-6 0 0,1 0 0,-1 0 67,1 0-30,-3-6 0,5 4 0,-9-2 0,-2 2 0,-5 2 5,-3 0-16,-8 0 0,0 0-136,-4 0-39,-2 0-546,4 0-790,-6 0 418,0-6 0,7 4-382,2-3 851,-3 4 0,1-1-1110,-7-2 1730,-13 2 0,-47-23 0,18 13 0,0 0 0</inkml:trace>
  <inkml:trace contextRef="#ctx0" brushRef="#br0" timeOffset="31">10479 10790 7882,'0'-14'267,"0"6"0,0-4 1,0 2 1073,0-3-924,-6 5 1,4 1 0,-4 3 0,-1 0-1,-2 1 932,-4 1-1235,-1 2 1,0 2 0,0 2 0,-1 6 0,1 2 447,0 3-535,0 5 1,-4-4 0,3 4 15,2 1 0,3-4 1,1 6-1,3-3-556,-1-3 403,6-1 0,-4-2 0,8 1-446,2-1 417,12 0 0,-6-4 0,13-3 1,1 0-1,2-4-316,2-1 382,-1-2 1,-1-5 0,-2-2-1,-3 0 1,-1-3 322,-4 2-46,-1-4 1,-3 4 0,-2-7 356,-2 1-39,-6 0 1,4 5 498,-7-1-747,0 7-327,0-10 0,0 13 0,0 0 39,0 8 32,0 5 1,0 1-1,0 0 8,0 0 0,1 5 0,2 0 0,4-1 63,1-2-106,1-2 0,7-2 1,1-1-18,2-1 1,2-5 0,-4 3-1,2-2-15,-2-3-22,-1-1 1,-2-9 0,1-2 266,-1-4 1,-1-3 0,-2-1-1,-3-2 247,-2 2-343,-1-5 0,-5 1 1,0-4-114,0 1 1,-2 7 0,-3-2 0,-4 3-215,-4 2 169,-1-1 1,-5 8 0,-2 2-526,-1 3 1,3 4 0,-3 3 0,2 4-1611,2 4 1586,3 1 0,5 0 1,2 0-204,2 1 0,1 0 1,5 3-1,2-1 810,2-4 0,4 1 0,44-12 0,10 4 0</inkml:trace>
  <inkml:trace contextRef="#ctx0" brushRef="#br0" timeOffset="32">11119 10776 7882,'14'-8'152,"0"-4"1,-6 4 1078,-3-7-914,-4 1 1,-2 6 0,-2 2 0,-4 1 0,-1 0 1424,-3 2-1482,-1 2 1,-3 2-1,1 2 141,0 2-299,0 6 1,4-8-1,2 7 1,2 1 208,3 2-236,1 1 0,2 0 0,2 0 3,3 0 0,3 1 0,6-1 1,0 0 95,0 0-183,0 1 1,1-6 0,-3 1 97,-2 1 0,2-4 0,-4 3 473,0 1-421,5-5 0,-13 7 4,0-4 1,-2-1 0,-9 0 0,-3 0-87,-3 0-381,-2-5 1,4 8 0,1-6-938,0-2 1,0-1 0,0-2-1150,-1 0 839,8 0 1,0-2 1568,7-3 0,32-66 0,-12 25 0,-1-1 0</inkml:trace>
  <inkml:trace contextRef="#ctx0" brushRef="#br0" timeOffset="33">11204 10762 7902,'6'8'757,"-3"-2"656,7-6-1027,-7 0 1,5-5-1,-3 1 443,4 0 0,9-3 0,2-1 0,4-2 790,6 1-1520,-2-1 0,7-2 0,-6 0-1125,-1 3 506,0 6 0,-6-5 1,-3 5-1,-3-2-3117,-2 2 2204,-6 1 1433,-1 2 0,-58 7 0,-12 1 0</inkml:trace>
  <inkml:trace contextRef="#ctx0" brushRef="#br0" timeOffset="34">11432 10691 8835,'0'8'1583,"0"0"1,0-4-495,0 6-288,0-4 0,0 8 0,0-1 0,0 6 1,0 3 2141,0 3-2594,0-4 0,0 6 1,0-4 688,0 4-976,0 2 1,0-6 0,0-1 0,0-1 0,0-4-402,0-1-145,0-8-1200,0 5 1,-2-12-2966,-3 4 3630,4-3 1019,-6-2 0,-37-51 0,16 19 0,1 1 0</inkml:trace>
  <inkml:trace contextRef="#ctx0" brushRef="#br0" timeOffset="35">4124 12468 8325,'0'-8'560,"0"0"-79,0 3 188,0 4 0,0-7 0,0 6 146,0 2 0,0 3-628,0 12-102,0-1 0,0 0 0,0 2 1,0 1-1,0 2-22,0-1-83,0 4 1,0-5-1,0 5-52,0-1 1,0-1 0,0-2 0,0 1-273,0-2 271,0-1 0,1-2 1,2 0-61,2 0 0,6 1 1,-1-3 24,2-2 160,9-4 0,-5-6 0,3 0 96,-4 0-63,6 0 0,-4-6 1,5-4-1,0-2 0,-1-3 323,0 1-351,-2 0 1,-5 0 0,0 1 401,0 4-370,-6-4 1,3 5 0,-6-6 0,-2 0 76,-1-1-140,-2 7 0,-7-4-332,-2 2 200,-10 4 1,1 0-1,-4 6 1,2 0-1,1 0-511,-2 0 502,6 0 1,-6 0-1,7 0-73,0 0 86,6 0 0,-5 4 1,4 3-236,-4 1-61,5-5 213,2 3 322,6-6 1,6 0 0,3 0-1,4 0 289,1 0-330,1-6 0,-1 3 0,0-7 353,0-1-324,-6-1 1,8-4 0,-5-2 0,0-2 0,2-1 321,-1 1-373,-4-6 0,-1 6 0,-7-4-111,0 5 98,0-3 0,-2 8 0,-3-2 0,-4 5 0,-6 2 217,-3 1-462,2 1 0,-10 7 0,6 2-979,-2 3 825,4-4 1,-7 12 0,6-4 0,2 4 0,1 1-1175,2 0 803,6 1 1,2-1-1,6 0 709,0 0 0,50 7 0,13 1 0</inkml:trace>
  <inkml:trace contextRef="#ctx0" brushRef="#br0" timeOffset="36">4408 13235 8044,'0'-14'1042,"0"0"208,0 0-643,0 6 0,0 0 0,0 3 829,0-4-1381,0 3 1,-6-1-1,-4 7 84,-2 0 0,-3 5 0,1 1 1,0 2-117,0 3-129,-1 8 0,1-3 1,0 4-12,0 1 0,0 0 0,-1 4 0,1-1-8,0 1 13,6-5 0,-3 6 0,6-7 82,2-2 1,1-1 0,4-2-1,3-1-38,4-4 170,10 4 0,-1-12 1,5 4 288,3-3-273,-6-2 0,7 0 0,-5 0 0,2 0 0,-2-2 330,-2-3-260,-1 4 1,-4-7 402,-1 3-244,-6 3-60,-2-10 1,-8 10-186,-2-2-143,2 2 0,-12 2 0,1 0 0,-4 0 0,-2 0-464,-2 0 338,6 0 1,-8 0-1,6 0 50,-2 0 1,-1 0 0,2 0 0,1-2-177,4-2 218,-1 2 1,6-9-1,-5 5-259,4-2 0,3 3 0,6-4 0,0-2-1597,0-2 1477,0-1 0,6 4 0,5 1-1037,6-2 0,1 0 1491,5 1 0,33-3 0,12 6 0</inkml:trace>
  <inkml:trace contextRef="#ctx0" brushRef="#br0" timeOffset="37">4280 14145 6669,'0'-14'1496,"6"6"0,-4-4 1525,3 2-1860,-4 4-676,-1-1-419,0 7 1,-1 7-1,-3 2 1,0 4 0,1 1-1,1 2 156,2 3-127,-6-3 1,4 4-1,-3-6-15,4 1 1,-4 4 0,0 0 0,2-2-80,2-1-8,1-2 0,0 0 1,0 0-73,0 1 47,0-1 0,0-5 0,0 1 0,1 1-82,4 1 162,-4-4 0,12 3 7,-3-6 0,2 0 1,2-5-1,2 0 386,3 0-373,-3 0 1,6 0-1,-5-2 128,2-2 1,5 0-1,-5-3 1,-2 0 135,-1 4-569,-8-5-401,5 7-60,-12-12-421,6 11-1081,-7-4 1,0 4-598,0-2 1570,0 2 1227,0-4 0,-13-7 0,-3-3 0</inkml:trace>
  <inkml:trace contextRef="#ctx0" brushRef="#br0" timeOffset="38">4294 14288 8227,'-8'-7'1849,"2"6"-709,0-12-625,4 11 0,-4-6 1,7 5 215,4-1-599,3-7 0,6 7 1,2-4-78,3 2 0,-2 0 0,5 3 0,-1-2 267,-4 2-498,-1-5 0,-2 6-977,1-2 1,-1 2-286,0 2-1257,-6 0 1447,5 0 1248,-12 0 0,-13 0 0,-12 0 0</inkml:trace>
  <inkml:trace contextRef="#ctx0" brushRef="#br0" timeOffset="39">4308 14145 8227,'0'-8'3019,"0"1"-1292,0 2-1103,0 3 1,2-10 194,3 2-897,3-3 0,6 1 0,0 1 39,0 1 1,2 2 0,1-3-1,4 2 290,1-2-372,-5 4 0,6-4 0,-6 7-312,2 1 1,-5-4-1,-4 2-784,1 2 482,-5 2-372,0 1 0,-7 1-808,-4 4 1382,3-3 533,-10 10 0,-15-4 0,-11 6 0</inkml:trace>
  <inkml:trace contextRef="#ctx0" brushRef="#br0" timeOffset="40">7251 12198 8417,'0'-8'1753,"-1"1"-1403,-4 7-198,4 0 0,-6 2 0,7 3 0,0 6 0,0 5 0,0 4 718,0 2-796,0 2 0,0 0 1,0-1-1,0 3 0,0 1 31,0 1-178,0 0 0,0-4 1,0-2-1,2-1 0,1-4-496,2-1 512,6-8 1,-2 3 0,9-6 46,1-2 0,6-2 0,-1-2 1,2-4 321,3-4-232,-1-4 0,-1-1 0,-2-1 303,-1 1 0,-6-5 1,-1 0 669,-6 2-732,-5 1 1,-6 2 119,0 0-457,-6 0 0,-4 4 1,-8 2-1,-6 2 0,-3 3-876,-1 1 758,-1 2 1,1 2 0,-1 1-616,1 2 640,6 6 1,1-10 0,7 4 0,1-2 0,2 0 52,2 2 0,6 0 0,-4-4 259,7 4-220,0-3 0,2 4 0,3-8 0,6-2 1,4-6 195,4-2-109,7-3 0,-4-4 0,5 0 371,-4 2-227,4 1 1,-11-3 0,3 0 0,-5 2-1,-3 1 885,-1 2-1017,-7 0 1,3 4 0,-7 1 358,-4-2-584,-3-2 0,-6 0 0,-2 2 0,-1 3 0,-4 2-942,-1 3 661,5 1 0,-6 2 0,6 0-914,-2 0 610,0 0 1,5 7 0,1 2 0,2 4-1,3 1 728,2 0 0,20 19 0,10 5 0</inkml:trace>
  <inkml:trace contextRef="#ctx0" brushRef="#br0" timeOffset="41">7408 12965 8090,'0'-14'463,"-6"0"0,4 0 0,-4 0 1770,-1-1-1948,6 7 0,-12 2 0,4 6 0,-4 0 0,0 2 0,2 2 261,2 6 0,-1 3-487,-4 1 1,-5 2 0,0 1-1,2 3 1,1 3 0,2 0 304,0-1-406,-1 5 0,6-9 0,1 4-126,2-2 1,1-1 0,5-5 0,2 1-334,2-1 423,4 0 0,13-4 1,2-3 120,4 0 1,2-3-1,1-4 1,1-1 264,2-4-252,-6 4 1,-1-7-1,-7 5 73,-2-2-158,-1-6 1,-7 9-1,-1-4-838,-2 0 413,-1 4 1,-6-4-560,-4 6 1,-1 1 0,-6 4 0,3 4 1012,-2 4 0,-21 39 0,-6 10 0</inkml:trace>
  <inkml:trace contextRef="#ctx0" brushRef="#br0" timeOffset="42">7124 13761 7589,'0'-7'3052,"0"-1"-709,0 3-1101,0 3 125,0-4-1219,0 6 0,0 6 0,0 4 0,-2 1 25,-3-2 0,4 9-85,-4-4 0,3 3 0,1-1 1,-2 2 58,-2 0-183,0 1 1,5-3-1,0 2 1,0 1-1,-1 0-145,-4 1 113,3-4 1,-4 4 0,6-5-226,0-1 227,6-6 0,-3 3 0,7-5 0,1 2 10,2 3 44,1-5 1,5 1 0,0-7 38,-2 0-41,-1 0 1,-2 0 0,0 0 0,0-2 0,1-1-27,-1-2-25,0 0 1,0 1 0,1-1-76,-1 2 0,-5-3-160,1 1-15,-1 0-533,-1-1-165,-2 4 1,-4-9-1261,3 6-177,-4-6 2450,6 10 0,-39-25 0,-7 3 0</inkml:trace>
  <inkml:trace contextRef="#ctx0" brushRef="#br0" timeOffset="43">7209 13975 8315,'-8'0'1177,"-3"-2"351,6-3-718,-6 4 1,8-5 1598,-7 6-867,7 0-1545,-3-7 0,8 6 0,2-4-572,6 3 444,-4-4 1,11 3 0,-2-5 0,2 0 0,2 2-1006,0-1 566,0 3 0,-5-1 0,0-1-282,1-2-266,-1 5 0,-5-5 0,-1 3 1118,-2-5 0,-39-21 0,-14-7 0</inkml:trace>
  <inkml:trace contextRef="#ctx0" brushRef="#br0" timeOffset="44">7138 13761 8315,'-8'0'2065,"2"0"0,12-4-85,3-1-1559,10-6 1,0 3 0,8-6 385,3 0 1,8-1-592,0 1 1,-5 2 0,-3 1-1,-6 3 444,-4 1-1619,-1 3-1061,-11 4 1504,-1 0 1,-9 0 0,-3 0-2500,-4 0 1898,2 6 0,-5-3 0,2 5 1117,-2-2 0,-9 12 0,-1-3 0</inkml:trace>
  <inkml:trace contextRef="#ctx0" brushRef="#br0" timeOffset="45">10664 12084 8018,'0'-14'408,"0"0"1,0-1-1,0 1 1200,0 0-1517,0 6 0,4 3 1,1 10-1,-2 4 1,-1 6-1,-2 4 583,0 4 0,0 4-431,0 2 1,0-1 0,0 0 0,0-1-66,0-3-181,0 3 1,0-11-1,0 3 1,0-4-1,-2 0-216,-2-1 393,2-6 327,-4 4-419,6-10 0,0 3 1,0-10-1,0-5 0,0-2 459,0-2-601,0-7 0,4 1 0,1-7 59,-2-2 1,-1 9 0,-2-9-1,2 2 134,2 1-52,-2 3 1,4-2 24,-6 6-207,0 0 0,0 10 1,0 3-306,0 4 148,0 5 1,0 11 0,0 2-296,0 3 306,0-3 0,-1 9 1,-3-4-1,0-1 1,1 1-1387,1-4 815,2-1 1,0 3 0,0 0-285,0-2 1102,0-1 0,-13 17 0,-2 5 0</inkml:trace>
  <inkml:trace contextRef="#ctx0" brushRef="#br0" timeOffset="46">10678 12909 8033,'0'-15'838,"0"1"0,0 0 1204,0 0-1868,0 6 0,0 3 0,0 10 1,0 4-1,-2 4 0,-1 1 353,-2 0 0,1 5-397,4 0 0,0 5 0,0-5 0,0-2-218,0-1-47,0-2 0,0 0 0,0 1-482,0-1 803,0 0-204,0-6 1,0-3 0,0-10-1,0-4 99,0-4-48,0-8 0,0-1 0,0-6 124,0-1 0,0 1 0,0-2 1,0 0 275,0 1-353,0-2 0,0 15 0,0-3-120,0 3 0,0 7-600,0-1 70,0 14 1,0-1 0,0 14-44,0 2 1,0 6-1,0-3 1,0 2-1174,0 0 945,0 0 0,0 2 841,0-2 0,6 22 0,2 0 0</inkml:trace>
  <inkml:trace contextRef="#ctx0" brushRef="#br0" timeOffset="47">10678 13577 8103,'0'-15'443,"0"6"0,0 0 0,2-1 1965,2 2-1790,-2 2 0,4 7 1,-6 4-109,0 5 0,0 7 0,0 2 0,0 0-238,0 1-167,0-4 1,-1 6 0,-3-4-167,0 1 0,-1 0-356,5-5 1,0 0 0,0 0-855,0 0 1092,0-6 1,0 0-1,2-5-443,2 2 693,-2-6 1,9-7 0,-6-7 44,-2 1 1,-2-5-1,1-1 1,1-2 224,2-4-173,0 0 0,-5 3 1,0 3 754,0-1-611,0 12 1,0-10 180,0 9-938,0 4 0,-5 1 309,0 10 1,0 3 0,5 6 0,0 0-712,0 1 468,0-1 0,0 0 1,0 0-828,0 1 1,0-1-1,0 0 1206,0 0 0,19 0 0,5 1 0</inkml:trace>
  <inkml:trace contextRef="#ctx0" brushRef="#br0" timeOffset="48">4380 14927 8238,'0'-14'1846,"0"5"-187,0-1 1,0 8-1111,0 2 1,0 7 0,0 7 0,0 0-1,-2 2 109,-3 3-563,4-3 1,-7 6 0,5-5 0,-2 2 0,2 0 396,1 2-697,2-5 1,-5 4 0,1-6-1,0 0 1,3 1-558,1-1-1878,0-6-823,0 4 1375,0-4 1354,0 0 1,0-3 733,0-10 0,-6-66 0,2 25 0,0-1 0</inkml:trace>
  <inkml:trace contextRef="#ctx0" brushRef="#br0" timeOffset="49">4337 14984 8238,'14'-14'194,"0"0"0,-4-1 1260,-1 1-388,1 0-346,-2 6 1,4 2 0,-2 6 647,2 0-1145,3 0 1,-1 6 0,2 4 51,3 2 0,-4 2 1,4 1-1,-1 0 412,1 4-588,-4-3 1,6 5 0,-7-5 42,0 3 0,-1-4 0,-2 4 0,-3-3-131,-2-2-29,-1-6 0,-5 5 103,0-4 1,-6 2-1,-4-1 1,-4-4-176,-5 0 139,-3-4 0,-8 9 1,-2-6-208,-1-2 1,2 0 0,5 0 0,4 2-4283,2-2 2532,1-1 1,5-2 1907,-1 0 0,1 0 0</inkml:trace>
  <inkml:trace contextRef="#ctx0" brushRef="#br0" timeOffset="50">4408 15553 8103,'0'-8'-449,"0"0"0,0 3 2865,0-4-216,0 2-1063,0 1-1054,0 6 0,0 6 0,-2 5 1,-1 5-1,-2 3 51,2-1 1,2 4 0,1 1 0,0 3 47,0-3-210,0 4 0,-2-5 0,-1 5-98,-2-3 1,1-4 0,4-5 0,0-1-597,0 0 567,0 0 1,0-4-16,0-1 1,0-7-1,0-2-1701,0-8 1420,0-5 1,0-1-1,0 0-1894,0 0 2345,0-7 0,-7-33 0,-1-14 0</inkml:trace>
  <inkml:trace contextRef="#ctx0" brushRef="#br0" timeOffset="51">4408 15524 8128,'-8'0'2100,"2"-1"-1246,6-4 39,0 3 133,0-4-804,0 6 1,1 0-1,2-1 1,4-3 30,1 0-156,1-1 0,5 5 0,1-2-273,-1-2 0,0 2 0,0-3-56,0 4-276,1 1 0,-1-5-639,0 0 1,-4 0 0,-1 5-977,2 0 1623,-5 0 0,2 0 500,-3 0 0,-41 26 0,-5 5 0</inkml:trace>
  <inkml:trace contextRef="#ctx0" brushRef="#br0" timeOffset="52">4365 15695 8124,'0'8'2956,"7"-2"-2142,2-6-439,4 0 1,1 0-1,2-1 1,1-3 0,4 0-35,1 1 1,-5-4 0,4 2 0,-2 2-44,0 2-456,-7-6 1,1 6-200,-4-4-5,4 3-353,-5 2-141,-2 0 28,-6 0-3414,0 0 4242,-6 0 0,-8-6 0,-8-2 0</inkml:trace>
  <inkml:trace contextRef="#ctx0" brushRef="#br0" timeOffset="53">7109 14686 8258,'0'-8'3488,"0"1"-2323,0 7 67,0 0 1,-4 2-690,-1 3 0,-5-2 0,4 5 0,-2 0-564,-3 0 37,-2-5 1,-6 9 0,-1-4-132,-2 0 0,3 3 0,-3-6 0,1 0-281,4 1 289,1-4 1,2 4 0,0-6-3,-1 0 1,6-6 0,1-4 0,2-3-9,3-1 140,1 0 1,2 5-1,2-1-47,2-1 34,4-2 1,6 4 0,2 1 0,2 2 0,2 2 302,2 3-195,-4 1 1,8 0 0,-3 1 408,-1 4-431,5 3 0,-10 3 0,5 2 0,-1 3 0,-2-1 170,1 1-197,-4-2 0,6 1 0,-5-3-6,2-2-48,0 2 0,-5-8 0,1 3 0,-1 0 0,0-4-224,0-1 152,1-2 0,-6-2 450,1-3 0,-7-3 0,1-6 154,-2 0-503,-2 0 0,0-5 1,0 0-45,0 1-29,0 3 1,-6-4-1,-4 0 1,-1 1-1,0 2-1473,2 2 1225,-1 6 1,-4 0-1,0 5-2064,-1-1 1745,1-1 1,0 6 0,0 4 0,0 5 0,-1 2-1438,1 2 130,6 1 1903,2 5 0,6 40 0,0 16 0</inkml:trace>
  <inkml:trace contextRef="#ctx0" brushRef="#br0" timeOffset="54">7138 15411 11052,'0'-8'1208,"0"3"1,-2 10 142,-3 4-1353,-2 4 0,-8-4 0,1 1 0,0-1 0,-2 1 0,-1-2 0,-2 0-343,1-1 1,1-2 150,-2 5 1,3-7-1,-3 2-89,3-4 0,4-2 0,2-4-2,6-5 348,2-2 1,2-3-68,0 1 1,2 2 0,2 2-1,7 4 178,7-1-106,-2 6 0,9-5 0,-5 6 378,3 0-280,-6 6 0,8-3 0,-4 7 1,-1 1-1,2 1 552,0 2-506,-4 1 0,2-3 1,-5-1-76,-1-1 1,5-5 0,0 2-1,-2 0 36,-1-4-59,-2-1 1,-4-2 0,-1 0-89,2 0 0,-3-5 1,0-2-1,-2 0 500,-3-4-432,-1-2 0,-2-3-17,0-3 0,0 3 0,-2-3 0,-2 4-97,-6 0-31,4 1 1,-7 5 0,4 1-278,-4 1 33,-1-4 0,-2 10 0,-1-4 1,-2 5-1,1 3-2298,3 2 2110,0 6 0,1-3 1,2 6-1779,2 0 1828,-3 1 0,12-1 433,-4 0 0,29 38 0,7 10 0</inkml:trace>
  <inkml:trace contextRef="#ctx0" brushRef="#br0" timeOffset="55">7010 14742 8197,'-8'0'136,"-5"0"1,4 0 1209,-4 0-844,5 0 1,3 0 0,10 0 1048,5 0-1239,9 0 0,4-4 0,11-3 0,3-1 0,5-1 1260,0 1-1413,1-5 1,-2 6-1,-2-8 1,-2 3-1,-4 1 135,-6 1-174,1 7 1,-17-8 258,3 6-308,-9 0 1,-5 5 0,-12 0 0,-9 0 0,-11 0-1781,-7 0 1260,-1 0 1,-15 7 0,5 1 85,-1 0 1,1 4 0,5-2 0,1 2-4,3 3 278,1-1 1,9 0 0,4 0 190,5 0 1,9 1-178,9-1 265,15-6 1,4 3-1,17-6 296,6-2 1,1-3-1,14-5 1,0-5 585,3-2-645,0-2 1,1-1 0,-1 1 512,-4 0-843,-10 0 0,-8 0 1,-11 1-1,-5 2 565,-7 1-448,-5 7 0,-8-3 0,-4 6 416,-8 0-991,-7 0 0,-9 1 0,-1 4 0,-4 3 1,-1 2-1288,-4-1 1414,-7 1 1,4 2-1,-1-1-34,4-1 0,9-2 0,-4 3 0,3-3-152,4-2 261,3-1 1,10-1 176,1 1 0,8 0 276,6-5-178,13 0 1,10-2 0,10-1 184,5-2 0,3-6 1,2 3-1,0-1 818,-1-1-668,7 1 0,-6 0 1,1-1-61,-4-1 0,-10 3 1,0 0-274,-5 2 121,-14 1-154,2 5 1,-26 0 0,-7 0 0,-10 0-1066,-8 0 593,-10 6 1,-1 1-1,-4 4-729,0-2 890,8-6 0,-3 9 0,9-6 0,4 0 0,5 0-1386,8-2 887,11 4 1,1-7-1914,10 4 2074,10-4 0,13 6 1,11 1-1,4 1 563,3 1 0,-3 10 0,4 7 0,3 4 0,0 0 0</inkml:trace>
  <inkml:trace contextRef="#ctx0" brushRef="#br0" timeOffset="56">6981 15581 7235,'-8'-8'1027,"2"-4"1,8 4 0,2-2 0,8 2 0,5 0 2130,7 1-2752,2-3 1,9 1 0,5-1 0,4 1 0,3-1-1,1 2 1,-1 0 188,0 1 1,-4 3 0,-7 0 0,-2 2-99,-7 2-458,-5 0-139,-8 0 1,-8 0-339,-6 0 385,-6 0 1,-10 0 0,-4 0-1106,-9 0 840,-6 0 1,-7 0-1,-1 0 1,0 0-1,-1 0-993,-3 0 1167,2 0 0,-8 0 0,5 0-323,3 0 397,0 0 1,9 2 0,4 1 0,7 2 756,6-2-441,10-2 0,6-1 257,12 0-118,7 0 1,19 0 0,4-1 0,7-4 0,4-3 1442,1 0-1548,4-5 1,-10 6 0,2-8 722,-3 1-840,-1 0 0,-4 4 1,-4 3-1,-10-1 548,-7 0-495,-7 5 1,-14-4-131,-7 7-284,-6 0 1,-20 0 0,-5 2 0,-6 1 0,-4 3-1545,-3 2 1356,-1 2 1,3 4 0,1 0-65,2 0 1,8 1-1,10-1 1,5-2-603,7-2 869,10 3 0,6-12 204,12 4 124,13-4 1,16-1-1,10-1 1,4-4 0,2-6 1001,-2-6-857,3 1 0,-11-5 1,2 7 336,-7 0-822,-10 0 1,-9 4-1520,-5 1 409,-14 6 0,-9-2 0,-15 10-492,-4 4-153,-2 4 0,3 6 1950,2 0 0,-16 12 0,2-1 0</inkml:trace>
  <inkml:trace contextRef="#ctx0" brushRef="#br0" timeOffset="57">10905 14316 8172,'0'-14'855,"-6"0"1,5-1 0,-4 1 1624,3 0-1882,2 6 1,0 3 0,-1 10 423,-4 4 1,2 4-830,-7 1 0,6 5 1,-6 0-1,-3-1 0,-2-3 1,-4 0 165,1-1-306,-4-6 0,2 4 0,-4-4-722,5 0 477,-3-2 1,6-6-1,-3 0 1,3 0-1038,2 0 1018,6 0 1,-3-6-1,6-3-30,2-4 187,8-1 0,3 0 1,6-1-1,0 1 0,2 0-216,3 0 351,-3 6 0,9-3 0,-4 6-54,1 2 119,-5-5 1,8 6 0,-4-2 0,1 2 0,2 4 748,-2 2-768,5-2 1,-10 11 0,5-4 299,-1 4-285,-2-5 1,0 4 0,0-2-1,-2 1 1,-1 0 354,-2-2-279,0 1 0,0-2 190,1-4 407,-7-2-45,4-2-679,-10-6 1,4-2-407,-6-6 254,0-7 1,0 5 0,0-3-1,-1 4 1,-4-1-196,-5-3-193,-2 3 0,-3-5 0,1 9-1428,0 2 1408,-6 4 0,4 6 1,-5 0-1,2 0 0,0 2-1836,2 2 1415,1 4 1,2 11-1,1 2-283,4 1 147,-4 2 1026,12-2 0,1 36 0,7 4 0</inkml:trace>
  <inkml:trace contextRef="#ctx0" brushRef="#br0" timeOffset="58">10905 14913 8258,'0'-8'6054,"0"2"-5283,0 18-586,-6-2 1,-2 10-1,-6-5 1,-2-1 0,-1 2-1,-2 1 1,0 2 476,-2-2-707,-1-1 1,-1-2 0,0-1 0,1-2 0,2-3-184,-1-2 1,-2-1-15,4-5 1,0 0-1,4 0-427,1 0 603,6-6 1,2-2 0,6-6-17,0-1 1,2 1-1,2-2 1,6-1 101,2-2-20,3 6 1,4 1 0,0 4 351,-2 0-234,5 2 0,-1 6 0,4 0 0,-1 0 0,-1 0 741,-1 0-684,5 6 0,-9 2 0,4 5 372,-2-4-454,-1 10 1,-3-14 0,1 9-1,2-1 1,-1-1 388,-2 2-460,4-6 1,-4 3 0,3-6 103,-3-2 26,-2-1 1,0-2 0,0 0 389,0 0-140,-6-6 1,-1-2 77,-7-7-478,0 1 0,0-2 1,0-1-1,0-2 1,0 0-613,0-1 347,-7 4 1,4-5 0,-6 7-512,-2 0 416,-2 0 1,-3 6 0,-1 3 0,-2 3 0,0 2-2137,-2 0 2034,6 7 1,-11 1 0,7 6-1747,2 0 1808,1 7 1,4-4 397,2 7 0,4 25 0,6 11 0</inkml:trace>
  <inkml:trace contextRef="#ctx0" brushRef="#br0" timeOffset="59">13948 2929 7992,'-8'-8'233,"2"0"1567,6 3-1479,0 3 1,1-4 0,6 6 0,5 0 537,6 0 1,7 0-637,-1 0 1,7 0 0,2 0 0,1 0 156,0 0-386,-4-6 1,5 4-1,-6-2 1,-3 2-1,-2 2 109,-5 0-613,-3-6 349,-8 4-602,-2-4 1,-7 7 0,-4 2 0,-6 2-1550,-7-2 1888,3 5 0,-12-6 0,5 4 162,-1 0 1,-2-4 0,6 4 0,0-1 261,-1 0-80,10 0 1,-9-5 79,10 0 986,-4 0 0,4 0 1388,-1 0-1304,7 0 30,-3 0-809,6 0 1,5 6-1,-1 3 199,-1 4-298,-1 1 0,0 2 124,2 3-278,-2-3 0,4 4 0,-6-5 0,0-1 1,0 2-801,0 2 444,0-2 0,0 5-664,0-7 745,0 0 1,0 0-1,-1 1 1,-4-3-806,-5-2 884,-2 2 0,2-10 0,1 3 63,-2-4-24,4-1 0,-5 0 1,2 0 374,-2 0 182,4 0 0,-3-1-162,6-4-122,0 3 0,10-5 1,1 3-1,2 0 0,3 0 576,2 3-669,7 1 1,-4-2 0,5-1 78,-1-2-201,-4 1 1,6 4 0,-4 0 0,1-2-1,0-1-806,1-2 738,-4 0 1,9 1 0,-6-3-449,-2 0 448,6 3 1,-8-8-1,4 4 1,-3-2 0,-3 1-209,-4-2 232,4-2 1,-10-1 0,5 0 122,-2 0 56,-1-1 1,-5 1 0,0 0 0,-2 0 0,-1-1 253,-1 1 129,-1 0 0,0 0 68,0 0 112,-6 6 0,8-3 70,-6 6-642,5 0 0,-2 7 1,6 2-82,0 6 175,0 3 1,0 2 0,0 3-1,2 2 1,1 1 289,2-1-373,-1 6 1,-4-9 0,0 7 74,0 1-89,7-4 0,-6 4 1,4-6-1,-3 0 0,-2 0-229,0 0-126,0 0 1,4-5-924,1 0 706,0 0 1,1-6-1,4-3-1163,2-4 1028,-4-7 1,5 3 0,-5-7-418,0-1 508,4-1 1,-9-4 553,7-3 0,-7-47 0,0 24 0,0 0 0</inkml:trace>
  <inkml:trace contextRef="#ctx0" brushRef="#br0" timeOffset="60">14275 3057 8411,'-6'7'1893,"4"0"-762,-4-7-785,6 0 1,1 0 0,4 0 489,5 0 1,4 0-742,5 0 0,-2 0 0,5 0 0,-1 0-97,-4 0-202,5-7 0,-6 6 0,3-4 1,-3 4-1,-2 1-887,0 0-613,1-7 0,-1 6 153,0-4 1551,-6 3 0,-2-4 0,-6-2 0</inkml:trace>
  <inkml:trace contextRef="#ctx0" brushRef="#br0" timeOffset="61">14858 2914 7992,'0'-8'247,"0"-4"1471,0 2-849,0 4 1,0-2 207,0 3 1,0 5-130,0 0-776,0 7 0,0 7 1,0 0 101,0 0 1,0 2-1,0 2 1,0 2 116,0 2-347,0-4 1,0 4 0,0-5-27,0 2-142,0 0 0,0-5 1,0 0-1,0 1 1,0-1-1894,0 0 1742,0-6 0,-2 3-144,-2-6-2391,2-1 2810,-4-4 0,18-56 0,4-15 0</inkml:trace>
  <inkml:trace contextRef="#ctx0" brushRef="#br0" timeOffset="62">15014 2886 7992,'7'-14'-205,"-6"0"0,6-1 1827,-7 1 1,4 5 348,1-1-1680,0 7 1,-5-2-1,0 10 1,0 4 536,0 4-325,0 1 0,0 5 0,-2 2 698,-3 1-997,4 2 0,-5-1 1,6 1-1,0 0 0,-2-1 490,-3 1-739,4-7 1,-6 6-1,7-6 302,0 2-339,0 0 1,-4-5-1,-1 0 1,2 0-1,1 1-485,2-1-17,0-6 0,0 0-759,0-4 41,0-2 0,0 3-2571,0-10 3386,0-3 0,0-1 0,0-1 487,0-1 0,-6-65 0,2 30 0,0-1 0</inkml:trace>
  <inkml:trace contextRef="#ctx0" brushRef="#br0" timeOffset="63">14758 2957 7992,'0'-8'901,"0"0"271,0 3-305,0 4 1,0-7 1477,0 3-2049,13 4 0,-2-6 0,13 7 0,1 0 0,2 0 874,1 0-1172,7 0 0,-3 0 0,4 0-70,-1 0-14,-2 0 1,-5 0 0,-1 0 0,-3 0 0,-5 0-1262,-3 0-525,-8 0 1,0 0 996,-4 0 0,-2 2 0,1 1 0,-6 3-752,-7 2 1627,-2-5 0,-40 16 0,-10-3 0</inkml:trace>
  <inkml:trace contextRef="#ctx0" brushRef="#br0" timeOffset="64">14858 3057 7992,'-14'0'133,"0"4"1,-1 1 884,1-2-206,6-1 0,0-1 1140,4 4-1659,2-3 0,2 4 0,9-6 1198,4 0-1240,8 0 1,1 0 0,5 0 0,-2 0-1,-1-2 379,1-2-1036,2 2 1,1-4-1,-1 6-222,-3 0 1,1 0 0,-6 0 0,-2 0-2497,-1 0 2284,-2 0 0,-4 0-968,-1 0 1808,1 0 0,4-26 0,0-5 0</inkml:trace>
  <inkml:trace contextRef="#ctx0" brushRef="#br0" timeOffset="65">15384 2914 7992,'0'-14'202,"6"0"0,-4 4 1293,3 1-485,-4 0-43,-1 1 0,0 3 180,0 10-850,0 3 0,0 10 0,0 1 276,0-1-385,0-2 1,0 3-1,0-1 1,0 0 0,0-2 191,0-2-278,0 0 1,0 0 0,0 1-99,0-1-167,0 0 0,0-5 301,0 1-95,0-7-187,0 3 0,0-17 1,0-4-438,0-6 476,0-3 1,0 1 0,0-1-350,0-1 441,0 4 0,0 1 1,0 5-1,0 1 1,0 0-513,0 0 305,0 6 1,0 3-8,0 10 432,0 3 1,0 8 0,0 1 24,0 2-389,0 6 0,-4-8 1,-1 6-1,0-1 1,0-2-1054,1 1 559,-1-2 0,3-5 1,-1 0-1,-2 0-1987,2 1 2182,2-1 458,1-6 0,-38-8 0,-10-8 0</inkml:trace>
  <inkml:trace contextRef="#ctx0" brushRef="#br0" timeOffset="66">14005 3583 7330,'-6'-8'1306,"4"0"1,-4 3 141,-1-4-683,6 2 1,-4-1 376,10 4-966,-4 2 0,12-4 0,-4 6 0,4 0 24,1 0 1,1 0 0,-1 0-1,2 0 311,3 0-428,-4 0 0,12 0 0,-3-2 162,3-3-215,-5 4 1,5-6 0,-2 7 0,3 0 0,2 0 121,-3 0-189,5 0 1,-2 0-1,3 0 36,-3 0 1,-3 0-1,-2 0 1,-3 0-6,-1 0-14,4 0 1,-4 0-1,4 0-11,-1 0 0,-7 0 1,4 0-1,-2 0 26,-1 0 20,8 0 0,-10 0 1,4 0-1,1 0 0,1 0 52,0 0-74,5 0 1,-7 0 0,6 0 41,-3 0-46,-5 0 0,7 0 0,-5 0 0,3 0 1,0-1-60,-1-4 59,-1 4 1,-1-6 0,3 7 12,-1 0 0,0-1 0,-5-2 0,4-2-9,1 2 12,-5 1 0,5 2 1,-4 0-13,1 0 1,4 0 0,-2 0 0,-1 0-90,1 0 89,4 0 0,-7 0 0,4 0 5,-2 0 0,4 0 1,-5 0-1,0 0 134,1 0-184,-4-6 1,5 4-228,-7-3-159,0 4-102,-6 1-485,-2 0 1,-7 0-411,-4 0 25,3 0 0,-10 0 699,2 0 1,-7 5 0,-2-1 710,2-1 0,-43 12 0,-10 0 0</inkml:trace>
  <inkml:trace contextRef="#ctx0" brushRef="#br0" timeOffset="67">14303 3639 7959,'-14'0'-84,"0"0"1,0 0 1980,0 0-1168,-1 0 1,1 0 46,0 0 0,4 0-74,1 0-111,6 0-441,-3 0 1,7 0-1,4 0 1,4 0 961,4 0-959,-5 0 0,5 0 0,-4 0-33,4 0 0,6 0 0,0 0 0,-1 0 246,3 0-392,-5 0 0,11 0 1,-4 0 48,4 0 1,2 0-1,1-1 1,3-2-241,5-2 168,-3 0 1,10 5-1,-4 0 21,-1 0 0,3 0 0,-6 0 0,5 0 26,0 0 2,1 0 0,-7 0 0,-3 0-24,-3 0 1,0 0 0,0 0-1,0 0 1,-3 0 59,-1 0 1,-3-5 0,1 1-12,1 1 1,-4 1 0,-1 2 0,-1 0 11,0 0-23,6 0 0,-9-2 1,5-1 6,-1-2 1,-4 1-1,5 4 1,-2 0 40,0 0-86,0 0 1,-5-2-1,0-1 16,0-2 0,0 1 137,1 4-96,-1 0 1,-5 0 105,1 0-111,-7 0-46,3 0-304,-6 0-1989,0 0 1532,-6 0-551,4 0-1587,-4 0 2917,6 0 0,-19-26 0,-5-5 0</inkml:trace>
  <inkml:trace contextRef="#ctx0" brushRef="#br0" timeOffset="68">13706 4236 7487,'-6'-7'-643,"4"-1"1,-2 3 1370,2-5-538,2 4 1,0-2-1,2 5 1,1-3 0,3-1 876,2 1-648,-5-5 1,8 8 21,-6-7 0,1 3 0,-2-4 389,0 1-592,1 7 0,-5-5 288,0 3-435,0 4 1,0-7 121,0 3-197,-6 3 1,3-4-241,-7 6 200,1 6 0,-6-2 0,1 5 1,0 2-1,1 2-86,4 1 118,-4 0 1,5 0-1,-6 1-53,0-1 72,0 0 0,4 0 0,2 0 1,0 1 15,0-1-13,5 0 1,-3 0-109,6 1 107,0-1 0,2-6 0,2-2 0,6-1 1,2-1 85,3 0-24,-1 4 1,0-7 0,0 4-21,0-4-49,1 6 0,4-6 1,0 6-1,-2-1 153,-1 3-121,-2-2 1,-5 5 58,1-2-16,-7 3 0,3 1 0,-6 0 1,-1 0 458,-4 0-534,-3 1 1,-6-6-1,0-1-17,0-2-29,-1 5 1,-4-9-1,0 3 1,0-4 0,1-1-453,-1 0 353,0 0 0,0 0-11,0 0 37,0 0-27,5 0-425,6 0 192,1 0 345,7 0 0,2 0 0,3 0 0,4 0 140,4 0 22,1 0 0,-5 0 0,2 0-58,5 0-3,-1 0 0,5-1 1,-4-2-1,1-2 1,4 0 247,1-1-299,-5 4 0,10-10 0,-5 2 59,0-3-91,5-1 1,-5 0 0,5 0-1,-3 0 1,-5-1-187,-3 1 198,4-6 0,-6 4 0,2-3 45,-5 3-10,-8 2 1,4 0 0,-7-1 192,0 1-252,-7 6 0,4 2-307,-6 6 142,6 0 0,-10 2 1,5 2-1,0 6-919,3 2 1061,-2 3 0,5-1 0,-3 0-224,4 0 313,-6 0 0,6 5 0,-4 0 0,3-1 1,2-2 223,0-2-243,0-6 1,0 4-1,0-2-39,0 2-29,0-4 1,2 5-1,3-5 352,4 0-294,-2-2 0,5-6 0,-4-2 430,0-2-418,5 2 1,-6-10-1,8 2 1,-1-3 110,0-1-127,0 0 1,-4 1 0,-1 2-15,2 2 0,2-1 0,1-2 1,0 1-146,1 1 124,-1 7 1,-3-10 0,2 5-36,2 1 41,3-6 0,-9 11 0,1-2 0,1 0-188,1 0 184,3 2-6,-1-4 26,0 6 0,-6 1 1,-2 3-1,-1 2 16,0 2 110,-1-5 1,-4 10-111,0-4-24,0-3 1,0 7-1,0-4 35,0 4 69,0-5-58,0 5-62,0-5 0,0 1 164,0 0-98,0 1 17,0-2 407,0-2 72,0 0-329,0-4 344,0 4-395,0-6 529,0 0-540,0-6-395,0 4 1,0-5-245,0 2 1,0-3-200,0-6 466,0 6 1,0-5-222,0 4 232,7 2 1,-6 0 0,6 3-447,-1 0 636,2-7 0,1 9 1,1-3 63,1 4-27,-5 1 1,7 0-1,-4 0 1,4 0 321,1 0-224,-6 6 1,3-3-1,-4 5-10,0-2-88,-3 5 1,3-7 0,-2 3 0,3 1-115,0 0-22,-2-5 0,-4 8 39,3-6 0,-4 2 1,6-4 9,-1 1 266,-5 1 1,12-6-151,-3-4-56,-4 3 1,7-10 0,-4 2 0,2-2 0,0-3 14,-1 1-88,-1 0 0,5 1 1,0 2-152,1 2 148,-1-1 0,0 2 0,0 2 0,1 1 0,-1 1-18,0 0 75,0 3 0,-4 1 181,-1 0 1,1 0 108,4 0-131,-6 0 0,-2 1 619,-6 4-14,0-3-357,0 4-207,0-6 1,-1 0 152,-4 0-366,3 0 1,-6 0-235,4 0 1,0 0-204,-5 0 406,6 0 0,-5 0 0,5 2-22,-2 2 120,0-2 1,4 4 50,-4-6 57,3 0 1,-6 0 25,4 0-23,2 0 3,-4 0-33,-1 0 29,6 0-41,-5 0-38,-1 0-172,6 0 6,-6 0 84,7 0 1,-1 0-158,-4 0-261,3 0 260,-4 0-66,0 0 0,4 2 0,-4 1-60,0 2 250,4-1 1,-4-2 0,4 1-47,-3 2 1,4 1 0,-4-1-124,3 4 273,2-2 1,0 1-43,0-4 1,0 4 579,0 7-327,0-8 0,7 0-77,2-7 0,-1 0 0,2 0 0,1 0 447,1 0-471,3-7 0,-6 4 0,1-6-23,1-2 0,0-2 0,0-3 0,-2-1-126,2-2-60,-4-6 0,4 3 0,-7-7-129,0 1 1,-3-5 0,-1 1-1,0 4-37,0 2-249,0 3 0,0 5-1106,0 4 364,0 3 841,0 9 0,-1 9 1,-3 13 405,0 2 1,-1 2-1,5 4 1,0 1 217,0-1-214,0-6 0,0 5 0,0-5 228,0 0 1,0 4-1,1-7 1,4-2 409,5-1-515,2-2 1,4-4 0,2-3-173,0 0 0,3-2 0,-2-5 0,3 0-629,0 0 370,5-7 1,-10-1-1,6-6-382,-3 0 1,-1 1-1,-5 2 1,0 2 640,1-2 0,-26-21 0,-7-6 0</inkml:trace>
  <inkml:trace contextRef="#ctx0" brushRef="#br0" timeOffset="69">12441 3000 7963,'6'-8'32,"-4"-5"0,3 4 706,-4-4-605,-1 5 272,0 2 353,0 6 1537,0 0-2196,0 6 413,0-4-59,0 4-70,0-6 194,0 0-606,0 6-24,0-4 155,0 4 0,0-4 1,0 3 39,0 4 50,-6-3 1,4 7 0,-4-4-64,0 4 1,-1 6-1,-4 2 1,2-1-32,-2 1-109,4 4 0,-5-5 0,4 6-52,0-3 0,-3-5 0,6 1 1,0-3-167,-1-2 108,5-6-315,-6 4 370,7-10-37,0 4 46,0-12 1,2-2-1,3-8-461,4-3 473,4-3 0,-4-6 1,1-1-1,1 1 1,1-1-170,3 1 315,-8 6 0,4-3 0,-6 4 52,-2-1 1,4 5-1,-3-2 66,0 3-189,-3 8-602,-1 2 556,0 6 1,2 1 0,1 4 0,2 4 0,-1 4 81,3 1 124,-6 0 0,10 7 0,-4 1 708,1 0-712,1 5 1,1-10-1,-3 6 1,1-1-1,-1-2 851,-1 1-1002,5 4 0,-8-9 0,5 3 476,-2-3-577,-1-2 1,0-5 0,0 1-91,-2 1-975,-2-5-109,-1 0 338,0-6 0,0-1 0,0-4-3092,0-4 3524,0 2 1,-1-5 469,-4 2 0,-41-34 0,15 17 0,1 0 0</inkml:trace>
  <inkml:trace contextRef="#ctx0" brushRef="#br0" timeOffset="70">12270 3199 7963,'0'8'317,"-4"-1"876,-1-2-743,0-3 1,4 4 204,-4-6 0,5 0 0,0 0 594,8 0-880,4 0 0,9-5 0,1 1 822,0 0-1212,5-3 0,-11 3 1,4-3-1,-1 0 0,0 2-1236,-1-1 760,-3 5 1,0-6-1142,-1 7 0,0 0 0,0 0 1638,0 0 0,-6 0 0,-1 0 0</inkml:trace>
  <inkml:trace contextRef="#ctx0" brushRef="#br0" timeOffset="71">12796 3028 9032,'0'-8'3676,"2"2"-1591,3 6-1510,-4 0-1690,6-6 180,-7 4 0,0-3 935,0 10 0,-32 66 0,12-24 0,1-1 0</inkml:trace>
  <inkml:trace contextRef="#ctx0" brushRef="#br0" timeOffset="72">12754 3412 7987,'0'-8'3513,"0"-5"-2089,0 4 91,0 3 1,0-7-1943,0 3 0,0 3-1580,0-3 2007,0 7 0,0-16 0,0 3 0</inkml:trace>
  <inkml:trace contextRef="#ctx0" brushRef="#br0" timeOffset="73">15455 4123 7953,'0'-10'475,"0"1"0,0-2 1795,0-2-1686,0 5 0,-1 2 1,-4 6-39,-5 0 0,2 6 0,1 4-103,0 2-375,2-4 1,1 5-55,-1-4 0,0 4-185,5 1 136,0-6 0,2-2 0,3-6-20,4 0 0,-1 0 0,1-1 289,2-4-159,2-3 1,0-1-201,-4-1 1,-1 2 0,-5-3-213,2 2-934,0 6 1,-7-4 100,-3 7 0,2 2 0,-5 3 1170,2 4 0,-11 35 0,1 10 0</inkml:trace>
  <inkml:trace contextRef="#ctx0" brushRef="#br0" timeOffset="74">15427 4379 7953,'0'8'1538,"0"-1"-615,0-2-249,0-3 1,0 6-149,0-4 0,1-2-57,4 3 0,-3-2-246,2 2-107,-2-4 0,-1 7 0,4-5 306,5 2 3,-4 0-303,7-5 1,-5-2 236,6-3-275,-6 4-1300,-2-5-168,-6-1 698,-6 6 0,3-6-766,-7 7 0,5 0-612,-4 0 2064,6 7 0,-4 7 0,7 8 0</inkml:trace>
  <inkml:trace contextRef="#ctx0" brushRef="#br0" timeOffset="75">16446 4377 15565,'3'25'274,"-2"-1"-300,-1 0 0,0-2 0,0-3-215,0-3 144,0 4 0,0-4-160,0 3-107,0-10 1,2 2 184,3-6 0,-4-2 0,6-6-225,-1-2 180,-5-6 1,11 8-1,-6-5-1234,2 2 918,-5-5 1,5 8-1,-3-7-1010,4-1 1550,-3 5 0,-6-19 0,-8 1 0</inkml:trace>
  <inkml:trace contextRef="#ctx0" brushRef="#br1" timeOffset="76">16493 3838 8053,'8'-7'79,"0"-6"309,-3 3 175,-4-2 0,5 2 0,-6 1 525,0-2 1,-1 4-525,-4 3-527,-3 8 0,-6-2 0,0 4 0,0 1 1,-1 1 316,1-1-335,0 6 0,-5-7 1,0 5 35,2-1 0,1-1 1,2 6-1,-1-1-84,1 0-16,0 0 1,1-4 0,2-1-311,2 2 190,6 2 0,-4-4 0,7 1-46,0 1 228,7 2 0,-4-6 0,6-2-151,2-3 173,2 4 0,1-4 0,0 2 0,1-2 0,-3 0-9,-2 2 3,2-2 31,-4 4-53,6 1 0,-4-6 47,-1 4 28,-5-4 339,2-1-737,-6 0-3213,0 0 3459,-6 0-354,4 0 282,-4 0 416,6 0 1,-2 5 851,-3 0-404,4 0 141,-6 1 22,7-4-176,0 10-563,0-4 0,0 2 242,0-1-247,0-6 0,0 5 0,0-3 345,0 4-404,0 4 0,-4 1 0,-3-1 244,0-4-315,3 4 0,-7-5 0,5 6 1,-2 0-1,-1 0 140,1 1-159,-5-1 1,5 0 0,-6 0-167,0 1 119,0-8 0,-1 6 1,1-5-1,1 1 1,2-1-557,2-1 462,-1-3 1,3-2-25,2 3 161,-3-4 1,6 4-111,-2-10 83,8 4 1,-1-7 0,7 5 105,1-2-65,2 0 0,1 0 0,0 1 0,0 1 30,1 1 57,-1 2 1,0 0-122,0 0 181,0 0 1,-4 0-1,-2 2 1,0 2-1,-2 6 484,0 2-516,-1 3 1,0 4 0,0 1 352,-2 2-397,-2 2 0,-1 4 0,0-1 0,0-1 0,0-3-187,0 2 150,0-4 1,0 4-1,0-4-334,0 1 204,0-5 0,0-1 0,2-6 0,3-1-742,4-1 575,4-2 0,1-6 1,0 0-901,0 0 734,1-6 0,-1-2 1,0-5-1,-1 2 1,-2 2-1739,-2-2 41,-6 5 2120,4-7 0,-26-14 0,-5-11 0</inkml:trace>
  <inkml:trace contextRef="#ctx0" brushRef="#br1" timeOffset="77">17175 3924 7904,'0'-8'406,"0"-5"1,2 5 1057,3 0-60,-4 2-782,6 0 0,-7 11-418,0-1 0,-5 3 0,0 2 0,0 4-13,-1 4 0,3 0 1,-5 7-1,0 1 289,0 2-363,5 2 1,-8-1 0,5 2-69,-2 3 0,5-1 0,-4 6 0,3 0 177,-1-2-165,0 5 1,5-11-1,0 5-20,0 0 0,5-7 0,1 2 0,2-6 104,3-4-93,2-1 1,1-6-1,0-2 143,0-2-63,1-5 1,-1 2 0,0-6 0,0 0 437,1 0-407,-8 0 0,0-2 10,-7-2 1,0 0 121,0-5-396,0 6 235,0-4-3568,0 7-2787,0 0 6221,-7 7 0,-13 7 0,-10 8 0</inkml:trace>
  <inkml:trace contextRef="#ctx0" brushRef="#br1" timeOffset="78">17488 4123 7826,'0'-8'70,"0"0"0,2 5 0,1-4 1203,2 0-662,-1 3 1,-4-3 0,0 2 1011,0-5-1611,0 4 205,0 0-78,0 6 1,0 1 55,0 4 0,0 3 0,0 8 0,0 1-171,0 2 21,0 6 0,0-7 1,-1 4-1,-2 0 1,-2-2 172,2 1-365,1 4 1,2-7 0,0 4 135,0-2-94,0-1 0,0-5 0,2 1 0,3-3 0,4-1-530,4-1 652,1-7 0,2 3 0,1-6 56,2 0 1,5-6 0,-5-3 0,0-4 253,1-1 7,-4-1 0,3 0 0,-8-3-85,-2-1 1,-4 0-1,3 5 1,-2 0 466,-2 0-568,-3-1 1,-2 1-192,-4 0 1,-3 1 0,-6 4-1,0 4-548,-1 4 478,1 1 1,0 0-1,0 0-131,-1 0 0,1 6 0,0 2 1,0 1-266,0 1 403,-1-7 0,6 8-148,-1-6 1,2 6-52,-1-2 696,-4-2-345,12-1 0,1-8 1,9-2-1,4-6 17,1-3 22,0-1 1,1-2 0,0-1-43,4-2 0,-1-6 0,2 3 1,-2-2 414,-6 0-353,-1 7 1,2-4 0,-4 7 137,-4 0 0,-3 0 64,-2 0-336,-7 6 1,0 1-1,-8 7-312,1 0 0,-5 2 0,-1 3 0,-1 4-339,1 4 182,-6-5 0,10 4 0,-3-2-302,4 2 268,0 3 1,3-1 0,2 0-1,6 0 1,2 1-1823,2-1 2354,0 0 0,51 13 0,12 3 0</inkml:trace>
  <inkml:trace contextRef="#ctx0" brushRef="#br1" timeOffset="79">18029 4322 8922,'0'-8'5848,"0"2"-5375,0 6-305,0 0 1,0 6-1,0 3 1,0 4-1,0 1 1,-2 0 220,-3 1-638,4-1 0,-6 0 1,6-1-1,-2-2 1,-2-2-1302,2 2 743,1 2 1,-3-4-222,1 1 0,-1-5 0,3 3 1028,-2-2 0,21-65 0,-8 20 0,-1-1 0</inkml:trace>
  <inkml:trace contextRef="#ctx0" brushRef="#br1" timeOffset="80">18242 4109 7863,'0'-15'605,"0"6"1626,0-1-1068,0 7 1,0-6 1705,0 9-2503,0 3 1,0 11 0,-2 2 8,-3 3 1,4-2-1,-5 5 1,1 0 229,0 1-566,0-6 0,4 5 0,-2-5-62,-2 2 0,0-4 0,5-6 0,0 2-226,0 2-152,0-5 0,0 0 21,0-4 300,0-2 1,0 3-1,0-12 1,0-5-478,0-6 408,0-7 1,0 3-1,0-7-40,0 1 0,0-2 0,0 0 0,0 0-4,0 3 35,0 8 0,0-1-807,0 5 224,0 8 701,0 7 1,-1 7 0,-3 9-82,0 3 1,-1-1-1,3 4 1,-1 0-1316,-2 0 919,1-5 0,4 4 1,0-7-465,0 0 0,0 0 1,0 1 980,0-1 0,31-25 0,9-7 0</inkml:trace>
  <inkml:trace contextRef="#ctx0" brushRef="#br1" timeOffset="81">18469 3952 7894,'0'-14'148,"0"6"1,2-3 0,1 5 1573,2-2-1137,0 5 1,-4-4-1,4 7 1393,4 0-1669,4 0 1,-4 7 0,1 4 380,1 6 1,2 0-407,1 7 0,-2 0 0,0 4 0,-5 1 139,0-1-324,-3 7 1,-2-5-1,1 3 1,2-3 0,-3-2-35,-6 1-291,3-1 0,-12-4 0,4 0-161,-4 1 1,-1-4 0,0-2 0,1-4-921,3 0 380,-2-1 0,4-5-2080,-6 1 3007,6-1 0,2 5 0</inkml:trace>
  <inkml:trace contextRef="#ctx0" brushRef="#br1" timeOffset="82">19081 3895 7888,'-7'-14'834,"6"5"1,-6-1 812,1-1-915,5 5 0,-7-1 65,3 7 0,-1 7-514,-4 2 1,2-1 0,3 2-1,-2 2 19,-1 6 0,-3-1 1,4 5-1,1 0 290,0 0-421,-5 2 1,9 0 0,-4-1-52,-1 3 1,4 1-1,-5 1 1,2-1-257,3-3 142,1 2 1,2-5 0,0 3-95,0-5 1,0-4-449,0 0 274,0-1 228,0-6 0,2-2 0,1-8 532,2-2-344,-1 2-250,-4-11 0,2 7-61,3-3-523,-4-4-222,6 11 112,-7-4-309,0 6-687,0 0 672,0-6-45,0 4-1235,0-4 2394,0 6 0,-13 6 0,-3 2 0</inkml:trace>
  <inkml:trace contextRef="#ctx0" brushRef="#br1" timeOffset="83">18668 4563 7860,'0'-14'424,"0"5"1,2-1 0,1-1 412,2-1 415,0 4 0,-4 1 1001,4 7-1944,-4 0 1,6 2 0,-7 3 0,0 4 136,0 4 0,0 1 0,-2 0 0,-1 0 100,-2 1-537,1-1 0,-1 0 0,0 0-109,2 1 1,-5-1-1,-1 0-2411,-4 0 1967,5 0 1,0-1 0,5-2-2570,-2-1 1262,0-7 1851,-1 9 0,17-23 0,-1 2 0</inkml:trace>
  <inkml:trace contextRef="#ctx0" brushRef="#br1" timeOffset="84">19066 4123 7860,'0'-14'51,"0"6"1,-4-5 0,-1 4-1,0-3 814,-1 3-617,4-4 0,-4 10 1,4-5-1,-1 0 1,-3 2 1552,-2 0-1219,5-5 0,-5 9 415,3-3-597,4 4 0,-7 1-153,3 0 0,-3 5 1,-5 1-1,2 3 385,2 7-491,-1-2 0,-4 12 1,0-6-36,0 2-16,0 2 1,4 4-1,2 1 1,2-1-1,3-1 217,1-3-456,2 3 1,0-7 0,2 5-306,2-1 367,4-6 0,7 2 0,-1-7 0,2-2 0,1-2-597,2 2 396,0-4 0,-3-1 0,1-6-235,2 0-92,0 0 0,-5 0 0,0-2 1,1-2-1201,-1-6 1254,0 4 1,-4-5-1,-3 4-313,0 0 0,2 2 874,-4-5 0,-7-18 0,-5-10 0</inkml:trace>
  <inkml:trace contextRef="#ctx0" brushRef="#br1" timeOffset="85">19351 4109 7888,'8'-15'268,"-2"6"0,-4-1 1,1-1 1471,1-1 0,1-3-324,-5 1-617,0 0 1,-1 6-246,-4 3-507,-3 4 0,-6 7 0,0 4 115,-1 2 0,-4 7 0,0 2 1,2 1 345,1 3-476,2 2 0,0 1 0,0 1 211,-1-1-372,7-6 0,2 4 0,6-6 1,0 1-1,0-1-484,0-2 513,0-3 1,8-2 0,5-2-275,4-1 178,2-7 1,2 3 0,1-6 0,0 0 0,-2-1-1655,1-4 1454,-5 3 0,6-9 0,-5 5-1750,2-2 1708,-6-2 1,-1 3 0,-4 0 0,2 2 437,-1 1 0,-12-20 0,2 0 0</inkml:trace>
  <inkml:trace contextRef="#ctx0" brushRef="#br1" timeOffset="86">19507 4308 16981,'0'7'1555,"0"6"-1608,0-3 1,0 2 0,0 2-319,0 1 271,0-1 1,0 0-488,0 0 0,0-4-445,0-1 1225,0 1-205,0-2 1,2-4 0,1-8 217,2-6-132,-1-2 0,-4-3 0,0 1 54,0 0 0,5 4 1,0 1-272,-2-2 42,-1 5-153,-2-7 0,0 13 0,-2-2 314,-3 5-334,4 9 1,-10-5 0,4 8-651,-1-1 546,5 0 0,-5 0 0,5 1 0,-2-1 0,2 0-2778,2 0 3156,1-6 0,6 11 0,2-3 0</inkml:trace>
  <inkml:trace contextRef="#ctx0" brushRef="#br1" timeOffset="87">19948 4165 7844,'-8'-14'451,"2"-6"1,1 4 0,0-3 0,2 3 0,1 2 2742,2 0-2758,0 6 0,0 3 1,0 10-224,0 4 1,0 10 0,0 3 0,2 2 929,3 0-960,-4-1 0,6 6 1,-7-1-74,0 1 0,0-6 1,0 0-1,0-1 250,0 0-327,0-11 1,0 8-1,0-10-5,0 4 1,0-4-152,0 1 120,0-7 1,0 2 0,0-10-362,0-4 277,0-10 0,4 1 0,1-6 0,-2-1 0,-1-2-292,-2-1 274,0-1 0,5 7 0,-1 3 15,0 4 1,-3 0 0,-1 1-785,0 0-204,0 6-541,0-5 1256,0 18 0,0-3 0,0 12 0,0 0 0,-1 2-1386,-4 3 844,3-3 1,-4 4 904,6-6 0,6 13 0,2 3 0</inkml:trace>
  <inkml:trace contextRef="#ctx0" brushRef="#br1" timeOffset="88">20119 4080 7849,'7'-28'0,"0"6"0,-7 3 1161,0 3-469,6-5 1,-3 5 147,7-2 0,-6 8-463,6 5 0,-5 4 0,4 2 213,2 4-284,2 3 0,-1 12 0,0 4 0,-3 1 0,1 2 849,-3 2-984,0-4 1,-7 10 0,0-7-50,0 1 0,0-1 0,0-1 1,0-2 154,0-1-463,-7-7 1,4 9 0,-6-8-193,-2 0 1,0-2-1,0-4 1,1-1-842,-1-1 111,5-1 0,-5 1 0,4-2-1119,-1-2 2227,5 5 0,-3-16 0,6 4 0</inkml:trace>
  <inkml:trace contextRef="#ctx0" brushRef="#br1" timeOffset="89">20588 4450 7562,'-8'8'752,"0"-2"1349,3-6 700,4 0-1610,-6 0-993,7 0 0,0 2 0,-1 2 388,-4 6-333,3-4 1,-4 7 0,5-2-36,-4 6 1,2-1-343,-7 3 0,7-2 0,-3 1 1,1 1-700,0-2 489,0 5 1,1-6 0,-1 3 0,2-3-2454,1-2 1969,2-6 1,2 3-1472,3-6 2289,-4-1 0,37-48 0,2-11 0</inkml:trace>
  <inkml:trace contextRef="#ctx0" brushRef="#br1" timeOffset="90">20886 4180 8205,'-6'-8'1630,"3"-3"357,-7 6-1546,7 0 0,-9 5 1,4 2 772,0 3-1034,-5 2 0,7 9 0,-4 2 0,6 2 1,0 2 525,0 4-583,2-6 0,-4 7 0,6-5-22,0 0 1,1 0 0,3-4 0,2 1 151,2-2-395,1-1 1,5-4 0,2-1-117,3-1 0,-3-7 1,5 2-1,-3-4-1212,1-1 1208,7 0 0,-10-1 0,2-2-315,-2-2 1,-2-6 0,1 1 0,-1-2 576,0-2 0,-19-20 0,-4-4 0</inkml:trace>
  <inkml:trace contextRef="#ctx0" brushRef="#br1" timeOffset="91">20815 4379 11361,'8'0'1214,"0"-2"1,-3-1-560,4-2-635,4 0 0,1 1 0,2-3 0,1-1 1,4-1-176,1 1-610,2-5 0,-1 7 0,-1-5-2364,-1 2 3129,-2-1 0,-55-42 0,-13-10 0</inkml:trace>
  <inkml:trace contextRef="#ctx0" brushRef="#br1" timeOffset="92">20815 4165 7811,'-8'0'0,"2"-1"0,4-2 1818,-2-2-245,2 0-1119,-4-1 1,7 0 0,4-4-1,5 4-79,2-1-405,9 6 1,-4-10 0,7 6-459,1 2 1,0 1-1,1 2 1,-3-1 487,3-4 0,13 16 0,5-1 0</inkml:trace>
  <inkml:trace contextRef="#ctx0" brushRef="#br1" timeOffset="93">21284 4407 16187,'0'14'-220,"0"1"0,-1 0-684,-4 4 229,4-3 0,-11 5 0,8-7 0,-1 0 0,0 0 675,0 0 0,7-12 0,6-4 0</inkml:trace>
  <inkml:trace contextRef="#ctx0" brushRef="#br1" timeOffset="94">21725 4208 7808,'0'-8'2,"0"0"4480,0 4-2412,0 2-1158,-6-4-360,4 6 0,-9 6 0,5 3-245,-2 4-365,5 1 1,-4 0-1,6 1-9,-4-1 11,4 0 1,-6-4 0,7-1-1,0 2-720,0 2 691,0-5 791,0 4-190,0-10 0,0 3 391,0-10-823,7-9 0,-4-4 1,5-5-42,-2-3 0,3 6 0,-4-1 0,0 2-75,1 0-11,-4 0 0,6 7 1,-5 1-453,2 1-95,-1 7 1,-4-6-12,0 9 661,0 3 0,0 16 1,-1 0 69,-4-2-248,3 5 1,-4-4 0,6 4 0,-1-2-1,-3-2-512,0-3 128,-1 0 1,5-1 0,0 0-262,0 0-938,0-6 1,0 5-930,0-4 2630,0-2 0,13-14 0,2-9 0</inkml:trace>
  <inkml:trace contextRef="#ctx0" brushRef="#br1" timeOffset="95">21981 3952 7816,'0'-8'2671,"0"0"-1493,0 4-513,0 2 0,2-4 144,2 6 1,0 0-430,5 0 0,-1 6 1,3 4-1,-2 4 1027,3 5-1237,0 3 1,2 6-1,1 1 1,-1 1-1,0 1 462,0 2-563,-6 7 0,-2-5 1,-6 3-391,0-5 19,0 3 1,-6-4 0,-5 4 0,-6-1-1,-7-4-2714,-3-1 2269,-1-1 1,-2-5 0,-3-2-1345,-5-2 1561,-3-1 530,4-5 0,-17-13 0,-9-6 0,-2 0 0,-1 0 0</inkml:trace>
  <inkml:trace contextRef="#ctx0" brushRef="#br1" timeOffset="96">20673 3966 7821,'0'-14'2823,"0"0"-1586,0 0 224,0 6-925,0-5 0,-5 20-329,1 2 1,-3 5-1,4 11 1,-3 4 481,-2 3-626,5 7 0,-4-3 1,6 7-1,-2 0 0,-2-2 181,2-3-300,1 3 0,2-5 0,2 5-278,2-3 1,4-3 0,7-8 0,-1-2-717,0-1 643,0-7 1,2 3-1,1-5-2691,2-1 3098,7-6 0,21-2 0,13-6 0</inkml:trace>
  <inkml:trace contextRef="#ctx0" brushRef="#br1" timeOffset="97">22436 3895 7843,'0'-14'908,"0"0"1,0 0 0,0-1 586,0 1-1297,0 0 0,0 5 1,0-1-1,2-1 1,2-2-1,6 1-83,2 2 0,3-1 0,0 6 0,3 2-40,1 2-133,6 7 0,-8 2 0,6 8 76,-3 3 0,4 1 1,-5 5-1,-2-1 53,-1 1-44,-8 2 0,0 2 0,-5-1 85,2 1-79,-1-1 1,-4-1 0,0-2 0,0-3-1,0 0 159,0 1-236,-6-6 1,4 3-1,-2-5 137,2-1-196,2-6 0,0 4 0,2-4 40,2 0 210,-2-2 1,11-6 145,-4 0-95,-2 0 1,4-6 0,-5-2 320,2 0-500,-5 2-441,3 6 309,-12 0 1,-2 0-1,-6 0 1,-2 2-1,-1 2-407,-2 6 409,-7 2 0,11 7 0,-6 2 317,1 1-102,4 2 0,-5 9 0,7 2 0,1 1 0,4 2 865,4-2-552,-3-1 0,7-2 1,-4 0 476,3-1-686,2-8 0,0 1 0,0-6 0,0-2 0,0-1 450,0-2-275,0-6 101,0-1-256,0-7-896,-6 0 233,-2 0 0,-1 0 0,-1 0-295,-1 0 0,-2 0 730,-1 0 0,-32 0 0,-7 0 0</inkml:trace>
  <inkml:trace contextRef="#ctx0" brushRef="#br1" timeOffset="98">12668 4876 8049,'8'0'56,"-1"-1"0,-7-4 1463,0-5-1189,0 4 1,0 1 0,0 10 70,0 5 0,-2 4 0,-1 5 1,-2 6 440,2 7-611,-5-2 0,7 9 1,-6-4-140,1 1 1,4-4 0,-2 3 0,2-2 188,2 0-254,0 0 1,2-6-1,1-3-499,1-5 293,8-4 1,-5 0 0,9-3-1,2-1 1,1-3-1337,-2-1 700,-1-3 0,3-5 1,1-2-382,2-2 1196,-4-6 0,28-16 0,-1-11 0</inkml:trace>
  <inkml:trace contextRef="#ctx0" brushRef="#br1" timeOffset="99">12981 5061 8061,'-8'-14'-180,"-3"4"1824,7 1-875,-1-1 1,3 2 551,-3 4-1044,4 2 1,-5 4 0,6 2 373,0 6-521,0 3 0,0 2 1,0 3-1,1 1 1,2 0 413,2 1-518,0 2 0,0 0 1,-1-1-79,-1 0-142,5-6 1,-5 6-1,7-7 1,1 0 0,2 1-546,1-1 624,0-6 0,5-2 0,2-6 57,1 0 0,-3 0 1,3-2-1,-2-4 100,-2-8 82,-2 0 1,-2-7-1,-2 7 179,-2 0 1,-4-1 0,-6 1 0,0 0 480,0 0-650,0 0 1,-6 4 0,-4 2-178,-2 2 1,-2 1-1,-2 5 1,-2 0-287,-1 0 29,0 0 1,5 0-1,0 0-77,0 0 0,4 2 1,1 1-650,-2 2 496,4 6 418,1-10 1,8 6 571,2-7-312,4 0 1,7-7 0,-1-2 30,0-4 1,5-3 0,0-1-1,-3-4 238,-5-1-232,1 5 1,-10-5-1,3 4-124,-4-1 0,-1 1 0,-1 3 29,-4 1-545,-3 6 0,-11 2 0,-1 6-79,-3 0 0,5 6 1,-5 4-1,1 4-1586,0 5 1680,11-3 0,-6 10 0,12-2-843,2 3 1283,1 1 0,40 20 0,10 4 0</inkml:trace>
  <inkml:trace contextRef="#ctx0" brushRef="#br1" timeOffset="100">13493 5175 8066,'0'-14'282,"0"6"0,5-5 1777,0 4-1114,-1 2 1,-4-1 187,0 4-656,0 2-147,0 8 0,-4 9-344,-1 8 1,-5-1-1,4-4 1,0 2-1544,-1 2 1096,-4 2 1,10-2 0,-6-1 0,3-2 0,-1 0-2524,2-2 1495,1-1 1489,-4-2 0,30-19 0,1-4 0</inkml:trace>
  <inkml:trace contextRef="#ctx0" brushRef="#br1" timeOffset="101">13991 4905 8424,'-2'8'521,"-1"-2"1,-3-1 249,-2-1 1,-2 3-1,-4-4 1,0 3 632,0 2-1228,-7 2 0,5 4 1,-3 0-1,4 0 1,2 0-11,3 1-237,-2-1 0,10 0 0,-3 0 0,4 0 0,1 1-176,0-1 91,6-6 1,2 4-1,6-4-228,1 0-162,5-1 1,-4-6-1,3 2 1,-2 2 0,1-2 545,1-1 0,12-9 0,-1 0 0</inkml:trace>
  <inkml:trace contextRef="#ctx0" brushRef="#br1" timeOffset="102">14176 5132 15960,'0'8'15,"0"5"1,-2-4-1,-3 4-575,-4 1-97,2 0 0,0 0 0,3 1 1,-2-1-1,0 0 0,-1 0 657,4 1 0,8-1 0,3 0 0</inkml:trace>
  <inkml:trace contextRef="#ctx0" brushRef="#br1" timeOffset="103">14474 4919 8192,'-9'0'4917,"-1"0"-4506,1 0-141,-6 0 1,6 1-1,-1 3 1,1 4-1,0 3 242,-1 4 0,5 4-409,-4 0 1,1 2-1,-2 4 1,4-3 359,0-1-557,4 4 1,-4-9-1,6 4 1,0-1-739,0 0 670,6 0 0,2-9 1,6-2-220,1-2 96,-1-1 1,2-5-1,1 0 1,2-2-1,0-1-2312,1-2 2104,-4-6 1,6 5 0,-4-5 492,1 1 0,0-31 0,-5-13 0</inkml:trace>
  <inkml:trace contextRef="#ctx0" brushRef="#br1" timeOffset="104">14460 5118 8192,'-14'0'899,"-1"0"1,6 0 130,-1 0 838,1 0-938,1 0 1,3-2-404,10-2-622,3 2 0,8-9 1,3 5-334,4-2 1,0 0 0,0-3-1,1 1-2149,-2-1 2113,5-1 0,-11 2 464,3 1 0,-22-20 0,-7-9 0</inkml:trace>
  <inkml:trace contextRef="#ctx0" brushRef="#br1" timeOffset="105">14417 4933 8192,'-8'0'578,"2"-1"1630,6-4-1798,0 3 1,0-6-248,0 4 0,6 0 0,4-3 0,2-1 1,3 0-902,5 5 0,-2-5 0,5 4 738,3 0 0,9-10 0,7-2 0,4 0 0,0 0 0</inkml:trace>
  <inkml:trace contextRef="#ctx0" brushRef="#br1" timeOffset="106">14815 4706 8192,'0'-15'595,"0"6"1583,0-1-1522,0 1 0,2 1 1,3 3 1016,4 4-1374,4 1 1,1 6 0,-1 5 196,-4 7 1,4-1 0,-4 7-1,4 1 468,1 2-834,-6 1 0,3 5 0,-6 0-173,-2-1 1,-1-2-1,-2 0 1,-2 2-306,-3 1 90,-3-6 1,-8 0 0,-1-5-637,-2 0 1,-5 0-1,4-5 894,-2 2 0,-52-6 0,28-10 0,0 0 0</inkml:trace>
  <inkml:trace contextRef="#ctx0" brushRef="#br1" timeOffset="107">13678 5843 7790,'-2'-14'249,"-1"0"0,-2-1 1,1 1-1,-1 0 990,0 0 1149,0 6-2078,5 1 0,0 18 0,0 5 1,0 3-1,0 3 374,0 0-602,0 2 1,0 0-1,0 0 39,0 1 0,0-3 1,0 0-1,0-1-7,0-4-231,0-1 0,0-2 0,0 0-869,0 0 1,0 1-1560,0-1 1209,0-6 676,0-2 0,0-8 0,0-2 1,0-6 659,0-2 0,7-3 0,-6 1 0,6-2 0,-1-3 0,-4 2 0,4-5 0,-1 1 0,-1 4-103,1-5 1,-5 5 0,0-6 76,0 3 519,0-5 1,0 9-1,0-5 1,0 2 0,0 0 1345,0 2-1416,0 1 1,0 2 358,0 0-750,6 6 0,2 2 0,7 6 0,-1 0 0,0 0 4,0 0 57,7 6 1,-5 2 0,3 8-125,-4 3 0,-2-4 1,-2 4-1,-3-3-47,-2-2 21,-1 7 1,-5-5 0,0 3-70,0-4 1,-6 1 0,-4 0 0,-4 0-158,-5-4 189,3-1 0,-4 4 0,5-3 88,1-2 0,0-2 1,0-5-64,0 2-94,6-1 1,-3-2 207,6 3 0,2-4 0,7 6 306,6-1-219,3-5 0,1 11 0,0-6 26,0 2 0,-1-4 1,-2 4-1,-2 0 261,2 0-359,2-5 0,-3 10 1,-1-5 11,2 0 0,2 0 0,1-5 0,0 2 127,0-2-202,1-2 0,-1-1 0,0 0-38,0 0 0,5-1 0,2-2 0,-1-4 31,1-1-42,-2-1 1,-3-5 0,1-2 43,2-3 1,0 3 0,-6-3-1,-2 3-11,-2 2 94,-6 0 0,4 0 188,-7-1 0,0 1-48,0 0-284,0 6 0,-7 2-216,-2 6 0,-4 6 1,-1 4-1,0 2-340,-1 2 613,8 1 1,-5 4 0,8 0-39,1-2 0,-4-1 0,3-2 0,0 0-132,3 0 129,1 1 1,0-1 0,1-2-18,4-2 0,3-4 0,6-6 1,2 0-71,3 0 25,-3 0 1,9-4 0,-4-4 90,1-5 1,1 2 0,6-10-1,-1 2 17,1 1-9,-7-8 1,3 9 0,-4-5 122,1 1 0,-5 2 1,2 7-1,-3 1 295,-2 1-357,0 7 1,1-8 48,-1 6 30,-6 0 0,4 12-179,-2 2 74,-4 4-229,0-5 395,-6-2-13,0 0 44,-6-4 1,3 4-60,-7-6-244,7 0 0,-9 0 0,2 0 1,-2 2-100,-3 3 49,1-4 0,5 10 0,-1-4-26,-1 0 188,5 3 1,-5 4 0,4 0 0,1 1-16,0-1 43,-5 0 1,9 0-32,-3 0 0,10-1 0,5-3 0,2-6 27,2-2-41,7-2 0,-4 0 0,5 0 25,-1 0-68,4-6 0,-3-2 1,5-7-1,-1 1 0,-4 0-9,-2 0 71,5 0 1,-9-1 0,2 1 311,-7 0 84,1 0 0,-10 4 84,3 1-516,-4 6-160,-1-4 0,0 9 0,0 3 0,0 4 534,0 4-273,7 7 0,-4-4 0,5 3-15,-2-3 0,5-2 0,-2 0 0,3 0 39,-3 1-199,4-1 1,-5-5 0,6-1-65,0-1 1,0-3 0,0-4-221,1 0 291,-1 0 0,-6-1 1,-2-2 298,0-2-164,-4-6 1,4 3 0,-6-6 0,0-1 0,0 1 207,0 0-173,0 6 0,0-5 0,0 4 20,0-4 6,0 5 0,0-4-378,0 2 198,0-2 1,2 2 0,4 1 38,8-2 0,1 3 1,5-2-1,1-1 222,2-1-58,4 4 0,-3-3 0,-2 4-29,-1-1 0,-2 4 0,-5-4 0,0 1 235,0 4-72,-6 2-172,-2 1-149,-6 0-1258,0 0 802,-6 0-247,5 0 189,-6 0-684,7 0 0,0 1-1197,0 4 2439,-6-3 0,-27 17 0,-13-4 0</inkml:trace>
  <inkml:trace contextRef="#ctx0" brushRef="#br1" timeOffset="108">14545 6625 7792,'0'-14'3072,"0"4"-596,0 1-1466,0 6-646,0-4-223,0 7 1,0 7 0,0 2-1,0 4 1,-1 2 27,-4 4 1,3-1 0,-2 5 0,0 1-491,0-2 242,2 5 1,-4-6 0,6 4-37,0-1 0,0-2 1,0 1-1,0-4-727,0-3 656,0-2 0,1 1 1,4-3-24,5-2 1,4-4 0,3-6-1,4 0 255,1 0 116,1-6 0,6-2 0,-1-6 119,1-1 0,-6-4 1,0 0-1,-4 2 832,-7 1-778,2 2 0,-12 5 0,3-1 282,-4-1 0,-1 3 10,0-1-828,-6 6 0,-2-4 1,-6 7-145,0 0 1,-1 0 0,1 0-1,0 2-517,0 3 553,0-4 1,-1 10-18,1-6 0,5 4 0,-1-4-379,-1-2 337,5 5 324,-1-6 1,9 4 0,3-7 279,4-4-58,4 3 0,6-12 0,1 1-66,3-4 1,-5-4 0,6 4 0,0-3 267,-2-3-262,-1 0 0,-9-1 0,-1 2 201,-1 1-226,-7-4 1,3 14-1,-7-3 1,-4 3-1,-5 3-169,-2 3-185,-2 4 0,-5 1 0,-2 1 51,-1 4 1,3-2 0,-5 7 0,1 1-366,0 1 70,3 9 1,6-10 0,-1 3-391,1-1 0,6-1 1,4 3-1523,2-1 2417,2-6 0,44-8 0,12-8 0</inkml:trace>
  <inkml:trace contextRef="#ctx0" brushRef="#br1" timeOffset="109">15469 6540 7753,'-6'-8'1958,"-3"3"1,1 3-1092,-2 2-613,7 0 0,-10 2 1,5 3-1,-1 3 1,1 1 279,2 1-776,1-1 1,5 0 0,0 1-742,0 1 893,0-5 0,2 1 0,2-7-2,6 0 1,-2 0 0,1 0 305,2 0-199,-4-7 0,0 6 0,-3-6 622,0 1-1202,1 5 0,0-7-2936,0 3 3017,-1 3 1,-4-2 483,0 8 0,-31 36 0,-9 13 0</inkml:trace>
  <inkml:trace contextRef="#ctx0" brushRef="#br1" timeOffset="110">15384 6810 7255,'0'14'-200,"0"0"1,0-4-1,0-1 3062,0 2-1867,0-5 1,0 7 812,0-3-987,0 2-80,0-4-230,0 5-340,0-12 0,6 4-57,4-10 1,-2 2 0,1-6-102,2-2-739,-4 4 1,4-5-1615,-7 2 0,3 4-322,-3 1 1755,-2 4 907,4 1 0,-63 18 0,-14 6 0</inkml:trace>
  <inkml:trace contextRef="#ctx0" brushRef="#br1" timeOffset="111">16465 6397 7727,'0'-22'251,"0"2"0,0 6 0,0-1 1,0 1 2116,0 0-1851,0 6 1,-2-3 0,-3 6-1,-4 2 1,-4 1 170,-1 2 0,0 2-653,-1 3 1,0 3 0,-3 7 0,-2 4 95,-2 5 1,-2 3 0,-3 1-1,3-1 319,5-3-689,-3 3 0,8-7 0,-2 4 21,5-5 0,8-3 1,-2-2-1,4 0-723,1 0 797,0 1 0,1-7 0,4-2 232,5 0-114,9-4 0,-4 4 0,4-4 0,-3 1 0,-2 2-22,1-2 419,-1 5 1,-2 0 10,-2 6 0,1 0 0,-6 0 585,-2 0-811,-2 1 0,-7-1 1,-3 0-135,-4 0 0,-1 0 1,0-1-1,-1-2 1,1-3 0,0 0 23,0 0-445,-1-5 0,1 3 57,0-6-601,0 0 183,6 0 387,2 0 0,7-6 175,4-3 1,-2 2 0,7 2-157,1 4 382,1 1 1,-2 0-260,-1 0 462,1 0 0,-2 1 0,-2 4 0,-1 5 1,-1 2 817,0 3-802,-3 5 1,-1-3 0,0 7 0,0 1 0,0 2 640,0 2-770,0-1 0,0 1 0,0-1-57,0 0 0,0 1 1,0-2-1,0-4-127,0-4-35,0 3 0,0-10 0,2 2-236,2-2 424,-2-5 0,11-1 0,-4-6 382,4 0-371,-5 0 1,3-2-1,-5-1 290,2-1-308,-5-8 0,5 11 0,-5-5-463,2-1-543,6-1-776,-9 0 1,4 1-1368,-6 2 1696,0 3-193,0-4 1566,0 6 0,-19 0 0,-5 0 0</inkml:trace>
  <inkml:trace contextRef="#ctx0" brushRef="#br1" timeOffset="112">17062 6582 8032,'0'-14'-491,"0"5"1747,0-1-496,0 1 1,0-1 0,0 1 1071,0-2-1529,0-2 0,-2 5 1,-1 5-1,-3 4 0,-2 6 659,-3 1-852,-2 7 0,4 1 0,-2 5-85,-5-1 0,2 2-46,-5 7 1,3-5-1,2-2 1,1 0-427,3 0 364,-2-5 1,9 9-1,-5-6 1,1 1-399,4-1 373,8-1 1,3-6 0,6-2 139,0-2 0,5-6 0,2 2 0,-1-3 138,1-2-5,4 0 1,-7-5 0,4 0 78,-2 2-129,-1-5 1,-6 5-1,-2-5 1,-3 0 209,-2 0 16,5 5-147,-9-3-424,4 0-191,-6 4 23,0-4 215,-6 6 1,3 0-29,-7 0 3,7 0 0,-10 4-60,4 1-148,2 0 1,-5-5-1,4 1 1,-2 3-2704,1 0 2205,6 1 914,-10-5 0,-7-19 0,-10-5 0</inkml:trace>
  <inkml:trace contextRef="#ctx0" brushRef="#br1" timeOffset="113">16848 6440 8025,'8'-14'103,"-1"6"0,-7-5 0,0 4 0,1-2 955,4 1-409,-3-2 0,2 10 0,-8-3 626,-6 4-1150,4 1 0,-7 6 0,2 4 0,-5 2 0,-3 2 497,2 1-474,-5 5 0,6 2 0,-3 7 0,3-1 0,2 2 169,0 3-293,0-3 0,6 7 0,3-6-25,3 2 1,2 2-57,0-2 1,2-7-1,3 2 1,6-3-203,6-3 177,-1-1 0,5-7 0,-6-1 0,3-4 0,1-4-148,-2-3-233,-1-2 1,-2 4 0,0 1-244,0-2-341,-6-1 0,5-2 0,-4-2 1047,4-2 0,8-11 0,1-7 0</inkml:trace>
  <inkml:trace contextRef="#ctx0" brushRef="#br1" timeOffset="114">17417 6781 8408,'0'10'3152,"0"-1"-2290,0-6 1,0 10-478,0-4 1,0-1-1,0 2-180,0 1 1,0-3 0,0 1-201,0 2 40,0-4-439,0 5 1,5-9-33,0 7 162,-1-7 0,-4 2 4,0-10 200,0 3 1,0-10 0,0 2 0,0-2 0,0-2-68,0-1 153,0 1 1,5 0 436,0 0-375,0-1 0,-5 6 431,0-1-333,0 7 1,0-1 144,0 8-292,0-2 1,0 11 0,-2-4-1,-1 4 1,-3 1 17,-2 0-66,4 7 1,-3-9-414,2 7 90,-3-6 0,-2 7 0,1-5 0,0-1-1022,1 0 97,1-6 0,3 0 264,-1-3 0,0-2 993,5 6 0,25-31 0,7-3 0</inkml:trace>
  <inkml:trace contextRef="#ctx0" brushRef="#br1" timeOffset="115">17986 6568 7962,'0'-9'1639,"0"-1"0,-5 5-1122,0-4-279,1 6 1,4-2 0,0 10 0,0 4 0,0 4 0,-2 1 1216,-3 0-1221,4 7 1,-6-5 0,6 4-181,-4 1 0,4-6 1,-4 4-1,3-3-151,2-2 109,0 1 0,-5-1 0,1 0-252,1 0 1,1-4 418,2-1-193,0-6 21,0 4 0,0-18 0,2-4 88,2 0-203,-2-8 0,4 6 0,-4-5 91,3 1 0,-4-4 1,4 3-1,-4-2 29,-1 1-13,0 5 0,0-2 0,0 6-75,0-1-62,0 7 1,0-1-610,0 9 1009,0 9 0,0 9 0,-1 6-78,-4 1 0,4 2 0,-4 1 0,2-1 214,-2-3-316,3 2 1,-6-8-1,5 4-155,-1-2-3,-1-1 1,5-4-1,0-1-749,0 0-796,0-6 826,0-2 5,0-6 1,0-1-1,1-4 1,4-4-2135,5-4 2924,2-1 0,34-45 0,-19 24 0,0 1 0</inkml:trace>
  <inkml:trace contextRef="#ctx0" brushRef="#br1" timeOffset="116">18242 6468 7922,'0'-14'342,"0"6"1,0-4 0,0 2 858,0-2-698,0-3 1,1 7-1,4 4 736,5 2-1068,-4 2 0,7 5 1,-6 1-1,3 4 0,-2 4 998,-2 3-1019,5 9 0,-8-9 0,5 7 48,-1 1 0,-1 2 0,-3 1 0,2 1 301,-2-1-411,-1 1 1,-2-3 0,0 0 40,0-3 0,-2 6 0,-3 2 1,-4-2 160,-4-4-469,-1-1 0,0 4 0,-1-1-157,1-3 1,0-4-1,0-6 1,0-1-648,-1-3-895,7 2 1,1-10 285,2 3 1592,3-4 0,15-7 0,11-2 0</inkml:trace>
  <inkml:trace contextRef="#ctx0" brushRef="#br1" timeOffset="117">18555 6923 7375,'0'-8'-531,"-2"2"2716,-3 6 1,2 0-297,-6 0-1720,-1 0 1,-2 6 0,0 2-165,3 0 1,4 5 0,-4-4-1,-1 4-780,2 1 320,2 0 0,1 1-511,1-1 1,-6 0-1,5 0 966,2 1 0,-5-8 0,0 0 0</inkml:trace>
  <inkml:trace contextRef="#ctx0" brushRef="#br1" timeOffset="118">19024 6397 7387,'6'-14'46,"-4"5"1,4 1 0,-1 0 0,-1 0 2007,0-3-1292,-3 5 1,4-2 0,0 3 1241,-2-4-1937,-2 2 0,-1 2 0,0 10 184,0 5 1,-4 4 0,-3 5 0,1 5 114,0 2-217,-5 3 1,8 1 0,-5 1-24,1 3 1,-2-1 0,4-3-1,2 1 284,1 3-516,-4-1 1,4-5-1,-2-1 214,2-3-334,8 3 0,-2-12 1,5 4-1,2-3 1,2-3-978,1-4 894,0 4 1,0-12 0,1 4-565,-1-3-252,-6-2 0,4 0 0,-2 0-1656,3 0 2781,1 0 0,-6-19 0,-2-5 0</inkml:trace>
  <inkml:trace contextRef="#ctx0" brushRef="#br1" timeOffset="119">19379 6511 7939,'0'-14'2822,"0"0"-1511,0 6 273,0 1-810,0 1-623,0 11 0,0-4 0,0 14 0,0-1 0,0 2 101,0 3-129,-6-4 1,3 11-1,-5-7-129,2-2 1,-4 4 0,5-2 0,2-2-351,2-1 248,-6-8 0,6 4 149,-4-2-92,3-4 0,-2 4-767,-1-10 641,0-4 1,7-11 0,2-3-553,6-1 649,-4-6 0,7 1 0,-4-7 0,4-2 0,1 1-2,0 2 49,1-5 1,-3 7-1,-1-1 432,-1 9-332,-1 4 0,1 2 0,-1 1 78,2 4-152,2 2 1,-4 14 0,-1 2 45,-1 4 271,-3 7 1,1-2 0,0 4 0,0 0 0,-1 0 855,1 3-958,0 2 0,-4-3 1,3 0 234,0 1-238,1-5 0,-5 6 1,0-7-1,0-2 0,0-1-159,0-2-1013,0 0-102,0-6-2280,0-2 1178,0-6 993,0 0-539,0-6 1333,0 4 1,0-10 383,0 2 0,-38-34 0,-9-10 0</inkml:trace>
  <inkml:trace contextRef="#ctx0" brushRef="#br1" timeOffset="120">19450 6596 7939,'-8'0'428,"-4"0"1181,2 0-617,4-6 1,-2 5 1241,3-4-1870,4 3 1,-6 1-243,7-4-64,0 3 0,8-6 0,5 5 1,4-1 389,1 0-836,-2 3 1,-2-4 0,2 0-2162,3 2 1922,-4 2 1,6 1 0,-7 0-1,0 0 1,0 0 626,1 0 0,5 12 0,2 4 0</inkml:trace>
  <inkml:trace contextRef="#ctx0" brushRef="#br1" timeOffset="121">19919 6625 11692,'0'-8'3648,"0"2"-3281,0 6 1,0 6-1,0 3-51,0 4-246,0 1 1,0 1 0,0-1-1,0 0-301,0 0 1,0 0-1,0 1-379,0-1 592,0 0 1,0-5 388,0 1-203,0-7-53,0 3-194,0-6 1,0-6-1,0-3-315,0-4 273,0-1 0,0 0 0,0-1 0,0 1-143,0 0 163,0 6 0,0-5-129,0 4 51,0 3 0,2-1-29,3 7 361,-4 0 0,7 0 108,-3 0 1,-3 7 0,2 2 0,-2 4 398,-2 1-435,0 0 0,0 2 0,0 1 255,0 2-332,0 0 0,0-3 0,-2 1 0,-2 4 1,-6-1 195,-3 1-405,-1-2 0,0-5 0,-2-1-217,-3-4-454,4 4 0,-6-10 0,7 5 1,0-2-2882,-1-3 2354,1-1 0,6-4 1259,3-2 0,42-36 0,10-13 0</inkml:trace>
  <inkml:trace contextRef="#ctx0" brushRef="#br1" timeOffset="122">20218 6525 7883,'-6'-14'329,"4"0"0,-4 1 1,1 2 1643,0 2-841,-6 6-674,10-4 0,-4 9 0,8 3 656,2 4-878,0 10 0,-4-3 0,2 3 14,2-3 1,0 3 0,-5 1 0,0 1 69,0-1-212,0-1 0,0-5-168,0 1 0,0-1 0,0 0-203,0 0-448,0-6 541,0-2 1,1-6 0,3-1-230,0-4 357,1-3 0,-5-8 0,0-3-179,0-4 205,6-4 0,-4-2 0,3 1 0,-4 0 0,-1 1-64,0 3 346,0-3 1,0 11-1,0-3-104,0 4 1,0 5-336,0 1 221,0 12 1,-4-2-1,-1 14 1,0 0-1,0 3 262,1 1-468,-1 6 0,0-8 1,0 5 2,2-1-489,2-2 0,1 0 0,0 0 0,0-2-2271,0-1 1888,0-2 0,1-1 1027,4-4 0,34-28 0,15-12 0</inkml:trace>
  <inkml:trace contextRef="#ctx0" brushRef="#br1" timeOffset="123">20574 6298 7886,'0'-8'1764,"0"0"-347,0 3-681,0 4 1,6-10 728,3 6-1142,-2 7 1,4 7 0,-5 8 84,2 2 1,0 8 0,1 0-1,-2 5 727,-1-1-817,-4-1 1,4 0 0,-6 2-13,0 1 0,0 5 0,0-5 0,-2-1 356,-2-2-579,-4-2 1,-7 1 0,1-3 0,0-2 0,1-3 388,4-1-842,-4-4 1,5 3-1320,-6-10-1273,0-2 1196,6-7-120,2 0 0,6-2-1049,0-3 2506,0 4 1,1-5 428,4 6 0,9-13 0,8-3 0</inkml:trace>
  <inkml:trace contextRef="#ctx0" brushRef="#br1" timeOffset="124">21213 6241 7848,'-6'-14'208,"4"-7"0,-9 5 0,7-2 0,0 2 1,3 0-1,1-1 0,0-2 2114,0 1-2173,0 2 0,8 2 0,4 0 0,7 1 0,3 2 1,4 3-1,2 2 546,5 3-591,-3 8 0,10-1 1,-7 9-1,-1 4 1,-2 4-1,-5 3 1,-5-1 388,-5 1-516,-4 0 0,-3 4 1,-5 1 75,-6-1 0,-5 0 0,-6 1 0,-1-1 212,1 1-228,0-1 1,0-4 0,-1-2 166,1-1-302,0 4 0,5-9 0,1 3 0,1-4-415,4 0 435,2-1 1,7-6 0,3-4 84,4-2 0,1-4 0,2-1 0,1-3-43,2-2 156,0-1 1,-4-1 0,-3 1 339,-2-2 1,1-2 456,-7-1-811,1 6 0,-6 1 1,-4 7-522,-5 0 338,-2 0 1,-4 7 0,-3 2 0,-3 5 0,-2 5-364,0 5 346,7 3 1,-8 1 0,6 2 197,2 4-47,1 2 1,6 2 0,2 0 0,2 0-1,3 0 674,1-1-526,2-5 0,-1 1 0,-2-9 33,-2-5 0,-2 1 1,3-1 211,-6-1-595,-2-9 1,-4-2-1,-2-6 179,-1 4-451,-6-4 1,3 6 0,-6-7 0,-1 0 0,1 0-3085,-1 0 582,7 0 2919,-5 0 0,-52-13 0,30 5 0,-1 0 0</inkml:trace>
  <inkml:trace contextRef="#ctx0" brushRef="#br1" timeOffset="125">14744 7847 8219,'8'-14'901,"-2"5"0,-4 1 0,1 0 1436,2 0-1196,0 5-91,-5-3-770,0 12 0,0 2 1,0 6-1,-2 0-25,-3 0 1,4 5 0,-4 2 0,2 1 162,-2 3-300,4-4 0,-6 6 0,7-4-18,0 4 1,-5 0 0,1-2 0,1-2-180,1-3 18,2 5 0,6-9 0,4 3 33,2-3 1,3-3 0,0-4 0,4-4 10,5-4-47,3-1 1,1 0 0,1 0 54,-1 0-83,-6-6 1,5 3 0,-5-7 0,-1-1 0,-5 0-645,-5 2-5,-2-4 0,1 5-89,-1-6-542,-6 0 1,4 4 0,-9 2-2354,-3 2 3061,4 1 664,-12 5 0,-33 0 0,-15 0 0</inkml:trace>
  <inkml:trace contextRef="#ctx0" brushRef="#br1" timeOffset="126">14872 8118 7966,'-14'-8'1808,"5"-3"-801,-1 6 210,7-6 1,-3 8-667,6-7 1,0 5-1,1-2 1,4-1 698,4 0-1142,4-2 1,3 1 0,1-1-400,2-1 0,2 3 1,-4 0-1,2 1-2110,-2-1 820,-1 5-660,-2-10 0,-3 5 2241,-6-6 0,-6 6 0,-15-3 0,-3 4 0,-5 0-21,-3 3 0,-1-7 0,-1 5 0,3 0 0,2-2-66,5 0 528,3 5 0,3-10 2185,4 4-2151,3 2 0,17-5 1,6 4-1,7-2 1,6 1 1527,0-2-1940,0-2 1,-2 5 0,-1 2-1448,-3 0 826,3 4 0,-12-4 558,4 6 0,-9 31 0,-4 9 0</inkml:trace>
  <inkml:trace contextRef="#ctx0" brushRef="#br1" timeOffset="127">15512 7819 8921,'-8'0'3712,"0"0"-2276,3 0 1,2 0 203,-6 0-1748,6 0 0,-5 0-769,3 0 62,3 0-912,-4 0 0,6 2 1727,0 2 0,-6 36 0,-2 14 0</inkml:trace>
  <inkml:trace contextRef="#ctx0" brushRef="#br1" timeOffset="128">15455 8160 7888,'14'0'0,"-6"-1"0,-3-4 2229,3 3 1,-7-6 1136,4 4 0,-3 1-1868,-2-7-1772,0 7 476,0-3-2323,0 6 1,1 0-3346,4 0 3010,-3 0 2456,4 0 0,-19 12 0,-2 4 0</inkml:trace>
  <inkml:trace contextRef="#ctx0" brushRef="#br1" timeOffset="129">16493 7677 7898,'0'-14'599,"0"-1"1,-2 3-1,-1 1 1,-3 1-1,0-1 1571,-1-1-1858,3 4 1,-3 1-1,-2 7 1,-4 2 16,-1 3 0,0 3-257,-1 6 0,1 0 0,2 2 0,1 1 73,1 2-159,1 0 0,-1 0 0,2 0 0,0-2 0,2-1-224,0-2 147,1 1 0,5 5-88,0 4 145,6-10 0,-3 5 1,7-10-1,1 4 44,2 1 190,1 1 1,-6-1 0,-2 0 49,0 0-87,-4 0 1,4 1 0,-7-1 0,-2 0 0,-4 0 419,-1 0-551,-1 1 1,-10-1 0,-2 0 180,-1 0-280,5-6 0,-8 3 1,6-4-1,1-1 0,2 0-897,2-3 761,0-1 0,5-2-278,-1 0 296,7-6 1,-2-2 0,10-6 0,6-1-626,6 1 781,-1 6 1,5-3-1,-7 6 255,0 2 41,0 2 1,1 1 0,-1 0 578,0 0-419,0 6 0,-4 4 1,-2 7 218,-2 2-384,-1 6 0,-5-3 1,0 8-1,0 2 1,0 1 590,0-1-687,0-2 1,-5-2 0,0 0 299,2 1-574,1-1 0,-2-6 1,-1-3-1,2-3 1,1-2-1329,2 1 938,0-7 1,7-2-2010,2-6 2002,-3 0 1,7 0 0,-4 0 0,4-2 0,1-2-2927,0-6 2205,7-3 1226,-5-1 0,49-25 0,-31 16 0,1 0 0</inkml:trace>
  <inkml:trace contextRef="#ctx0" brushRef="#br1" timeOffset="130">16863 7919 7874,'-7'-15'4527,"6"7"-2730,-12 2-1189,12 6 0,-7 6 0,5 4 1,-2 4 577,2 5-973,1 3 1,2 8 0,-2 2 12,-2 1 1,2 2 0,-3-4 0,4 2 349,1-1-641,0-2 0,0-3 1,0-3 284,0-5-1019,0-4 304,0 0 468,0-7 1,5-4 0,-1-8-17,-1-6-187,5-9 1,-6 2 0,3-7-1,-4-1 1,-1-2-615,0-2 763,0 1 1,0-5 0,0-2-184,0-1 285,0 4 1,0-3 0,-1 7 0,-2 1 0,-2 3 90,2 5 38,1 4-144,2 0-22,0 8 1,2 0 0,2 7 0,4 2-71,0 3-222,5 2 0,-5 3 44,6-1-496,-6-5 1,3 3 0,-5-3 0,2 0-2174,3 0 2051,-5-3 0,7 4-124,-3 0 1006,-4-1 0,0-4 0,-6 0 0</inkml:trace>
  <inkml:trace contextRef="#ctx0" brushRef="#br1" timeOffset="131">16877 8075 8996,'-8'0'4267,"2"0"-3472,6 0-77,0 0 1,6 0-21,3 0-614,4 0 0,1-2 1,2-1-460,3-2 0,-3-1 0,3 3-1177,-3-2 210,-2-6 1,0 10-1658,0-4 1715,1 3 1284,-8 2 0,-38 7 0,-17 0 0</inkml:trace>
  <inkml:trace contextRef="#ctx0" brushRef="#br1" timeOffset="132">16749 7705 7874,'0'-14'3459,"0"0"-2275,0 6-840,0 2 1,0 7 0,-2 2 0,-1 5 0,-3 3 0,-2 5 0,-3 2 1491,-2 2-1687,-1 2 1,-2 7-1,-1-1 1,-2 0-1,2 1 448,1-1-443,2 1 1,-1 1-1,3 3-12,2 5 1,-1-3 0,6-1 0,2 0 338,2-1-368,1 6 0,0-10 0,1 1-50,4-5-42,3-8 1,6 9 0,0-7 0,1-2 0,-1-3-1039,0-4 824,0 2 0,0-10 1,1 3-663,-1-4 0,0-1 0,0 0 0,1 0-2770,-1 0 3016,0 0 1,-5 0-1,1 0-2303,1 0 2912,-5 0 0,7-13 0,-5-2 0</inkml:trace>
  <inkml:trace contextRef="#ctx0" brushRef="#br1" timeOffset="133">17403 8189 7769,'0'-8'1203,"0"0"1,0 3 1506,0-4-926,0 2-867,0 1 1,0 8-360,0 2-519,0 4 0,0 2 0,0-1-76,0 2 0,0 2 0,0 1-128,0 0 87,0 1 0,-5-1-515,0 0 361,1-6 1,2 3 0,-1-5-426,-2 2 22,1-5 1,4 2 307,0-10 0,0 2 1,0-6-1,0-2-86,0-2 416,0-1 1,4 0 0,3-1 310,0 1 1,-2 0 214,5 0-332,-7 6 0,5-3 227,-4 6 0,0 0 0,4 7 517,-2 3-811,-1 2 1,-5 8-1,0-1-9,0 0 1,0 0-1,0 1 1,-2-1 250,-3 0-444,4 0 0,-10 0 0,4 1-9,-1-1 0,-1 0 1,-7-1-1,-1-2-1255,-2-2 930,-6 1 1,2 2 0,-5-1-201,0-1 0,-1-5 0,2 2 0,4 0-856,4-4 922,3 5 1,2-7-1304,-1 4 1843,7-3 0,21-21 0,11-5 0</inkml:trace>
  <inkml:trace contextRef="#ctx0" brushRef="#br1" timeOffset="134">17829 7947 7804,'13'-14'113,"-2"1"1,-3 2-1,0 3 1162,0 2-138,-5-5 0,5 11 105,-3 0-953,-4 0 0,6 17 1,-7-1-1,0 3 1,0 3 99,0 0 0,0 2 1,0 3-1,0-2 158,0-1-478,0-1 1,0 4-1,0-3 34,0-5 1,0 1-1,0-1 161,0-1-592,0-2 422,0-9 0,0-2 1,0-10-58,0-4-129,0-4 1,0-2 0,0-4-85,0-5 0,1-3 1,2-1-1,2-1-121,-2 1 300,-1-1 0,-2 1 1,0-1 13,0 1 1,0 6 0,0 3 0,0 3 229,0 2-401,0 6 234,0 2 0,0 23 1,0 7 438,0 4-261,0 2 1,0-1-1,0-1-85,0 0 1,0-1 0,0-1 0,0-4 198,0-2-652,0 6 0,0-11-318,0 4 1,-2-4-1665,-3-6 829,4-3-209,-5-6 1,7-1-1075,4-4 2106,3-3 610,6-6 0,13-51 0,-12 26 0,0 1 0</inkml:trace>
  <inkml:trace contextRef="#ctx0" brushRef="#br1" timeOffset="135">18213 7776 7804,'0'-8'1509,"2"-3"-617,3 7-195,-4-7-301,6 9 0,-6-4 1,2 7-1,2 4 1581,-2 5-1619,5 2 1,-5 2 0,5 2 170,-2 3 0,4 3 1,-4 7-1,1-1 784,-1 1-1096,-1 5 1,-5-4 0,0 3 66,0-3 0,-2 4 0,-3 0 1,-4 1 521,-4 0-723,-1-2 1,0-6 0,0-2 24,-1-1 1,1-7 0,0 2-1,0-3-702,-1-2 66,8-6-271,-6-2-47,5-6 0,0-1-1181,3-4 989,4 4 1,1-7-1,1 5-278,4-2-326,-3 0 1,10 0 1641,-2 1 0,28-33 0,8-2 0</inkml:trace>
  <inkml:trace contextRef="#ctx0" brushRef="#br1" timeOffset="136">19251 7734 7774,'0'-14'262,"5"4"0,0 1 0,-2-2 1164,-2-2-165,-1 5-747,0 2-1081,0 6 129,0 6 0,0-3 0,-1 5 55,-4-2 383,4 5 0,-31 23 0,0 11 0</inkml:trace>
  <inkml:trace contextRef="#ctx0" brushRef="#br1" timeOffset="137">18867 8189 7774,'0'-10'3045,"0"1"-1215,0-1-313,0 2-304,0 2-1056,0 6 0,0 6 0,0 4 0,-1 2 0,-2 4 439,-2 3-626,-6-3 1,8 9 0,-7-4 0,-1-1 0,-1 1-423,-3-4 63,1 5 0,0-6 0,0 2-526,-1-7 0,1 1 1,0-4-1581,0 0-328,6-2 2823,2 1 0,37-44 0,9-4 0</inkml:trace>
  <inkml:trace contextRef="#ctx0" brushRef="#br1" timeOffset="138">19550 7720 7774,'0'-10'141,"0"1"671,0-2 20,0 4 1,0-1 579,0 4 1,-6 2 14,-4-3-1191,-3 4 1,4 7 0,-1 3 248,-1 4 1,-1 3-281,-2 3 1,1-2-1,2 7 1,1 1 492,-1 2-578,-1 1 1,-1 6 0,2-1 0,3 0 0,0 0 403,0 0-457,5 7 1,-3-5 0,6 2 288,0-3-346,0-4 1,0-2 0,1 1 0,3-3 0,2-2-595,2-5-107,-5-9 0,10 1-854,-4-7 758,4 1 0,1-5 1,0 0-1,2 0 1,1-2-4227,2-2 5013,0 2 0,21-42 0,5-3 0</inkml:trace>
  <inkml:trace contextRef="#ctx0" brushRef="#br1" timeOffset="139">19763 7961 7679,'0'-14'123,"0"6"0,0-5 0,-1 6 2263,-4-1-1401,3 1 1,-6 7-325,4 0 0,0 0 0,-3 2 1,-1 3 1004,0 4-1220,-2 10 0,1-2 0,-1 6 345,-1-3-739,5 5 0,-5-7 0,6 4 1,0-2-1,1-2 134,-1-2-534,0-2 0,0 0-352,1 0-408,-1-6 1,5 2-480,0-10 1364,6-4 1,-3-11 0,7-4-532,1-5 714,2-3 1,1-1-1,0-2 1,0-2-1,0-1 221,1 1-62,-1 2 1,0 3 0,-1 4 1036,-4 4-779,4 3 0,-5 8 0,6 7 530,0 8-496,-6 9 1,-2 8 0,-4 1 0,1 4 0,2 2 644,-2 1-935,-1-2 0,-2-2 0,0 1 264,0-1-679,0-6 0,0 0 1,0-4-1,0 1-1948,0-2 680,0-1-1677,6-8 625,-4-2-58,4-6 2153,-6-6 519,0-2 0,-32-32 0,-7-5 0</inkml:trace>
  <inkml:trace contextRef="#ctx0" brushRef="#br1" timeOffset="140">19678 8075 7774,'-8'0'492,"-5"-2"1335,4-2-345,2 2-740,-5-4 0,10 4 1,-1-1 881,6-2-1264,5 0 1,8 5 0,3-1-490,5-4 0,-2 4 0,1-4 0,3 2-489,1-2-645,-5 3 1,3-4 0,-5 6-1718,3 0 2980,-6 0 0,10 6 0,-5 2 0</inkml:trace>
  <inkml:trace contextRef="#ctx0" brushRef="#br1" timeOffset="141">20119 8118 7774,'14'0'895,"-5"0"2339,1 0-339,-7 0-533,3 0-1901,-6 6 1,-1 2 0,-3 6-412,0 0 0,-6-4 0,4-1 1,-2 2-241,-3 2 36,5 1 1,-7 0-1,5 1-509,0-1 1,-3 0 0,5-1 0,-2-2-2633,-3-2 2402,5 1 1,-2-2-1701,3-4 2593,3 4 0,2-44 0,8-5 0</inkml:trace>
  <inkml:trace contextRef="#ctx0" brushRef="#br1" timeOffset="142">20517 7862 8784,'0'-8'7935,"0"1"-7490,0 20 1,-2-3 0,-1 10 0,-2 1 455,2 2-811,1-2 0,-2 6 0,-1-5 0,2 2 0,1-1 64,2 3-168,0-6 1,0 1 0,0-7-375,0 0 1,0-5-232,0 1 507,0-7 0,0 2 0,0-10-18,0-4 1,0-6-1,2-2 1,1-3-355,2-3 377,-1-7 1,1-1 0,0-6 167,-2 3 1,3 1-1,-1 4 1,-2 1 810,-1-1-566,4 7-380,-4 2 0,4 13 0,-6 7 130,0 8-4,0 11 0,-5-1 1,1 5-207,0 2 1,-2 1 0,1-1 0,2-3-1571,2-1 881,1 4 0,0-9 0,0 3-876,0-4 0,0 0 1,0-1 1718,0 0 0,19-19 0,4-4 0</inkml:trace>
  <inkml:trace contextRef="#ctx0" brushRef="#br1" timeOffset="143">20801 7762 7774,'0'-14'301,"0"0"1,-2 1 1897,-2 4 1077,2-4-601,-4 11-2308,6-4 1,6 12 0,4 4 229,2 3 0,2 5 1,1 3-1,-3 1 408,-2 3-871,2 2 1,-8 2 0,3-1-14,0 1 0,-2 4 1,-5 0-1,0-2-87,0-1-235,-7-1 1,4-2 0,-8-2 211,-5-1-486,2-7 1,-7 4 0,6-7-1,-3 0 1,-1-1-1604,2-4 1306,1-2 0,7-7-2177,-1 0 1201,7 0 1,-3-2 1747,6-3 0,24-22 0,15-11 0,0-4 0,1-1 0</inkml:trace>
  <inkml:trace contextRef="#ctx0" brushRef="#br1" timeOffset="144">21327 7663 7821,'8'-15'3,"5"6"1,-6-1 2060,1-1-1476,5 5 0,-5-2 1,6 5-1,0-2 1009,1 2-1224,-1 2 1,0 5-1,0 3-140,0 1 1,-1 1 0,-2 5 0,-3 0 326,-2 1-398,-1 5 0,-5-2 0,0 4 417,0-2-494,0 5 0,0-7 1,0 4-1,-1 0 0,-3-1 254,0-1-442,-1-1 0,5 0 0,0 0 13,0-2 1,6-2 0,4-4-86,2-2 54,9-6 0,-5 4 1,3-7-420,-4 0 442,-7 0 1,5-2 0,-5-3-1,1-3 1,-1-1-214,-1-1 214,-3 1 0,-4 0-74,0-1 73,-6 7 0,-8-3 1,-10 6-1,-3 0 1,-1 1-32,-1 4 117,1 9 0,1 3 0,2 6 131,1-3 1,7 10 0,-2-1-1,5 2 381,4 4-83,-3-5 0,12 11 0,-4-5 295,3 1-386,2-3 1,2-7-1,1-1 1,2-3 0,-2 1 777,-1-2-1018,-2-1 0,0-12 1,0 1 306,0 1-360,0 1 0,-7-4 0,-2-3 0,-4-4 0,-3-1-237,-2 0 21,2 0 0,-11 0 0,5 0-587,0 0 0,-5 0 0,3 0 0,-3 0-3882,-1 0 3572,6 0 0,-4-1 1080,7-4 0,-37-28 0,-6-13 0</inkml:trace>
  <inkml:trace contextRef="#ctx0" brushRef="#br1" timeOffset="145">15071 9042 7797,'0'-15'437,"5"1"1,0 0-1,-2 0 1643,-2 0-359,-1-1-1134,0 7 0,-6 4-417,-3 8 1,-4 4-1,-1 7 1,0 0 176,-1 4 0,-4 3 0,-1 7 0,-2-1 373,-4 1-658,6 5 0,-1-4 0,7 4 27,0-4 1,1-3-1,4-2 1,4-3 138,4-2-143,1-1 0,6-6 0,5-2 37,6-1 1,5-7 0,8 1 0,2-2 404,1-2-398,7-6 0,-10 3 0,1-5 93,-5 1-111,0-4 0,-15 10 1,4-6 180,-3 1-205,-5 5 0,-1-7-128,-6 3 1,-6 3 0,-4-2-2160,-2 2 1698,4 2 0,-5 5 0,4-1-3433,-4 0 1990,5 4 1,-3-1 1944,6 8 0,13-1 0,8 0 0</inkml:trace>
  <inkml:trace contextRef="#ctx0" brushRef="#br1" timeOffset="146">15612 9056 7797,'7'-14'689,"0"-1"1,-7 1 1013,0 0 1332,0 6-983,0-5-864,0 12 0,-2-5 25,-3 6-1107,-2 0 0,-1 1 1,1 2-1,3 4-2488,-1 1 1684,0-5 1,4 9-3906,-4-2 4603,3 2 0,-4 41 0,6 8 0</inkml:trace>
  <inkml:trace contextRef="#ctx0" brushRef="#br1" timeOffset="147">15640 9383 7797,'8'0'1525,"-2"-2"0,-4-1-259,2-2 3077,-2 1-860,4 4-1268,-6-7-1282,0 6-2558,0-6-2794,0 7-3495,0 0 7914,7 0 0,7 13 0,8 3 0</inkml:trace>
  <inkml:trace contextRef="#ctx0" brushRef="#br1" timeOffset="148">16678 9070 7789,'0'-14'233,"0"0"0,0 4 0,0 1 0,-2-2 1115,-2-2-907,2 5 0,-6 2 0,3 6-63,-4 0 1,-4 0-1,-1 1 1,0 4 326,0 5-562,-1-4 0,0 11 0,-3-3 0,-1 4 0,2 1 494,1 0-475,2 6 0,1-8 0,2 7 81,2 1 1,1-2 0,-2-1-1,6 0 202,2 0-322,2-5 1,0 8 0,0-6 242,0-1-322,6-2 0,1-1 0,4 3 1,-3 1-1,-1-2 297,1-1-242,-5-2 0,9 5 0,-6 0-29,2-2 1,-4 1-1,4-1 1,-1 2 14,-4-1-98,5-3 1,-7 0-1,6-1-155,-1 0 1,-3 0 0,5 0-34,-2 1 43,-1-8 1,-3 5-271,2-8 367,-2 7 115,4-9 195,-6 4 1,0-7 247,0-4-420,0 3 116,0-4-377,0 6-289,0 0 233,-6 0 0,3 0 0,-7 0-98,-1 0 339,5 0 0,-7 5 0,4 1-55,-4 2 1,4-5 0,-1 3 0,-1-1-104,-1 0 38,4 0 0,-3-4 1,4 2 33,-1 2 1,4 0-97,-6-5-66,7 0 60,-10 0 0,12-2 0,-2-1 0,6-2 59,6 2 68,-2 2 1,5-4 268,-2 0 1,2 0 0,3 5 489,-1 0-293,-6 0 1,4 7-15,-2 2 1,-4 4-1,0 1 1,-1 0 558,0 1-902,0-1 0,-5 2 0,0 1 67,0 2 0,0 0 1,0-5-1,0 0-307,0 0 160,0 1 1,0-1 0,0 0-307,0 0 1,0-4 0,0-1-366,0 2 560,0 2 0,1-5 1,2-2 10,2 1 1,1-6-1,-2 5 1,2-1-221,2 0 233,-5 0 1,10-5-206,-4 0 0,-1 0-479,2 0-125,-1 0 1,5 0 97,0 0 1,1-5-1,-1-1-704,0-2 1044,0 5 1,1-9 0,-1 6 488,0-2 0,32-52 0,-19 22 0,-1-1 0</inkml:trace>
  <inkml:trace contextRef="#ctx0" brushRef="#br1" timeOffset="149">17190 9141 7789,'0'-8'577,"0"0"599,0 4-37,0-4 0,-2 0-83,-3 3 1,2 4-1,-6 1 361,-2 0-1149,4 6 0,-5 2 0,2 6 46,-2 0 0,-3 7 0,1 2 0,0 6 512,0 4-715,0-3 1,-4 11 0,2-5 18,4 1 1,5 4-1,-1-3 1,2 1 275,3-1-333,1-3 0,4-8 1,3-2 93,4-1-156,4-7 0,6 4 1,0-9-1,0-1 1,0-3 66,0-1-379,6-3 1,-9-4-298,3 0 1,-4 0-277,0 0-32,-7-6 0,-2 3-2756,-6-7 1518,0 7 392,0-10 1752,0 12 0,13-24 0,2 1 0</inkml:trace>
  <inkml:trace contextRef="#ctx0" brushRef="#br1" timeOffset="150">17446 9298 7802,'0'-8'4148,"0"-5"-3777,0 5-73,0 0 0,0 3 0,0 10 0,0 5 0,0 2 0,0 3 1755,0-1-1844,0 6 0,1 1 0,2 4 0,2-1 1,-2-1 86,-1 0-231,4-3 0,-4-1 0,2 0-41,-2-2 1,-2-1-426,0-2 113,0-6 11,0 5 0,0-18 0,0-1-510,0-10 598,0 0 0,-2-6 0,-1 3 82,-1-4 0,-3-4 0,4-2 0,-2 1-160,2-1 503,2 7 1,1 0-115,0 3 0,1 5 0,4-2 0,4 7 795,4 2-704,1 3 1,0 4 0,1 0 27,-1 0 1,0 4 0,0 3 0,1 1 242,-1 3-337,0 1 0,-1 4 0,-2 1 79,-2 2 0,-1 0 0,2-4 0,-6 0 489,-2 4-540,-2-3 0,0 6 0,-2-4-57,-2 1 0,-6 0 1,-7-5-1,-4 2-172,-1 3-93,5-4 1,-9 1 0,6-6-346,-2 1 1,3-5 0,-3 0-876,1 1-523,2-6 1,10 6 200,-1-7 0,9 0 1,1 0 1688,8 0 0,29-13 0,9-3 0</inkml:trace>
  <inkml:trace contextRef="#ctx0" brushRef="#br1" timeOffset="151">17858 9553 16540,'0'8'492,"-5"5"0,0-4 0,2 4 1,0 0-428,-2-4-70,4 4 1,-6-5 0,7 6-280,0 0-1093,-6-6 375,5 5 824,-6-12 1,7 4 0,0-10-1,0-4 1,0-4 27,0-1 156,0 0 1,0 0 0,0-1 184,0 1 1,0 5 0,0-1 862,0-1-771,0 5-228,0-1 1,-1 9 56,-4 3-262,-3 3 0,-1 11 1,-1 0-183,-1-2 1,3 0 0,-1 1 0,-1 1-774,2-2 314,-4-1 1,8-2-1197,-5 0 1,6 0 1986,-2 1 0,29-33 0,7-7 0</inkml:trace>
  <inkml:trace contextRef="#ctx0" brushRef="#br1" timeOffset="152">18327 9269 7851,'2'-9'731,"1"-1"1633,2-1-1336,-1 5 1,-4-2 1382,0 3-1458,0 4 0,0 5-230,0 11-629,0 2 0,0 2 0,0 0-78,0-2 1,0-1-1,0-2-176,0 0 142,0 1 1,0-1-418,0 0 299,0 0 1,0-4 604,0-1-273,0-6 0,0 2-475,0-10 222,0 4 1,0-17 0,0 4 0,0-3 0,-1-4-399,-4-2 334,3 2 0,-4-4 0,6 6 187,0 1-108,0 3 0,0 5 1,0 1-248,0-2 493,-6 4 1,4 7-1,-3 10 77,4 2-36,1 9 0,0-4 0,0 7 0,0 1 0,0 2 693,0 2-770,0-7 0,0 3 1,0-6 165,0-2-485,0 5 1,0-6 0,0 3-1013,0-3 402,0-8-1868,0-2-281,0-6 2317,6-6 1,-4 3-1,4-7-422,0-1 1,-2 3 0,3-1 1014,0-2 0,17-21 0,-1-6 0</inkml:trace>
  <inkml:trace contextRef="#ctx0" brushRef="#br1" timeOffset="153">18583 9127 7758,'0'-14'237,"0"0"0,0-1 1526,0 1 353,0 0-477,-6 6-1375,4 2 1,-3 6 0,9 1 187,0 4 1,7 4 0,-3 9 0,2 2 1024,-1 2-1185,1 2 1,2 5-1,-1-1 720,-1 0-824,-7 1 0,8-1 1,-6 1-1,-2-1 1,-1 1 516,-2-1-590,0 0 1,-2 1-1,-3-2-24,-4-4 1,-4 4 0,-1-5 0,0 1-84,-1-4-118,1-4 0,-5 0 1,0-3-1704,2-2 1,1-4-1894,2-6 752,6 0 546,2 0 2408,6 0 0,0-13 0,0-2 0</inkml:trace>
  <inkml:trace contextRef="#ctx0" brushRef="#br1" timeOffset="154">19038 9582 7683,'0'-14'1110,"0"-1"1007,0 1-912,0 6 1,0 4 8,0 8 0,-2 4-983,-2 6 1,1 1 0,-5-1 0,0 0-122,0 0 0,0 5 0,-3 0 0,1-1 116,-1-3-680,5 0 1,-7-1 0,5 0-612,1 0 0,-4 0 1,4-1-1,1-2-2460,0-1 2269,1-7 219,5 3 1037,0-6 0,31-38 0,9-9 0</inkml:trace>
  <inkml:trace contextRef="#ctx0" brushRef="#br1" timeOffset="155">19479 9226 7888,'8'-14'1090,"0"2"1362,-4 2-1653,-2-3-382,4 12 0,-6 2 1,-1 12-1,-3 5 1255,0-1-1410,-7 5 1,7 0 0,-3 7 8,0-1 0,-2-4 0,2-1 0,1 3-166,0 0 3,1-3 0,0 2 1,-1-6 0,-2-2-353,5-1 1,-3-2-605,6 0 531,0-6 1,0-3-35,0-10 0,0-4 0,0-9 0,1-2-509,4-2 723,3-2 1,1-4 0,1-1 163,1 1 1,6-5 0,2-1 0,-1 3 84,-3 1 44,0 1 1,-1 7-1,0 3 296,0 4 0,0 7 1,1 5 286,-1 6-309,0 5 0,-4 7 0,-2 3-78,-2 1 1,3 6-1,-2-3 1,-1 2 586,0-1-757,-1 1 0,-5-2 1,0-1-66,0-1 1,5-4-1,-1 3 1,0-3-491,-3-2-31,-1-6-2195,0 5-448,0-12 1276,0 6-854,0-7 522,0 0 1619,-6 0 0,3-5 0,-7-1 484,-1-2 0,-3 0 0,-3-2 0,-2 4 0,1 0 0,2 4 0,-2-6 0,-1 5 0,1-2 0,2 0 0,2 5 0,0 0 933,0 0 55,0 0 1,4-1 812,1-4 1,4 4 209,-5-4-1731,7 3 1,3 2 0,11-1-140,7-4 0,-1 3 1,7-4-1,-1 1-726,0 1 415,3-1 0,-4 0 0,5 0-667,-3 2 1,-2 2-1,-4 1 1,2 0-1733,2 0 1384,-4 0 0,2 0 1185,-6 0 0,-12 25 0,-4 6 0</inkml:trace>
  <inkml:trace contextRef="#ctx0" brushRef="#br1" timeOffset="156">19976 9497 7811,'8'0'4102,"5"0"-3141,-12 0 291,6 0-244,-7 0 0,0 1 0,0 4 322,0 4-1048,0 4 1,0 1 73,0 0-343,0 1 1,-5 4 0,-1 0 0,-2-2-1,-3-1-32,-2-2-77,-1 0 0,1 0 0,2 1-963,2-1 618,-7-6 1,5 3 0,-3-5 0,1 0 0,0 1-2074,-1-4-830,6-2 646,-4-1 2698,10 0 0,27-50 0,15-13 0</inkml:trace>
  <inkml:trace contextRef="#ctx0" brushRef="#br1" timeOffset="157">19465 9042 6836,'0'-8'1916,"0"0"0,-2 5 581,-3-2-2283,-3 0 0,-1 5 1,-1 0-1,-1 0 0,-1 2 1,-3 3-1,1 4 863,0 4-937,0 7 1,-2-2 0,-1 5-1,-2 4 1,0 3 0,0 5-1,0 3 748,1 6-766,9-1 1,-2 6 0,6-7 29,2 1 0,1 0 0,2-2 1,2-3 324,3-5-428,3-3 0,6-3 1,-2-2 255,-2-1-585,3-13 1,-6 8 0,8-12-1,-1 1 1,0-1-1371,0-1 952,-6-4 1,5 4 0,-4-6-1610,4 0 1048,-5 0 0,9 0 1,-3 0 1258,2 0 0,25-19 0,5-5 0</inkml:trace>
  <inkml:trace contextRef="#ctx0" brushRef="#br1" timeOffset="158">20389 9340 7722,'0'-14'338,"-2"4"1,-1 1 0,-3-2 1993,-2-2-1004,5 5 1,-4 4-695,7 8 0,0 6 0,0 7 0,0 4 581,0 1-930,7 2 0,-6-1 0,4 1 31,-4 1 1,-1-4 0,0-1-94,0 1-82,0 1 0,0-5-38,0-2 224,0-4-488,0-3 0,0-4 1,0-8-268,0-6 0,5-7 0,0-4 0,-2-1-469,-1-3 636,4-2 0,-4-2 1,4-1 180,0-3 0,-4 5 1,3-2-1,-2 6 447,1 4-224,-2 1 156,4 4 1,-6 9 235,0 6-395,-6 13 1,3 4 0,-5 7 14,2 1 1,-1-4-1,4-1 1,-2-1-467,2 0 128,2 0 1,-4-5 0,0 0-419,2 1 0,1-6 1,2 1-1900,0 1 956,0-5 1,2 5 607,3-6 1,-2 0-1,6-5 936,2 0 0,27-57 0,-15 21 0,0 1 0</inkml:trace>
  <inkml:trace contextRef="#ctx0" brushRef="#br1" timeOffset="159">20730 9099 7722,'8'-8'1895,"0"0"-840,-4 3-641,-2 3 1,6-4 178,-3 6 0,-2 0-57,6 0 0,-1 6 0,3 4 1,-1 4 984,1 5-1123,1 3 1,-2 11-1,-2 2 1,-2 0-1,-3 1 1020,-1 0-1284,-2-4 1,0 8 0,-2-6-43,-2 3 0,-4-6 1,-7 2-1,1-3 125,0-1-392,0-7 1,-5-1 0,0-9-350,1-2 0,3-2 0,0-5-3070,1 1 1487,6 1-1208,-4-5 3315,10-6 0,8-8 0,10-8 0</inkml:trace>
  <inkml:trace contextRef="#ctx0" brushRef="#br1" timeOffset="160">21242 9582 14544,'8'0'2671,"0"0"-1660,-4 0-1008,-2 0 0,4 1 1,-6 4-1388,0 5 471,0-4 1,-1 5-16,-4-6 1,3 1 495,-2-1 147,2-4 555,2 6 235,0-7 492,0 0 102,0 6-880,0-4 0,-2 6 0,-1-4 0,-3 6 0,-2 2 432,-3 3-554,-2-1 1,-2 0 0,-3 0-252,-1 0-111,-6 7 1,8-5 0,-6 3 0,1-3 0,2-4-4077,-1-2 2988,2 2 1,7-9-1056,2 7 2408,4-7 0,31-47 0,7-19 0</inkml:trace>
  <inkml:trace contextRef="#ctx0" brushRef="#br1" timeOffset="161">21768 9099 7704,'8'-8'1602,"-2"-5"160,-6 3-1443,0 4 1,-2 0-1,-2 6 1,-6 1-1,-1 6 1,0 5 1333,2 6-1484,-1 7 0,-4-1 1,0 7-1,1 4 1,2 0 710,2 0-716,5 4 1,-7-7 0,7 4-59,0-1 0,3-2 1,1-5-1,0-1 186,0-3-536,6 3 1,-3-16-1,7 3 173,1-1-404,1-7 1,3 0 0,-1-6-1,0 0 1,0 0-3035,1 0 2322,5 0 1,-4-4-1,3-3 1187,-3-1 0,4-26 0,2-12 0</inkml:trace>
  <inkml:trace contextRef="#ctx0" brushRef="#br1" timeOffset="162">21938 9255 7704,'-7'-14'2160,"0"-1"-1189,7 1 103,0 6 1,-1 2 58,-4 6 1,2 2 426,-7 2-1237,7 4 0,-3 11 0,4 2 722,-3 1-872,4-5 0,-5 10 0,6-3 1,0 1-1,0 0 477,0-1-776,0-7 0,0 9 1,0-6 227,0 2-357,0-4 0,1 2 1,2-6-1,4 1-523,1-1 349,-5-6 1,9 3 0,-2-6-225,2-2 496,3-2 0,0-2 0,3-4 0,1-3 1,0-1 52,1-1 87,-4 1 1,9-6 0,-6 1 200,-1 0-56,4 0 1,-8 0 0,2-1 0,-5 1 881,0 0-824,-5 6 0,-1-5-246,-10 4 13,-3 3 1,-7-5 0,-4 6 0,-5 2 0,-3 1-462,-1 2 332,-1 0 1,5 5 0,2 1-238,2 2 246,1-5 1,1 5 0,3-5 0,4 4 0,1-1-628,2 0 409,5-1 0,-3-4-40,6 4 325,0-3 0,1 4 1,4-6-1,5 0 1,4-1 169,5-4-101,-3 3 0,6-10 0,-5 2-264,2-3 507,6-1 1,-9-5 0,1 0 0,-4 0 0,-5 0 885,-2 0-933,-1-6 1,-5 8 0,0-5-22,0 1 1,-6 4 0,-4 6 0,-4 3-533,-5 2 32,3 1 1,-9 6 0,4 3-680,-1 0 568,5 7 0,-4 2 0,9 6 0,1 0 1,3 0-2604,2 0 2449,1 6 621,-2-9 0,37 30 0,4-1 0</inkml:trace>
  <inkml:trace contextRef="#ctx0" brushRef="#br1" timeOffset="163">22379 9482 8251,'0'-8'1986,"5"1"-1020,0 2 1352,-1 3 26,-4-4-2002,0 12 0,0 2 0,0 6-90,0 1 1,0-1-1,0 2 1,0 1-212,0 2-101,0 0 0,-1-5 0,-2 0-75,-2 1 1,-1-1 0,2 0 0,-2 0-404,-2 0-708,5-6 0,-5 5-31,3-4-2429,4-2 3706,-5-1 0,24-57 0,6-12 0</inkml:trace>
  <inkml:trace contextRef="#ctx0" brushRef="#br1" timeOffset="164">22678 9241 7731,'8'-15'114,"-2"1"1,-6 0 763,0 0 665,0 6 739,0-5-971,0 12-551,0 1 1,0 14 0,0 8-287,0 0 1,-5 5-1,-1-3 1,0 3 520,-1 1-714,3 0 1,2-1 0,-1-1-266,-2-3 0,0-5 0,5 1 1,0-4-581,0 0 323,0-1 0,0-5-617,0 1 715,0-7 1,0-8 0,0-9 186,0-2-161,7 0 1,-6-4-1,4-2-50,-3 0 1,-2-5-1,0 3 1,0-3-265,0-1 376,0 6 0,0 1 0,0 7-752,0 0 109,0-1-24,0 8 1,0 2-1,0 10-142,0 4 1,0 4 0,0 1 0,0 0-1320,0 0 2183,0 7 0,12 7 0,4 9 0</inkml:trace>
  <inkml:trace contextRef="#ctx0" brushRef="#br1" timeOffset="165">23047 9013 7731,'0'-14'856,"-6"0"0,5 0 827,-4-1-847,3 7 0,4 2 545,3 6-811,2 6 1,9 9 0,2 7-125,1 0 0,-1 9 1,-3-1-1,-1 4 582,0 0-816,0 6 1,-6-5-1,-3 4 567,-3-1-608,-2 0 0,-8 0 0,-5-2 0,-4-1 0,-2-3 345,-2-2-700,-1-8 0,-2 3 1,2-6-499,2-2 1,1-1 0,5-3-1012,-1-4-1150,7-2-2516,2-7 5359,6 0 0,6-32 0,2-8 0</inkml:trace>
  <inkml:trace contextRef="#ctx0" brushRef="#br1" timeOffset="166">23275 8857 7269,'0'-8'-518,"5"0"1,1 5 1335,2-2-542,-5 0 0,5 1 0,-3-3 0,4 1 1590,4 0-1634,1-5 1,0 9-1,0-3 1,-1 2 0,-2 0 825,-1-2-882,-1 1 1,1 4-30,-1 0 1,0 0-1,4 1 510,-3 4-510,2-4 1,-10 17 0,3-4 46,-4 2 0,-1 6 0,0 2 0,0 2 321,0 3-398,0-7 0,0 8 1,0-5 5,0 1 0,2-1 0,1 2 0,2-2 336,-2-1-487,-2-7 0,1 4-579,3-7 329,-4 0 335,6-6 1,-6-2-8,4-6 0,-4-6 0,6-4-56,-1-2 41,-4 4 0,4-5-253,-6 4-378,0 2 530,-6 1 0,-2 6 1,-6 2 50,-1 2 1,-4 11 0,-1 8 0,-1 4 289,1 2-79,1-1 1,5 5-1,-1 4 30,1 4 1,2-7-1,2 7 1,5-3 249,4-1-255,1-6 1,0 9 0,0-9-77,0-4 1,6 0-1,2-8 1,1 0 272,1 2-551,-7-6 0,8 6-67,-6-7 0,4 0 0,-4 1-39,-2-1 192,-7-6 0,-6 3 0,-7-5-223,-2 2 1,-7-5 0,4 3 0,-1-1-1832,-1 0 1604,7 0 1,-9-5 0,7 0-974,2 0 1,3 1 0,3 2-1125,1 2 2594,7 0 0,9-49 0,10-12 0</inkml:trace>
  <inkml:trace contextRef="#ctx0" brushRef="#br1" timeOffset="167">24057 8786 7992,'8'0'1200,"0"0"-138,-4 0-431,-2 0 159,4 0-758,-6 0 0,2 0 113,3 0 143,-4 0 305,6 0-379,-7 0 818,0 0-860,6 0 68,-5 0-43,6 0-110,-7 0 1,1 0 64,4 0-139,3 0 1,1 0-1,-1 1-11,-1 4 0,4-3 0,-3 4 0,1 0 51,1 4-14,-1 2 1,4 3 0,-2 0 50,-2 4 0,-4 5 1,3 8-1,-2 2 808,-3 3-745,-1 1 0,-7 4 0,-1-1-48,-2-3 0,-2 2 0,-4-5 1,0-2 127,0-3-320,0 1 0,1-13 0,3 4 121,6-2-192,-4-1 0,6-9 0,-1-2 0,6 0 1,8-2-516,7 0 563,-2 5 1,6-9-1,-3 3-145,4-4 267,4-1 1,-3 0-1,-2 0 1,0 0-1,-1 0 303,-1 0-245,-1-6 1,-5 3 0,1-5 576,-1 1-131,-6-4-235,-2 3-255,-6 1 1,-6 0 0,-5 9 0,-5 1-246,-3 2 170,-6 6 1,7-2-1,-4 9 91,2 1 0,1 1 0,6-2 0,2 2 7,1 2 215,1 2 0,-4 4 0,2 1 73,2-1-160,6 1 1,-8 1 0,4 1-1,1 1 1,0-4 515,2-2-595,-3-3 1,3 4-1,-4-2 284,2-1-453,-5-7 1,8 4-1,-7-7-282,-1 0 166,-1-6 1,2-1-728,1-7 548,-1 0 1,1 0 0,-2 0 0,-3 0 0,-4 0-3191,1 0 2908,-5 0 1,-2 0 0,-8 0-2906,-1 0 3553,-6 0 0,-2-19 0,-10-12 0,-1-2 0,-7-1 0,0 0 0,0 0 0</inkml:trace>
  <inkml:trace contextRef="#ctx0" brushRef="#br1" timeOffset="168">24128 5388 7937,'-8'0'-1551,"0"0"2621,3 0 690,4 0-197,-12 0-737,12 0-284,-6 0-313,7 0 0,2 0-28,3 0 0,3 0 0,6 0 0,2 0 426,2 0-530,5 6 0,10-4 0,2 4 220,1 1-253,8-6 0,2 5 1,4-6-1,-1 0 0,-3 0 263,-2 0-239,-1 0 1,-3 0-1,-7 0-82,-9 0 0,-7 0 0,-3 0 263,0 0-219,-6 0 1,-3-1 16,-10-4-166,4 4 1,-7-7 0,3 5-1,-4-4-436,-4-1 443,5 5 0,-5-8 1,5 5-380,1-2 373,-6 5 1,5-8 0,-5 4-1,2 1 1,3-2-247,2 0 613,1 5 1,1-5 205,-1 3-764,0 4 122,5-5 50,0 6 139,0 0 0,6 1 0,2 4 1,2 3-47,-1 0 196,-6 4 1,9-4 0,-6 6 182,2 1-296,-5-1 0,3 0 0,-6 0 0,0 0 73,0 1-312,0-1 1,0 0-253,0 0 0,-5 1 1,-1-3-1,-2-1-3613,-3-1 4045,-8-1 0,-22 5 0,-11 1 0</inkml:trace>
  <inkml:trace contextRef="#ctx0" brushRef="#br1" timeOffset="169">26118 4293 8026,'-7'0'208,"-1"0"1,4-1 785,0-4-545,-1 3 0,3-4 0,-1 5 1008,-1-4-541,-1 3-83,5-4-282,0 6-856,0 0 169,-7 0 104,6 0 0,-7 0-16,3 0 66,4 0 1,-12 5 0,5 1-54,0 2 48,-4-5 0,8 5 8,-5-3-11,6-4 0,-4 7 0,6-5 178,-4 2-97,4 0 242,-6-5-162,7 6 37,0-4-297,0 4 417,0 0-285,0 2 1,0 6 0,2-1 0,1-2 0,2 0 177,-2 5-208,-2-2 1,-1 7 0,0-5 118,0 2-67,0-2 0,0 10 1,-1-6-1,-4 2 0,-4 2 175,-4-2-225,-1 5 1,0-11-1,-1 3 62,1-4-98,-6 0 0,4-3 0,-5-2 0,2-4-62,0 0 228,0-4-91,5 4 0,6-12 1,4-4-155,2-2-142,2-2 1,6-1-343,4 1 406,2 6 0,7-3 0,0 7 0,-1-1 1,-2 0 180,-2 0-109,0 1 0,5 4 155,0 0-52,0 0 1,-5 4-1,0 3 1,-1 1-1,-2 3 551,-2 1-417,-5 2 1,7 1 0,-7 0 455,0 4-531,-3-3 1,-1 9 0,0-4 0,0 1 0,0 3 234,0 2-275,0-5 1,0 4 0,0-7 210,0-2-347,0 5 1,-1-6 0,-3 3-405,0-3 296,-1-2 0,3-6-805,-2-4 538,2-2-246,-4-2 1,6-2-227,0-2-179,0 2 0,4-10-1434,1 2 2580,0-3 0,-11-13 0,-2-4 0</inkml:trace>
  <inkml:trace contextRef="#ctx0" brushRef="#br1" timeOffset="170">26644 4393 8026,'0'-8'202,"0"0"0,0 3 1800,0-4-471,0 3-113,0-1-1234,0 7 1,-1 0-1,-2 2 1,-4 1-1,0 5 86,-5 4 1,5 0 0,-3 8-1,-1 1 230,-2 2-365,-1 4 0,2 6 0,0 2 31,3 1 0,6 2 1,-2 3-1,4-1-38,1-2-212,0-7 0,1 9 0,4-7-229,4-1 238,4-9 1,-4-2 0,1-8-1,-1-2 1,1-4-733,-1 0 541,-5-2 1,3-5-568,-2 0 473,-3 0 1,4-2-1594,-6-3 1244,0 4 1,0-7-1,2 5-1154,2-2 1863,4-6 0,6-10 0,1-9 0</inkml:trace>
  <inkml:trace contextRef="#ctx0" brushRef="#br1" timeOffset="171">26900 4592 8136,'0'-10'785,"-1"3"592,-4 0 1,4 1-6,-4 1-1138,3 4 1,2-4 215,0 10-285,0 2 0,0 8 0,0-1 103,0 0 1,0 0-158,0 1 0,5 4 0,0 1 0,-2 1 29,-2-1-190,-1-1 1,0 0 0,0 2 0,0-1 0,0 1-59,0-4-55,0-1 0,0-2 0,0 0 1,0 0 132,0 1 1,5-6 0,1-1 0,2-2 0,3-2-88,2-3 105,1-1 0,5 0 1,2-1 20,1-4 0,-3-3 0,5-6 0,-1 1 32,-1 4 51,5-10 1,-11 14 0,3-9-63,-3 1 153,-8 0 1,3-1-1,-7 0 45,0 0-216,-9 6 1,-3-3-1,-8 6-105,-3 2 1,-1 1-13,-4 2 0,-3 0 1,5 0-1,-2 0-65,1 0 139,5 0 1,-2 0 0,5 0 0,1 0-122,0 0 150,6 0 0,-3-1-54,6-4-41,7 3 1,6-10 0,8 4-1,3-3 1,3-2-167,0-3 395,5-1 1,-10 3 0,5 0-73,-1-1 81,-2 1 0,-10 0 0,-1 0 0,-2-1 55,-2 1-225,-9 0 1,-5 6 0,-9 3-335,-4 4 0,-4 1 1,-2 1-1,1 4-1036,-1 5 486,1 2 1,4 2-1,2 1-336,2-1 1249,7 6 0,32 22 0,13 10 0</inkml:trace>
  <inkml:trace contextRef="#ctx0" brushRef="#br1" timeOffset="172">27412 4848 13454,'0'9'407,"0"1"-334,0 1-195,0-5 0,0 2 0,-1-5 0,-2 4-267,-2 0-106,0-3 117,5 2 325,0-6 47,0-6 0,6-1-60,4-2 407,-4 2 0,2 7 34,-3 0 0,-4 2 0,4 3 674,-3 4-848,-2 4 1,-2 1 0,-3 0-121,-4 1 1,-4 3 0,-3 1-1,-1 0-1127,-2 2 766,-6-5 0,9 4 1,-3-6-2122,3 1 1999,2-7 0,0 3 402,0-7 0,44-43 0,11-16 0</inkml:trace>
  <inkml:trace contextRef="#ctx0" brushRef="#br1" timeOffset="173">27725 4535 7977,'0'-8'1158,"0"0"-63,0 4-797,0 2 1,0-3 0,0 10-1,0 4 1,0 4 0,0 1 1486,0 0-1526,0 7 0,0-4 0,0 7 0,0 0 1,0-1 546,0 1-751,0-6 1,0 4 0,0-5-1,0 2 1,0-2 182,0-1-163,0-8 0,0 5 102,0-4 99,0-3-294,0-6 1,0-7 0,0-9-659,0-3 480,6-3 0,-4-7 0,3-1 0,-2-1 0,0-4-432,2-1 595,-1 4 1,-2 2 0,1 8 45,2 1-267,0 2 0,-4 11 1,2 7-517,2 9 1317,0 8 1,-5 14-1,0 1-181,0 2 1,0 5-1,0-5 1,0-1 577,0-2-934,0-8 0,0 3 1,-2-4-913,-2 1 248,2-11 1,-4 8 0,6-9-1733,0 2 1301,0-4 0,-2-2 0,-1-7 1085,-2-4 0,-25-53 0,14 19 0,1 0 0</inkml:trace>
  <inkml:trace contextRef="#ctx0" brushRef="#br1" timeOffset="174">26389 2971 7806,'0'-20'897,"0"4"1,0-3 0,0 3 2374,0 2-2915,0 6 1,0 3-1,0 10 1,0 5-1,0 4 686,0 5-808,0-4 1,0 12 0,0-3 0,0 1 0,0 1-142,0-3 1,-5-4 0,0 3-1,2-1-75,1-4-698,2-1 1,-1-2 208,-4 0 1,3 1-231,-2-1 962,2-6 1,2-3-412,0-10 1,0-8 0,0-6 0,0 0 98,0-1 47,0-2 1,0-7 0,0 2 127,0 4 0,0-3 1,0 6-1,0-1-102,0 1-59,6 7 0,2 2 1,7 6-9,-1 2 1,6 2 0,2 2 0,2 5 711,0 9-610,0-1 1,-1 13-1,1-4 68,1 4 13,-4-5 0,-1 4 0,-6-6 0,1 1 0,-1-1 511,0-2-324,-6-9 278,5 4-309,-5-12 0,-1 4 0,0-10 1,-2-4-1,-1-4 632,-1-1-952,5-6 0,-6 2 0,3-4-455,-4 1 259,-1-4 0,5 3 0,0-6 1,-2-1-1,-2 2-1195,-1 4 513,0 2 0,0 7-3086,0 0 3162,-6 6 0,3 8 0,-5 9 0,0 6 827,0 3 0,-8 49 0,5-25 0,0 0 0</inkml:trace>
  <inkml:trace contextRef="#ctx0" brushRef="#br1" timeOffset="175">26730 3113 7977,'8'8'0,"-2"0"1583,-6-3 1185,0-3-547,6 4-1368,-4-6 0,6 0 113,-3 0-825,-4 0 0,12 0 0,-4 0 0,4 0 0,1 0 19,0 0-214,1-6 1,3 2 0,1-4-159,-1 2 1,2-5-1,-1 2 1,0-4-277,2-1 337,-5 0 0,4-1 0,-6 1-258,1 0 389,-8 6 0,5-5 1,-8 4-380,-1-4 97,-1 5 0,-4 2 0,-2 6-820,-6 0 924,-2 6 1,-3 2 0,3 6 0,1 1 0,1 0-11,-1 4 147,5-3 0,-5 5 0,6-7 61,2 0 8,1 0 1,4 1 0,3-3 0,6-1 185,6-1-114,-1-7 0,11 3 0,-4-7 6,4-4-21,2 3 0,-1-10 0,-1 2 1,-2-2-1,-3-3 396,-1 1-372,-2 0 1,0 0 15,0 0-76,0-1 0,-10 7-352,1 4 392,-1 2 1,-1 4 0,-3 2-30,-4 6 129,-1 3 1,0 1-1,0 0 1,0 0 229,0 0-353,0-6 1,0 5 83,0-4-302,0 4 0,-4-3-430,-1-1 405,-6-6 1,9 5-353,-2-3 177,2-4 749,2 6 24,0-7 2390,0 0-2686,0-7 22,0 6 162,0-6-107,0 7-501,0 0 30,0-6 177,0 5 1,0-7-251,0 3 336,0 3 1,5-10 0,1 2 10,2-2-66,-5 4 0,3 0 0,-4 5-90,3-2-464,-4 0 333,6-1-112,-7 4 0,0-6-880,0 4 294,0 2 0,1-4-795,4 6 1170,-4 0 490,6 0 56,-7 0 0,0-7 1,-2 0 1382,-3-1-758,4-5 1,-5 10 825,6-7-750,0 1 0,-2-1 0,-1 1 1296,-2-2-2535,0 5 683,5-1 218,0 7 0,0 7 0,0 2 0,0 4 469,0 1-872,0 6 0,0-4 1,0 3-1,0-3 0,0-2-313,0 0 304,0 1 1,2-1-530,3 0 552,3-6 0,6 3 1,0-6-1,0-2 0,2-2 23,3-1 177,-3 0 0,4-6 0,-5-3 1,-1-4-1,0-1 843,0 0-568,-6-1 1,3 0 153,-6-4-159,6 3-1991,-9-5 1478,4 13 1,-6 4 0,0 8-1,-2 4 1,-1 3 244,-2 4-95,1-4 1,4 9-135,0-6 144,0 1 1,6-1 0,3-2-1,6 0 553,4-3-359,-4-6 1,8 3-1,-6-7 189,2-4 0,5 2 1,-5-6-1,-2-3 616,-1 0-916,-2-2 1,-1-1 0,-2 0 0,-3-3 0,-2-1 472,-3 2-1090,-1 1-1,-2 2 1,0 0 137,0-1-1135,-7 8 1,-5 0 0,-9 7 1519,-1 0 0,-40 32 0,24-12 0,1-1 0</inkml:trace>
  <inkml:trace contextRef="#ctx0" brushRef="#br1" timeOffset="176">28791 2858 7909,'-8'-15'3301,"1"6"-2816,2-1 1,3 9 0,-2 1 0,2 8 630,2 4-882,0 9 1,0-4 0,2 5 0,1-1 0,1-2-89,0 1 1,-3-4 0,-1 3 0,0-3-13,0-2-413,0 0 0,0 1 1,0-1-3138,0 0 2350,0-6 0,0 0 153,0-4 1,0-4 0,0 0-243,0-7 1193,0-6 1,0-3-1,0-1 165,0-2-152,0-6 1,0 7-1,0-4 1,0 2-1,0 2 2319,0 2-1822,0-4 1,0 9 0,2-3 0,2 3 0,4 1 1475,0 1-1951,5 5 1,-5-2 0,8 6 371,3 0-330,-4 0 1,11 6 0,-6 4 0,1 3 0,1 1 333,0 0-407,-5 6 1,4-4 0,-7 5-133,0-1 1,-1-4 0,-4 3-1,-4-3-19,-3-2 254,-2 0 0,-2 1 0,-3-1 1,-6-2-1,-6-1 285,-7-1-421,-3-1 0,-1 1 1,-2-2-431,-3-2-250,9 5 1,-9-8-1,11 5 1,0 0 0,3-2 670,3 1 0,27-9 0,6-6 0</inkml:trace>
  <inkml:trace contextRef="#ctx0" brushRef="#br1" timeOffset="177">29246 3000 7968,'0'-8'442,"-4"-5"1,-1 4 2021,2-4-1830,1-1 1,2 7 477,0 7-892,0 7 1,0 7 0,0 0 0,0 0 0,0 1 820,0-1-921,0 0 1,0 0 0,2 1 0,1-1 372,2 0-675,-1 0 1,-4-4 324,0-1-430,7 1 1,-4-2 0,6-4-293,2-2 457,-4-2 1,5 0-1,-2-2 25,2-2 0,4-4 0,2-7 0,1 0-47,-2-4 86,5 3 1,-6-5 0,3 9-112,-3 2 1,-1-1 0,3 6 0,1 2-409,-2 2 578,-1 1 0,-2 1 119,0 4 0,-6-2 1,-1 7-1,-3 1 322,1 1-416,0 3 0,-5-1 1,0 0 165,0 0 1,-2-1 0,-1-2-1,-3-2 349,-2 2-472,-2-4 0,-4-1 0,0-4-227,0 2 1,-1-2-558,1 3 171,0-4 1,5-1-379,-1 0 0,5 0-422,-4 0 452,6 0 345,-4 0 0,7-1-319,0-4 476,7 3 0,-4-4 390,6 6 0,1 0 0,4 0 0,32-19 0,8-5 0</inkml:trace>
  <inkml:trace contextRef="#ctx0" brushRef="#br1" timeOffset="178">29758 2929 7968,'0'-23'-89,"0"3"0,0 6 1058,0 0 1,2-1 0,1 1 2106,2 0-2106,-1 6-901,-4 2 1,2 7-1,1 4 1,2 6-1,0 6 799,1 7-567,-4 3 0,5 1 1,-3 1-100,0-1 1,1 1-1,-5-1 1,0 1-76,0-1-87,0-6 0,0 3 0,0-6-226,0-1 0,0 2-2281,0-1-191,0-6 1328,0-1 1,0-12 0,0-1 1329,0-12 0,-19-58 0,7 25 0,0 1 0</inkml:trace>
  <inkml:trace contextRef="#ctx0" brushRef="#br1" timeOffset="179">29772 3042 7995,'-8'-14'283,"2"6"963,6-4-812,-6 4 1,6 0-1,0 3 409,8 3-968,4 2 1,3 2 0,0 1-331,4 2 0,-1 1 455,5-1 0,45 9 0,-26-3 0,0 0 0</inkml:trace>
  <inkml:trace contextRef="#ctx0" brushRef="#br1" timeOffset="180">30170 3000 7995,'-6'-15'605,"-2"8"1,-4 0 907,2 1-1187,-9 4 1,10-4 0,-10 8 94,3 2 1,-3-1 0,0 7-1,0 3 323,-1 4-777,4-1 0,-3 4 1,8-5 307,1-1-492,7 6 1,-3-4 0,6 3-1,0-3-1207,0-2 1105,6 0 0,7-4 0,7-2-75,2-2 0,-3-1 0,3-5 1,1 0-307,-1 0 992,-5-7 1,8 4 0,-6-6-149,-1-2 1,-7-2 0,-2-1 0,2 0 957,2-1-844,-5 1 1,0 2 0,-5 0 335,2 3 1,-1 4 0,-5-3-91,-4 2-365,3 1 1,-10 5 0,4 2 41,0 3 1,-5 3-1,5 6-342,1 0-15,0 0 0,7 0-80,0 1 1,0-1 0,2-2 0,3 0-1033,4-3 902,-3-6 1,7 3-1,-3-6 194,2 0 0,2 0 1,1 0-1,-1-1-335,0-4 718,0-3 0,-4-1 1,-1-1 53,2-1 1,0-1-1,0-1 1188,-1 3-427,-7 4-159,3 0 70,-6 4-730,0 2 1,0 3 0,-1 7-84,-4 1 1,2 0-1,-5 0-222,2-1-317,1-1 1,3 1-330,-2-1 1,2-4 275,-3 4 123,4-6 0,1 2 257,0-10 1,1-3 0,4-6 221,4 0-72,4 0 0,-3 0 0,-1 1 246,2 3 1,2-1 0,1 5 298,0-2-400,0 5 1,1-3 85,-1 6 0,0 6 0,-1 4 181,-4 2-446,-3 2 0,-1-4 0,0-1-167,-2 2 0,0 0 0,0 1-798,2-3-2,0-6 702,1 10 0,2-12 0,6 3-146,1-8 366,-1 3 1,0-12 0,0 4 60,0-4 1,1-1 0,0 0 0,3-1 89,1 1-27,0 6 1,-5-4 0,0 4 83,0 0 0,-4 2 0,-1 6 45,2 0-70,-4 0 6,5 0 1,-5 6-12,2 3-105,-2-2 199,-7 5 0,0-9 128,0 7-75,0-7-377,0 3 1,-7-6 0,-2-1-465,-4-4 474,-1 3 0,0-4 1,-2 6 25,-3 0 1,3 2 0,-3 1 0,3 2-298,2-2 288,6 5 0,-4-2 1,4 5 33,0-1 0,1-1 1,7 5 47,0 0-98,7 1 1,2-3 0,9-2-2,1-5 0,6 1 1,0-1-1,5-2-115,3-2 230,1-1 1,-6-1 0,0-4-21,1-4 0,-1-4 0,1-1 1,-2-1 32,-4 1 192,-2 0 1,-7 0 0,-1 0 302,-4-1 1,-3 6-462,-6-1-124,-6 7 1,-2-3 0,-6 8 61,0 2 1,0 4 0,-1 6-1,1 1 460,0-1-473,6 0 0,-3 0 0,6 0-261,2 1 1,1-1-1,2 0 1,0 0-1015,0 1 743,0-8 0,5 6 0,2-5-413,0 0 1,3-2 0,4-6 936,0 0 0,20-25 0,3-7 0</inkml:trace>
  <inkml:trace contextRef="#ctx0" brushRef="#br1" timeOffset="181">31550 2943 7959,'8'-7'2849,"-1"6"-2144,-2-4 520,-3 4 0,6 1-597,-4 0 1,0 1 0,3 4 244,0 4-714,-3 10 1,1-1 0,0 4-30,-2-2 1,3 6 0,1-4 0,-1 1 166,0 1-258,5 0 1,-3 0-1,5-2-31,-4-2 76,4-1 0,-7-9 1,5-2-1,-1-2 852,1-3-791,2-1 1,1-6 0,-1-3-34,-4-8 1,4-2 0,-5 1 0,1-3 313,0-5-653,1-2 0,-1 2 0,-1 0-849,-1-1 649,4 4 1,-10 1 0,6 6 0,-3-1-2272,1 1 1406,0 6 1,-5 4-1,-2 8-277,-2 6 1569,2 2 0,-23 41 0,1 8 0</inkml:trace>
  <inkml:trace contextRef="#ctx0" brushRef="#br1" timeOffset="182">31976 3199 11135,'8'0'1128,"-2"0"1,-4 0-782,3 0-375,-4 0 0,7 0 0,-3-2 0,4-1-118,4-2 83,1-6 1,2 8-1,1-5 1,2 0 0,-1 0-167,-2-3 274,4-1 0,-4-3 433,3 1-372,-3 0 0,-8 4 293,-4 1-633,-2 6 1,-8-3 0,-4 6 74,-3 0 1,-1 6 0,0 3 0,0 4-68,0 1 196,6 0 1,-3 1 5,6-1 0,0 0 1,5 0 82,0 0-57,6 1 0,2-7 0,7-4 69,-1-2 1,2-2 0,3 0 0,3 0 438,0 0-422,5 0 1,-5-6 0,6-4 249,1-3-435,-1-1 0,5 2 0,0 1 0,-3 3 0,-3 0 169,-3 0-81,-7 5 1,4-5-469,-7 3-306,-6 3 243,5-4 673,-12 6 0,1 2 1381,-7 2-1357,0-2 0,-1 4 0,-4-6 1,-2 0 230,-2 0-461,-1 0 0,0 0 0,-3 2-269,-1 3 262,0-4 1,0 10-1,0-4 1,2 1-1,3 3-363,4 1 451,-2-4 1,5 5 0,-2-4-193,4 4 287,4 1 0,1 0 0,1-1 0,5-2 0,7-3 198,5-2-208,0-1 1,3 0 0,3-1 279,3 0-288,-5-3 1,5-6 0,-4-1 0,4-2 0,2-3-192,-1-1 136,0-3 0,-4 0 0,-2-3-225,-1-1 206,4-6 0,-9 8 0,3-6 0,-5 1 195,-5 0-21,-2 5-848,-7-4 559,0 13 0,-2 4 1,-1 8-1,-3 7 1,-2 5-36,-3 3 578,4 0 0,0 0 1,3 2 125,0 1-441,-1-5 1,5 4 0,0-7-1,0 0 1,0 0 2,0 1-1016,0-1 1,1-5 304,4 1-575,-3-7 1,6 8-1,-5-8-1649,2-4 2474,-1-6 0,-5-7 0,-2-2 334,-2-3-14,-6-3 0,4-2 1,-4 1-1,4-1 0,-1 2-187,0 3 341,5 3 0,-4 2 1336,7 0-1193,0 0 1,2 6 0,3 3 0,4 3 957,4 2-1241,7 0 0,53 32 0,-27-12 0,0-1 0</inkml:trace>
  <inkml:trace contextRef="#ctx0" brushRef="#br1" timeOffset="183">33355 2957 8095,'7'-14'545,"0"0"1,8-1 0,-1 1 1510,0 0-1661,-6 6 1,5 2 0,-4 6 44,4 0 0,-4 12-255,1 7 1,-7 8-1,3 6 1,-1 5 465,0 3-489,-1 2 1,-4-5-1,0 0 1,-1 1-1,-2 1 560,-2-2-624,-6-4 1,8-7-1,-7-3-200,-1-5-139,5-3 1,-7-2 0,4-1 0,-4-4-3599,-1-4 2331,0-4 1508,-1-1 0,-18 0 0,-5 0 0</inkml:trace>
  <inkml:trace contextRef="#ctx0" brushRef="#br1" timeOffset="184">28066 4464 7951,'0'-14'691,"-4"4"0,-1 1 0,2-2 0,1-2 1658,2-1-1993,0 0 0,0 4 0,2 1 0,2-1 0,6 2 854,2 4-1101,3 2 1,-6 2 0,1 0 0,1 3 0,1 5 165,3 6 0,-1 10 0,-2 0 0,-1 4 330,-1 5-326,-7 4 1,3 5 0,-6 1 541,0 0-610,0-1 0,-1-4 1,-4 0-1,-6 0 1,-5-2 562,-3-3-663,-6-3 1,8-3 0,-5-3 7,1-5 1,2-5-1,5-4 1,0-6-24,-1-2 13,1-2 1,5 0-909,-1 0 1,7-6-3276,-2-4 3171,4-2 0,7 2 0,4 2 903,2 2 0,34-12 0,8 3 0</inkml:trace>
  <inkml:trace contextRef="#ctx0" brushRef="#br1" timeOffset="185">28535 4933 8566,'8'-6'1477,"-1"4"0,-7-6-281,0 4-578,0 2 1,0-3-399,0 10 1,0-2 0,-2 5-351,-3-2 48,4-1-87,-12 1-11,5-4 0,-1 4-152,-1-6-63,7 0 345,-3 0 0,7-4 0,3-3 1,2 1 247,2 0-197,1 1 1,5 0 327,1 0-198,-1 1 0,-5 4 0,-1 1 0,-1 4 0,-4 4 847,-2 4-531,-1 1 0,-1 1 1,-4 0 54,-4 4-577,-4-3 0,-6 9 1,-2-6-1,-1-1 1,-3-1-531,-2 2-450,-1-3 1,4 0-1,2-8-286,1-2 1,-2 0 1340,4-1 0,6-22 0,7-1 0</inkml:trace>
  <inkml:trace contextRef="#ctx0" brushRef="#br1" timeOffset="186">29189 4379 7773,'15'0'296,"-1"0"0,-5-5 0,1-1 1,-1-2 1589,-1-3-133,-1 4-726,-7 1-894,0 6 0,-2 0 0,-1 2 0,-4 2 0,0 6 494,-4 2-564,4 3 1,-5 4-1,2 1 14,-3 2 0,1-3 0,1 5 1,1 1 134,-1 2-160,-1 1 0,2 1 0,1-1 235,-2 1-325,4-1 1,1 1 0,6-3-1,0 0 1,0-3 117,0 3-153,0-6 1,6 6 0,4-8 96,2 0-51,9-2 0,-4-2 0,7-1 0,1-2 0,2-4 160,2 0-103,-7-2 0,-2-5 1,-6 0 168,1 0-145,-7 0 1,3-2-335,-7-3-337,1 4-392,-5-6 0,-1 7 0,-3-1-2532,0-4 3025,-1 3 0,-1-4 516,-4 6 0,-22-19 0,-5-5 0</inkml:trace>
  <inkml:trace contextRef="#ctx0" brushRef="#br1" timeOffset="187">29389 4379 7773,'7'-10'118,"0"2"1,-3 0 575,1 0 1,0 4 538,-5-6-962,0 7 0,-2-3 0,-2 6 0,-6 0 837,-2 0-972,-3 6 0,0 2 0,-3 8 262,-1 3 1,-1-2-199,1 7 1,1-5-1,-4 4 1,0 3 323,0 1-405,5 1 1,-9 2-1,7 2 0,2 1 0,3 2 0,3-4 0,3 2 289,1-1-448,3-2 1,4-6-1,1-2-56,4-2 0,-2-1 1,7-3-1,1 0-153,1-2 210,3 3 0,-6-15 0,1 4-445,1 1 0,-3-6-635,1 4 472,-6-3 0,5-2-608,-3 0 0,-2-2-804,6-3 653,-5 4 1406,8-6 0,9-5 0,9-4 0</inkml:trace>
  <inkml:trace contextRef="#ctx0" brushRef="#br1" timeOffset="188">29744 4649 7773,'6'-8'289,"-3"-5"0,5 4 1363,-1-4 795,-3 5-487,-4-4-1480,0 10-263,0-4 0,-6 7 0,-3 2 0,-4 4 286,-1 1-402,0-5 1,-1 9 0,0-2-4,-4 3 0,3 1 0,-5 0 0,2 0 177,0 0-438,0 1 0,5-1 0,0 2 54,0 3 0,1-4 1,4 4-1,4-3-752,3-2 674,2 1 1,2 2-1,4-1-51,8-4 1,2-2 0,8 1-1,1-3 87,2-2 108,1-1 0,1-5 0,-1 0 166,1 0 0,-7-2 0,-3-1 0,-5-3 196,-4-2-138,2-2 1,-10 1-469,2-1 1,-2 6-1454,-2-6 399,0 7 1,-6-3-1,-4 6-241,-2 0 1582,-3 6 0,-11 8 0,-4 8 0</inkml:trace>
  <inkml:trace contextRef="#ctx0" brushRef="#br1" timeOffset="189">29915 4876 7812,'14'0'-1443,"0"-5"4031,0 1-246,-6-7-137,-2 9-943,-6-4-944,0 12 1,0-3 20,0 7-187,0-1 1,-1 4 0,-2-2-123,-2-2 21,0 1 331,5-2-745,0-2 200,0-6 0,0-1-59,0-4 0,0-3 1,0-6-1,2-1-139,3 1 344,-4 0 0,7 0 0,-5 0-54,2-1 1,4 1-25,-4 0 112,0 6 0,-4 2 198,4 6 0,-3 1 0,3 4 1,-4 5 698,-1 2-644,0 9 1,-1-4 0,-3 5-84,0-1 0,-1-1 1,5-2-1,0 1 61,0-2-306,0 5 1,-5-6-730,0 3 1,1-3-1809,4-2 1765,0-6 1,0 0-1195,0-4 0,1-2 2024,4 3 0,22-48 0,11-12 0</inkml:trace>
  <inkml:trace contextRef="#ctx0" brushRef="#br1" timeOffset="190">30384 4521 7784,'0'-8'417,"0"-5"0,0 4 1233,0-4-1143,0 5 1,0-1 0,0 9 1396,0 6-1622,0 11 1,1 1-1,2 4 56,2-1 0,0 4 0,-5-2 0,0 4 647,0 2-904,0-1 1,0-4 0,0 0 29,0 1 0,0-3 1,0 0-1,0-1 170,0-4-384,0-1 1,-2-2-233,-2 0-26,2-6 239,-4-2 1,6-7-341,0-4 0,0-3 0,0-6 1,0-2-518,0-3 732,0 3 1,0-10-1,0 3-50,0 1 1,0-4 0,0 3-1,0 1 89,0 3 145,0 4 1,0 0 162,0 1-66,0 0-68,-7 6 1,6 3 0,-4 10-170,4 4 0,-1 3 0,-1-1 0,-2-2-539,2 2 14,1 2 0,2 1 0,0 0-266,0 0 994,0 1 0,19 5 0,5 2 0</inkml:trace>
  <inkml:trace contextRef="#ctx0" brushRef="#br1" timeOffset="191">30611 4450 8264,'8'-14'906,"0"1"1,-5 2 12,2 1-673,0 7 0,-4-3 1,4 6-1,4 0 624,4 0-527,1 6 1,1 7-1,-1 7-89,0 2 0,0 2 0,0 5 1,1 1 499,-1 3-591,-6-3 0,3 6 1,-6-4 652,-2 1-608,-2 6 0,-1-9 0,-1 5 1,-4-2-1,-5 0 977,-2-1-939,-9-2 1,1-8 0,-5-3 0,2-1 0,1-3 611,0 0-827,-2 2 1,2-11-1,3 4-68,4-6 74,0-2 1,1-2-771,0 0 115,6 0 1,2-2-780,6-2 5,0 2 1,1-9-201,4 6 1,3 1 0,6 2-1036,0-3 2627,1 4 0,5-12 0,2 5 0</inkml:trace>
  <inkml:trace contextRef="#ctx0" brushRef="#br1" timeOffset="192">31208 4947 7683,'8'0'4764,"-1"0"-4251,-7 0-234,0 0 1,-2 7-1,-1 2 1,-3 4-1,-1 1 1,-1 0-399,0 0 0,-1 1 0,-5-1-1357,0 0 938,6 0 1,-3-4-1,4-2-1182,-1-2 1,4 0 1719,-6-1 0,32-48 0,4-6 0</inkml:trace>
  <inkml:trace contextRef="#ctx0" brushRef="#br1" timeOffset="193">31720 4521 7756,'2'-13'-520,"1"2"4026,2 2-2027,-1-1-1190,-4 2 1,-1 4-1,-2 8 1,-2 6 765,2 2-984,-5 9 0,5-4 1,-5 7 129,2 1 1,-1 1 0,4-1 0,-2-1 332,2 1-388,2 2 0,1 1 0,0-1-54,0-3-211,0 2 0,1-10 0,4 3 0,4-3 0,4-2-597,1 0 3,0-6 0,1-1 1,-1-6-68,0 4 0,5-3 0,0 2 0,-3-4-2061,-5-4 2044,2 2 797,-6-4 0,-11-26 0,-6-7 0</inkml:trace>
  <inkml:trace contextRef="#ctx0" brushRef="#br1" timeOffset="194">32061 4592 7722,'0'-14'784,"0"-1"1,-1 8 1082,-4 2-1599,4 10 0,-11 7 1,8 7-1,-1 0 1,0 2-1,-1 1 1,0 1 544,-1 1 1,-2-2-635,4 2 1,-1 3-1,3-5 1,-2 0-118,2-3 0,1 2 0,4-3 0,2 0-65,6-2-46,3-2 1,2-5-1,3-1-170,1-1 1,6-3-1,-3-4 1,2 0-592,-1 0 92,-5 0 0,4-1 0,-5-2-269,2-2 141,-6-6 1,-2 3-1,-6-6 1,-2-1 845,-2 1 0,-7 6 0,-3-3 0,-9 5 0,-1-2 0,0 5 0,4-3 0,-3 6 0,-1 0 0,2 0 0,1 0-100,2-7 1,0 6 0,-1-4 543,1 3 0,5 2 1706,-1 0-1569,7 0 0,-2 0 186,10 0-646,3 0 1,8 0 0,1 0-1,4 0 1,1-1-594,3-4 245,2 3 0,1-9 0,1 5-2015,-1-2 1691,-6 5 0,-1-8 0,-8 5 0,-4-2 551,-4-3 0,-67-21 0,23 13 0,-1 0 0</inkml:trace>
  <inkml:trace contextRef="#ctx0" brushRef="#br1" timeOffset="195">32104 4635 7756,'-14'-15'873,"6"6"333,3-1-960,4 7 1,2-8 0,4 6 0,4 1-1,6-1 652,4 0-1090,-4 0 0,12 5 0,-3 0 193,3 0-976,1 0 1,-4 2-1,-2 3 975,-1 4 0,-9 23 0,-5 6 0</inkml:trace>
  <inkml:trace contextRef="#ctx0" brushRef="#br1" timeOffset="196">32616 4890 7760,'0'8'579,"0"0"1549,0-3-1279,0-3 1,0 5 593,0-2-652,0-3 0,-2 9-389,-2-6 1,2 6-672,-3-2 284,-3 4 0,7-4-246,-4 1 72,4-7 0,-1 3 1,-1-4-702,-2 2 318,0-2 0,4 4-341,-4-6 735,3-6 0,-4 3 0,6-7 0,2-1-87,2-1 300,-2 4 1,9 0 0,-5 5 137,2-2 1,-3 0 186,4 5 316,1 0 1,-2 2 560,-3 3-1015,-4 3 0,-1 6 1,-1 0-1,-4 0 1,-6 2 615,-7 3-867,3-3 1,-8 4 0,6-6 270,-2 1-885,-6-1 0,8-1 1,-6-2-1,3-3-3083,2-2 2247,3-1 0,5-5 1449,1 0 0,30-23 0,18-11 0,-3-2 0,0 1 0</inkml:trace>
  <inkml:trace contextRef="#ctx0" brushRef="#br1" timeOffset="197">32900 4720 7774,'8'-6'0,"-1"2"0,-6-4 0,4 2 1335,-4 1 1,6 4-1,-7-1 33,0 2 0,4 5 0,1 12-389,-2 2-706,-1 7 0,-2-9 1,0 5-42,0-1 0,0 2 0,0-4 0,0-1 287,0-3-631,0 0 1,0-1-330,0 0 448,-6 0 83,4-6-391,-4-8 0,6-9 0,0-9-154,0-1 308,0-6 1,0 3 0,0-6 0,0-1 0,0-1-744,0-3 752,0 3 0,0-3 0,0 9-224,0 5 201,0 3 1,0 2-921,0 0 877,0 6 0,0 8 1,0 9-211,0 4 153,0 8 1,1-6 0,2 6 0,2-2 0,-2 1-2710,-1 3 2320,4-6 0,-4 4 650,3-7 0,9-13 0,2-2 0</inkml:trace>
  <inkml:trace contextRef="#ctx0" brushRef="#br1" timeOffset="198">33213 4507 7809,'8'-15'735,"3"0"1,-5-1 141,2 2-153,-5-4 0,5 17-316,-3-4 1,3 5-1,6 5 753,0 4-809,1 10 0,-3 0 1,-1 8 893,-1 3-960,-1 8 0,1-7 0,-2 7 0,-2 0 0,-3 0 1100,-1 0-1000,-2 0 0,-2 3 0,-3-3 335,-4-5-556,-4 3 0,-3-6 0,-1 4 1,-2-4-1,2-4 238,1-2-384,-5-3 0,6-9 0,-3-1 259,7-1-301,-1-7 1,8 3 162,-5-6-93,6-6 1,-4 3-264,7-7-451,7 7 1,-6-5 0,6 5-1,-3-3 1,3 0-5440,1-1 5285,-5-4 0,9 8 1,-2-5 820,3 2 0,13-24 0,4-2 0</inkml:trace>
  <inkml:trace contextRef="#ctx0" brushRef="#br1" timeOffset="199">16976 7890 7953,'-6'-8'647,"3"-4"1,-5 2 0,0-1 732,0 2 0,5 1-240,-2 3-878,4 3 1,2-4 0,4 6 134,5 0 0,2 0 0,2 0 0,1 0 239,-1 0-594,0 0 0,5-2 0,0-1 0,-2-1 123,-1 0-184,-2 3-194,1 1-643,-1 0-448,-6 0 985,-2 0 0,-22 0 1,-4 1-1,-4 4-1015,-3 5 1035,0 2 0,4-2 1,-1-1-378,-1 2 376,4-4 1,1 4-1,5-5-631,1 2-196,6 1 612,2-1 0,12-1 515,4-7 0,34 6 0,10 2 0</inkml:trace>
  <inkml:trace contextRef="#ctx0" brushRef="#br1" timeOffset="200">16877 8189 7863,'0'-15'663,"0"6"1,-2 1 664,-2 2-806,2-5 1,-3 8-1,10-5 1,4 1-150,4 4 1,6-3-1,0 1 1,-2 0 124,-1-1-624,-2 4 0,1-4 1,-1 6-1,0-1-233,0-4-2579,1 3 1787,-8-4 1151,0 6 0,-64 0 0,-14 0 0</inkml:trace>
  <inkml:trace contextRef="#ctx0" brushRef="#br1" timeOffset="201">16706 7563 7915,'0'-8'-267,"0"0"0,-1 4 1115,-4-6-657,-3 4 1,-1-1 0,-1 7-146,-1 0-136,-2 0 0,-1 7 0,0 2 0,0 4 0,0 1-168,-1 0-32,1 1 1,3-1 0,-2 0-26,-2 0 0,-3 5 0,2 0 315,-3-1 0,-3 16 0,-6 4 0</inkml:trace>
  <inkml:trace contextRef="#ctx0" brushRef="#br1" timeOffset="202">16408 7919 7915,'0'14'-113,"-2"-2"1,-1-1-610,-2-1 745,0-7 1,5 10-1,-1-5 409,-4 0 0,4 4-315,-4-2-230,-3-4 0,6 2 200,-2-3-187,2 2 0,2 3 0,0-1 1,0 3-987,0 0 1086,0 2 0,-13 20 0,-2 3 0</inkml:trace>
  <inkml:trace contextRef="#ctx0" brushRef="#br1" timeOffset="203">16322 8345 7915,'8'8'599,"-1"-2"1,-6-4 143,4 3-222,-3-4-857,4 5-211,-6-6 232,0 0 0,1 7-797,4 2 1,-3-1 1111,2 2 0,-2 31 0,-2 12 0</inkml:trace>
  <inkml:trace contextRef="#ctx0" brushRef="#br1" timeOffset="204">16408 8658 7915,'8'6'30,"0"-4"1,-5 4 310,1 0-43,1-4 0,-3 4 837,2-6-966,-2 0-1678,4 7 1195,1-6-164,1 5 1,1-6 0,1 2 0,1 1 477,1 2 0,2 6 0,-4-8 0,1 5 0,5-2 0,-2 4 0,5-5 0,-3-1 0,-2 3 1,0-6 1,0 10 766,1-6 1,-1 0 480,0-5-654,-6 0-1029,5 0 1,-5 0 0,6 0-1018,0 0 1451,0 0 0,38 6 0,10 2 0</inkml:trace>
  <inkml:trace contextRef="#ctx0" brushRef="#br1" timeOffset="205">17019 8814 7915,'14'-8'-119,"1"2"0,-1 4 0,0-1-68,0-2-22,0 1 1,-4 2 0,-1-1 76,2-2 1,2 1-1,1 4 1,0 0 131,1 0 0,-1 0 0,5 0 0,1 0 0,3 0 0,-1 0 0,1 0 0,-2 0-291,-1 0 363,-4 0 1,5 0 0,-7 0 48,0 0 1,0 1 0,1 2 22,-1 2-125,0 0 0,-4-5 0,-1 0-204,2 0 64,2 0 0,1-2 0,0-1 0,2-3 121,3-2 0,16-8 0,9-6 0</inkml:trace>
  <inkml:trace contextRef="#ctx0" brushRef="#br1" timeOffset="206">17801 8700 7915,'28'-7'-455,"-4"-6"1,-2 5-546,-1 0 1249,4-5 0,-9 7 0,4-5-11,1 2 0,-5 1 0,4-3 0,-1 1-192,0-1-384,7 5 1,-9-5 0,5 4-29,-1 0 162,-3 3 1,-3-2 203,-1 6 0,0 0 0,-4 0 0,-1 0 0,-6 0 0,5-5 0,-3 1 0,4 0-2,4 3 0,1-4 0,-1-1 235,-4-2-223,10-2 1,-14-2-1,9 1 1,-1 1 0,0-2-209,1-6-48,0 2 246,0-4 0,19-39 0,5-10 0</inkml:trace>
  <inkml:trace contextRef="#ctx0" brushRef="#br1" timeOffset="207">18555 8160 7915,'0'-14'67,"-2"5"0,-1-1 419,-2-1-344,0 5 0,1-7 0,-3 4 219,-1-4-354,5-1 1,-5 4 0,5 1 0,-2-2 0,2-2-760,2-1 660,1 6 0,0-5 1,0 4-456,0-4 368,0-1 1,4 0 0,3 0-1,-1-1-390,0 1 297,-1 0 1,-5 0 271,0-1 0,0 1 0,0 0 0,0 0 0,-1 0 0,-4-1 0,-5 1-23,4 0 0,-7 0 0,4 1-120,-4 4 435,-1-4 0,-2 7 0,-1-5 0,-2 3 0,2 0 882,1 0-972,-5 5 1,5-8 0,-3 4 452,4-1-502,0 5 0,1-8 0,0 5 1,0 0-1,1-2 206,4 0-520,-4 5 1,5-5-811,-6 3 750,0 3 1,-1-9 0,1 7 0,0 0-797,0 3 630,-7 1 0,4-2 0,-7-1 387,-1-2 0,-2 1 0,-1-3 0,-17-2 0,-8-2 0,-5-4 0,0 0 0</inkml:trace>
  <inkml:trace contextRef="#ctx0" brushRef="#br1" timeOffset="208">17460 7449 7915,'-14'-14'533,"6"6"1,-5-4 429,4 2-648,-4-2 1,-1 2 0,0 2-28,-1 2 0,0 0 0,-3 2 0,-2 0-732,-3 0 274,0 3 1,-7 1 0,-2 0-1621,-1 0 1440,-6 6 1,8 2-1,-3 6 1,1 1-1,-1-1 350,3 0 0,1 0 0,1 5 0,2 0 0,4-2 0,-4-1 0,10-2 0,-6 1 0,3-1-1279,1-6 1066,11 4 60,2-10 153,6 11 0,-19 1 0,-5 8 0</inkml:trace>
  <inkml:trace contextRef="#ctx0" brushRef="#br1" timeOffset="209">17559 8971 7996,'0'-8'771,"0"-5"0,0 4 442,0-4-1279,0 5 0,-1 2 1,-4 6-1,-4 0 0,-4 0-1622,-1 0 0,-5 1 725,0 4 963,-6-3 0,-20 16 0,-8 8 0,-9-2 0,0-1 0</inkml:trace>
  <inkml:trace contextRef="#ctx0" brushRef="#br1" timeOffset="210">17048 9155 7996,'-8'0'526,"-5"5"358,3 0 438,4 0 1045,-6-5-1340,4 0-1190,0 0 442,1 0-1088,1 0 0,5 1 1,-4 4-1,2 4 1,-1 4 808,0 1 0,-7 26 0,-2 10 0,1 5 0,0-1 0</inkml:trace>
  <inkml:trace contextRef="#ctx0" brushRef="#br1" timeOffset="211">16905 9568 7996,'0'14'-336,"0"-6"1,0 4 1673,0-2 117,0-4 745,0 7-1757,0-12-673,0 6-1190,0-7 1121,0 0 0,2 4 1,1 3-2396,2 1 2694,0 1 0,7 31 0,4 5 0</inkml:trace>
  <inkml:trace contextRef="#ctx0" brushRef="#br1" timeOffset="212">17076 9966 7996,'8'8'0,"0"-2"1593,-4-6-744,-2 0 1,6 0-172,-3 0 1,-2 0 0,5-2-948,-2-2 200,5 2 1,-5-6 0,6 5-674,-3-2 1,0 0 0,6 5-2033,-1 0 2463,0 0 311,0 0 0,26 26 0,6 5 0</inkml:trace>
  <inkml:trace contextRef="#ctx0" brushRef="#br1" timeOffset="213">17588 10094 7996,'22'0'183,"-2"0"0,-5 0 1,-1 0 778,0 0-477,0-7 0,1 4 0,-1-5-62,0 2 0,0-4 1,0 4-1,1 0 529,-1 0-1170,0 1 1,5 0 0,2 0-30,1 2 1,0 2 0,3 1 0,-1 0-2308,1 0 1354,-4 0 1200,5 0 0,3 6 0,7 2 0</inkml:trace>
  <inkml:trace contextRef="#ctx0" brushRef="#br1" timeOffset="214">18455 9966 7411,'14'-15'-266,"1"1"0,-1 2 0,0 1 3055,0 1-2177,-6 1 1,3-6-229,-6 1 1,6 0 0,-3 0-13,0 0-683,4 6 0,-8-3 84,5 6 0,0-5 1,6 6-259,-1 0-194,0-3 1,0 3 302,1-5 1,-3 4 0,-1-4 0,-1-2-772,1-2 1002,-5-1 1,7 0 0,-5-2 144,0-3 0,4 0 0,-4-8 0,2-3 0,-1 0 0,1-6 1,-1 4 0,0-6 43,3-1 1,-1-1-1,0 2 1,-2 4 1129,2-1-872,-5 5 0,6-5 1,-8 7 115,-1-1 0,4 5 0,-2 2 1,-2 2 741,-2 2-1266,-1 3 1,0 5-135,0 1 0,-6 1 1,-4-3-1,-4 3-576,-5 2 816,3-6 0,-36 5 0,-1-8 0</inkml:trace>
  <inkml:trace contextRef="#ctx0" brushRef="#br1" timeOffset="215">18171 8800 7982,'-15'-8'129,"-3"-5"0,-3 6 1294,-1-1-984,5-5 0,-4 7 0,7-5-25,0 1 1,-1 7-1,3-3-541,2-1-516,4 6-2032,6-6 2309,6 7 1,2 2 365,6 3 0,1 9 0,-1 8 0</inkml:trace>
  <inkml:trace contextRef="#ctx0" brushRef="#br1" timeOffset="216">33569 5345 7868,'6'-14'1479,"-5"6"0,6 0 435,-7 4-1663,0 2 0,-7 2 0,-2 10 0,-4 2 0,-1 2 0,0 1 224,0-1 0,4 0-576,1 0 0,-1 0 0,-4 1 0,0-1-485,0 0 1,-1-4 0,1-3 0,0 1-2876,0 0 2515,-7-5 946,5 4 0,-17-20 0,3-3 0</inkml:trace>
  <inkml:trace contextRef="#ctx0" brushRef="#br1" timeOffset="217">26588 5758 7982,'6'-15'135,"-4"6"0,4-1 0,-1-1 1347,-1-1-1090,7 4 0,-9-5 0,4 5 0,-1-1 1054,0-1-1028,-1 7-859,-4-3-1183,0 6 648,0 0 1152,-6 6 1153,5-4 1362,-6 4-1357,7-6-1233,0 6 1,0-2 575,0 5-486,0-6 0,0 10 1,0-2-1,0 5 1,0 4 571,0 2-621,0 2 0,0 5 0,0 1 296,0 3-400,0-3 1,0 9-1,0-6 1,2-1 0,1-4 94,2-4-177,-1-3 1,-4-2-544,0 0-58,0-7-583,0-6 633,0-6 0,0-6 1,2-3-3318,3-4 3228,-4-1 1,10-5-1,-4 0 1,-1 0 683,0-2 0,18-39 0,0-15 0</inkml:trace>
  <inkml:trace contextRef="#ctx0" brushRef="#br1" timeOffset="218">26673 5772 7982,'-14'-8'384,"6"-5"0,-3 5 1,4-6 305,0 0 351,3 0 0,-2 4 556,6 1-1344,0 6 1,2-4 0,2 6 0,7-2 0,7-2 572,6 2-757,2 1 0,4-3 0,2 1 381,1 0-606,0 3 1,-4-1-1,-2-1 1,-4-2-1,-4 2-1617,-3 2-688,-8 1 51,5 0 1950,-12 0 1,4 4 0,-10 3 459,-4 1 0,-24 10 0,-10 5 0,-4 4 0,1-1 0</inkml:trace>
  <inkml:trace contextRef="#ctx0" brushRef="#br1" timeOffset="219">26687 5928 7982,'-8'0'1223,"2"0"1249,0 0-966,4 0-673,-4 0 1,6-1-1,1-2-50,4-2-696,3-6 0,6 8 0,0-5-201,1 1 0,0-2 0,3 4 1,1 0-305,-2-1-707,-1 4 1,-2-4 0,0 6-243,1 0-445,-8 0 0,4 2 1812,-6 2 0,-13 42 0,-7 16 0</inkml:trace>
  <inkml:trace contextRef="#ctx0" brushRef="#br1" timeOffset="220">27057 6099 11902,'0'-8'4211,"0"2"-3425,0 6-451,0-7-326,0 6-642,0-6 278,0 7-575,0 0-316,0 7 1020,0-6 0,-2 6 224,-3-7 141,4 0 109,-5 0-117,6 0 1,6 0 254,3 0-322,-2 0 0,1 0 177,-4 0 1,-1 1 0,5 4 492,-1 4-698,-3 4 0,-5 1 0,-4 0-2,-4 1 1,1-1 0,-3 0-1,-4 0 62,-2 1-642,-2-8 1,5 6 0,-2-5-256,-3 0 0,8 3 0,-3-6 0,3-1-3253,3 3 4054,2-6 0,12-13 0,2-12 0</inkml:trace>
  <inkml:trace contextRef="#ctx0" brushRef="#br1" timeOffset="221">27398 5886 7982,'0'-15'0,"0"1"0,0 0 2683,0 6 1,0 0-535,0 3-1655,0 10 0,0-3 1,0 12-2,0 0 0,0 2 0,0 1 1,0 4 287,0 1-652,0-5 1,0 5 320,0-3-457,0-3 1,0 5 0,0-7 0,0 0-1320,0 0 1024,0-6-101,0-1 1,0-9-111,0-3 395,0-3 0,5-7 0,0-4-49,-2-5 1,-2-3 0,-1-1 0,2-1-112,3 1 242,-4 6 0,5-4 1,-6 7 36,0 2-740,0 1 688,0 8 0,0 4 1,0 10 50,0 8 1,0 0-1,-1 7 1,-2-2-110,-2 0-223,0 6 0,5-9 1,0 3-742,0-3 1,0-1 0,0 3-800,0 1-413,0 0 2285,0-5 0,7-6 0,32-46 0,15-17 0</inkml:trace>
  <inkml:trace contextRef="#ctx0" brushRef="#br1" timeOffset="222">27654 5743 8087,'0'-14'246,"0"5"0,0-1 1197,0-1 85,0 5-824,6-7 1,-3 12 0,7-4 76,1 3-252,-5 9 0,7 2 0,-4 9-88,4 0 1,0 8-1,-2-1 1,-3 5 493,-2 3-717,5 0 1,-9 1-1,2-1-157,-2-2 1,-2-1-1,0 0 1,0 2-246,0 1 89,-6 0 1,-2-9-1,-7-2-474,1-1 0,0-2 1,1-5-1,2 0-2447,2 0 2491,-1-6 0,-4 0 0,0-5-467,0 2 1,0 0 0,-2-5 991,-3 0 0,-16-19 0,-9-5 0</inkml:trace>
  <inkml:trace contextRef="#ctx0" brushRef="#br1" timeOffset="223">26460 5644 7973,'8'-2'4758,"-4"-2"-3551,-2 2-870,-2-4 1,-2 6 0,-2 1-1,-6 4 1,-3 6 169,-1 6 0,-2 6 1,-1 7-1,-3 3 182,-3 5-566,6 3 1,-4 1 0,9 3-33,2 2 0,-1-3 0,7 4 0,0-6 5,3-4-166,7-3 0,2-7 1,8-1-536,3-3 0,-2-8 0,7-8 1,0-2-1014,-2-3 142,5-1 1,-7-2 0,5 0 1475,-1 0 0,0-13 0,4-3 0</inkml:trace>
  <inkml:trace contextRef="#ctx0" brushRef="#br1" timeOffset="224">28265 6184 8224,'0'-8'2682,"2"2"-735,3 6-681,-4 0-352,6 0-967,-7 0 0,0 2-218,0 2 1,0-1 0,-2 5-792,-3-1 381,4-3 238,-6-4 0,6 0 104,-4 0 245,3 0 89,-4 0 0,11-1 1,1-2 114,2-2 328,-5 0 1,10 5-1,-4 0 1,-1 2 0,0 2 367,-2 6-661,-1 3 0,-5 1 0,0 0-66,0 0 1,-1 0 0,-4 1 0,-5-1-608,-2 0 352,-2 0 1,-1 1 0,1-1-627,0 0 1,0-1 0,-1-2 0,1-2-1820,0 2 1838,0-4 0,4 0 783,1-2 0,18-16 0,1 2 0</inkml:trace>
  <inkml:trace contextRef="#ctx0" brushRef="#br1" timeOffset="225">27355 5871 7957,'7'-8'-315,"-6"2"0,7 5 0,-3-3 315,4 0 0,-2-7 0,1 9 0,-4-3 0,-2 4 0,4 1 0,-6 0 5946,0 0-6072,-6 0 203,4 0 1,-6 0-1,4 0 48,-6 0-68,-2 0 1,2 0 35,1 0 1,4 0-50,-5 0 1,7-2 72,-1-3-158,2-2 1,2-3 0,0 1 139,0-2-113,0 4 1,0-5 105,0 2 0,6 2 13,4-1 126,-4 6 1,2-4-50,-3 7-66,3 0 1,1 0 0,1 0 0,1 0 65,1 0-163,-4 0 0,5 0 0,-5 2 97,0 3-78,4-4 1,-9 10 0,5-5 0,0 2 0,-2 3 366,1 2-351,4-5 1,-10 5 0,4-4 342,-3 4-305,-2 1 1,0 0 0,0 0-1,0 2 1,0 2 108,0 1-134,0-1 1,-2-3-1,-1-1 45,-2 0-102,-6 0 1,8 1 0,-6-1 0,-2 0 0,-1 0-71,3 0-13,-4 1 1,7-1 0,-5 0-146,2 0 218,-1 0 0,1-4 1,-1-1-47,-1 3-4,-2 0 0,5-2 0,2-2 26,0-2 29,4-1 1,-9-4 0,5 2 107,-2 2-26,5 0 0,-5-5 22,3 0-41,4 0 1,-7 0 10,3 0-57,3 0 1,-6 0 5,4 0-79,2 0 0,-6-5 0,5-1 0,-2-2-495,2-3 525,-5-2 1,7 4 0,-4-1-122,3-1 80,2 5 1,0-7-1,0 4 1,2-4-177,3-1 221,3 6 0,1 0 0,1 5-80,1-2 156,1 0 0,3 5 1,-1 0-1,2 0 0,1 0 346,2 0-332,0 0 0,-5 7 0,0 2 228,0 4-187,1 1 1,-3 0-1,-1 0 1,-1 1 0,1-1 324,2 0-349,-6 0 1,5 5 0,-6 0 260,2-1-206,-5-3 0,5-2 0,-5-2 0,2-1 232,-2 1-139,-2-5-107,6 7 323,-6-12-43,6 6 21,-7-7-159,0 0-220,-7 0-65,6 0-172,-6 0 194,7 0 0,0-2-66,0-3-697,0 4-1375,0-6-1333,0 7-4424,0 0 7885,0-6 0,70-27 0,-27 10 0,1 0 0</inkml:trace>
  <inkml:trace contextRef="#ctx0" brushRef="#br1" timeOffset="226">29033 5857 7932,'0'-8'292,"0"-4"0,0 2 1253,0-2-702,0-3 1,0 6 235,0-1-893,0 7 1,5-2 92,0 10 1,1 5 0,-3 7 0,2 4 361,-2 1-508,-1 1 1,-2 7-1,0 2-14,0 1 1,0 0 0,0-4 0,0-1 34,0 1-260,0-1 0,0-4 0,0-2 217,0-2-420,0-1 0,0-4-730,0-1 272,0-6-655,0-2 733,0-6 0,0-6 0,1-4 1,2-2-2246,2-3 2565,6 1 369,-9-6 0,9-19 0,3-8 0,-2-6 0,0-1 0</inkml:trace>
  <inkml:trace contextRef="#ctx0" brushRef="#br1" timeOffset="227">29090 5871 7970,'-5'-9'7,"0"-1"927,-6 7 0,8-8 176,-6 6 1,6-1 249,-2 1-782,3 4 0,2-7-453,0 3 0,2 4-171,3-4 102,3 3 0,1 2 0,0 0-55,3 0 0,-1 2 0,0 1 0,-2 3-81,2 2 21,2-5 1,1 8 0,0-4 25,0 1 0,1 0 0,-1 3 0,0-2 84,0 2-16,1 2 0,-3 1 0,-1 0 53,-1 0 1,-2 1-1,1-1 1,-4 0 173,-4 0-107,-1 1 1,0-1-1,-1 2 138,-4 3 0,-4-4 0,-10 4 0,-5-3 1004,-3-2-1052,-1 0 1,-1-1 0,1-2 49,-1-1-257,7-7 0,-3 8 0,4-5 1,1 1-1,-1-1-35,4-3-521,8-1 395,2-2-965,7 0 0,2 0 0,3 0 0,4-2-2590,4-3 2677,1 4 1,5-6 0,1 7-331,2 0 1331,-4 0 0,34-6 0,2-2 0</inkml:trace>
  <inkml:trace contextRef="#ctx0" brushRef="#br1" timeOffset="228">29602 6198 8319,'0'-8'1623,"0"1"-567,0 2 114,-7 3-38,6-4-470,-5 6-263,6 0 144,0 0-381,0 6-184,0 2 0,-2 2 20,-3-1-68,4-6 0,-7 4 0,5-6-420,-2 4 286,-6-4 81,9 6 68,-4-7 0,4 0-77,-2 0 116,2-7 1,-3 6 0,8-5 14,2-1 0,1 6 1,-1-6 148,5 1-119,-4 4 1,7-4 124,-4 6-131,-3 0 0,2 0 354,-3 0-183,-3 0 1,9 2-189,-7 2-112,1-2 0,-5 11 114,0-4-129,0-3 0,-1 2 27,-4-3 0,-3-3 1,-6 2-9,6-2-188,2-2 230,-1 0 0,6-6 0,-4-4-143,3-2 167,2 4 1,5 0-80,0 3 273,0 3 1,1-4 468,3 6-462,4 0 1,-5 2 326,-3 2-217,-4 4 0,-1 11 1,0 0-1,0-1 0,0-1 842,0 2-917,-6-3 1,-2 9 0,-8-4-190,-3 1 0,2-5 1,-5 2-1,0-5-240,0-4 105,4 2 1,-7-10 0,4 3-604,-1-4 0,10-1 0,-3 0-892,3 0-16,5 0 0,3-6 274,8-4 237,11-2 1,2 2 1123,7 1 0,44-26 0,-27 12 0,1 0 0</inkml:trace>
  <inkml:trace contextRef="#ctx0" brushRef="#br1" timeOffset="229">29929 5928 7803,'0'-14'491,"0"5"1,0-1 1147,0-1-1476,0 5 0,0-2 0,1 5 0,3-4 1,2 1 612,2 0-622,-5 1 0,10 5 1,-4 0-1,4 0 39,1 0 1,0 0-124,0 0 0,1 0 1,-1 2 89,0 2-39,0 4 1,-4 2-1,-2-1 1,-2 2-1,-3 2 458,-1 1-425,-2 7 1,-2-6 0,-1 4 4,-2-3 1,-7 3 0,-1 0 0,-5 0 348,1 2-482,-5-6 1,6 6 0,-3-7-2,3 0 0,4-4 0,1-2 0,1 0-102,-1-1-117,5-3 79,0 2 186,12-6 0,3 0 0,10-2 1,7-1-1,5-3 275,7-2-327,-3 5 1,4-10 0,-5 5-82,-3 0-25,-1-4 1,-3 10 0,-3-4-581,-5 0-997,-4 4 925,-7-4-183,-1 6 0,-9 0 0,-3 0-1659,-4 0 2075,-4 6 1,4-3 505,-1 7 0,-12-14 0,-8 3 0</inkml:trace>
  <inkml:trace contextRef="#ctx0" brushRef="#br1" timeOffset="230">30469 5786 7985,'0'-14'109,"0"4"1,0 1 0,0-2 0,0-2 1302,0-1-610,0 6 1,0 0 529,0 3-1079,6 4 1,-2-5 0,5 6 0,2 0 63,2 0 1,-4 6-1,1 3 1,-1 4 192,-1 1-343,5 0 1,-5 2 0,4 3 63,-2 5 1,2-2 0,-4 2 0,0 1 349,-3 2-454,3 1 1,-7 1 0,4-1 71,-3 1 1,-2-1 0,-2 0 0,-3 1 141,-4-1-199,-4 1 0,-3-1 0,-1-1-510,-2-3 97,0-4 0,-1-1 1,-2 0-1,-1-1 1,4-4-1158,4-5 238,0 4 1,-4-10 0,0 5-371,2-2 855,8-1 1,-4 0 0,4-1 704,-4 0 0,-39-22 0,-10-5 0</inkml:trace>
  <inkml:trace contextRef="#ctx0" brushRef="#br1" timeOffset="231">28948 5516 7983,'-5'-14'136,"0"0"0,1-1 0,-1 1 1984,0 0-1799,0 6 1,-1 2 0,-3 6-1,-4 0 1,-1 3 0,-2 6 211,-3 10 0,2 8 1,-7 6-1,-1 7 235,-2 6-514,5 4 0,-4 5 1,7 1 134,2 1 1,3-4-1,3 9 1,3-4 423,1-1-598,3-6 1,4 2 0,0-5 234,0-2-367,6-2 1,-3-8 0,7-3-1,1-4 1,3-5 286,5-6-356,-3-2 1,4-2 0,-6 1-219,1-1-183,-1-6 0,0 0 0,0-5 0,1 2-2197,-1-2 2051,-6-2 0,0 1 0,-4 1-2318,6 2 2266,2 6 0,3-8 0,-1 5 0,2 0 585,3 0 0,34 8 0,15 6 0</inkml:trace>
  <inkml:trace contextRef="#ctx0" brushRef="#br1" timeOffset="232">31066 5815 7927,'-9'-15'-14,"-1"3"0,1 1 1,-1 3-1,2 0 0,0 0 1901,1-3-1515,-3-2 1,1 4-1,1-1 1,1-1 0,4-1-1,3-3 1,5 1 1352,4 0-1667,4 6 0,8-8 0,4 5 195,7 0 0,-1 0-95,7-3 0,-5 1 0,4 4 0,-3 2 132,-2 1-240,-8 5 0,1-6 1,-8 9-1,-3 1 1,-4 3-67,-4 2 140,-1 2 0,-5 9 1,-2 1 535,-2 2-558,-4-4 1,-6 7 0,-1-5 0,1 3 0,0 0 409,0-1-536,-1 5 1,1-6 0,0 4-96,0-1-6,6-1 0,2 1 0,6-2 1,0 0-1,1-1-636,4-1 569,3-1 0,11-4 0,1-3-144,2-2 278,2 2 1,3-10 0,-2 3 0,-3-4 0,-1-1-315,-4 0 441,-1-6 1,-2 0 0,-1-5 293,-4 1-4,-2 1 0,-7-1 0,0 1 1,-2-1 17,-3 2-349,-2 2 1,-8 6 0,0 0-422,-4 0 319,3 6 1,-10 2 0,6 8 0,-1 1 0,1 4-34,2 1 166,3 2 0,0 4 0,1 2 295,0 3-281,6-3 0,-3 11 0,6-4 0,2-1 0,2-3 649,1-3-483,0-1 0,-5-6 1,0-1-51,2-1 0,1-2 0,2-5 393,0 0-49,0-6-145,-6 5-206,-2-12 1,-1 6-1,-1-7 352,-1 0-641,-1 0 0,2 0-364,1 0 178,-1 0 0,-4-2 1,0-1-1418,-1-2 984,1 1 1,6 2 0,2-1-322,0-2-1084,4 0 1,-11 5 2130,4 0 0,3 0 0,-1 0 0</inkml:trace>
  <inkml:trace contextRef="#ctx0" brushRef="#br1" timeOffset="233">12796 14373 8235,'-14'0'260,"0"0"0,0 0 0,0 0 0,-1 0 1389,1 0-956,6 0 1,0 0 598,4 0-424,2 0-706,-4 0 0,7-2 0,4-3 17,4-4-116,4 3 0,6-7 0,2 2-194,1-6 0,1 1 0,6-3 0,-1 3-82,1 2 206,-1 0 1,5-1 0,2 1 97,1 0 0,-4 5 0,1 1 0,-3 1 127,-1 4-122,5 2 1,-8 1-1,1 0 244,-5 0-215,-3 6 0,-5 0 0,0 5 0,-1-1 196,-4 1-407,4-5 0,-12 2 213,4-3-261,-3-4 1,-4 6 134,-3-7-23,4 0 0,-12-2 0,4-1 0,-4-3-686,-1-2 503,0-2 1,1-4 0,2 0-417,1 0 591,1-1 0,-1-4 1,3 0-1,0 2-172,4 1 280,2 2 0,2 6 8,4 3 0,3 4 0,6 2 0,0 4 866,0 5-664,1 9 1,-3-2-1,-1 7 472,-1 1-728,-7-5 1,3 7-1,-6-5 1,0 2-1,0-2-144,0-1-667,-6-2 1,-2 0 0,-6-2-1472,0-4 1744,-7 1 1,5-8 0,-3 5 505,4-1 0,0-26 0,1-1 0</inkml:trace>
  <inkml:trace contextRef="#ctx0" brushRef="#br1" timeOffset="234">14389 14060 8302,'0'-14'172,"0"4"1,0 1 0,0-2 0,0-2 1436,0-1 569,0 6-1619,0-5 0,-2 20 0,-1 1 0,-2 9 422,2 5-623,-5 2 1,5 4-1,-5-1-84,2-3 0,1 3 1,4-4-1,-3 4 79,0 2-355,-1-7 1,3 3-1,-1-6-405,-2-2 109,1-1 0,4-2 0,0 1-967,0-1 418,0-6 3,0-2 0,0-17 0,0-3-1489,0-2 1853,0 0 0,0-4 1,0-4 146,0-3 1,0-1-1,0-1 1,0 2 567,0 4-214,0-4 0,0 9 0,0-4 0,0 2 0,1 2 1950,4 3-1272,-3 7 0,10-5 1294,-2 4-1565,2 2 1,3 1-1,-1 6 1,0 0-1,2 2 922,3 2-1045,-3-2 1,4 15 0,-6-3 9,1 2 0,0 2 0,3-1 0,1 2 552,-2-2-719,-1-1 0,-7 3 0,1 0-1,1-2 0,-5-1 1,0-2 171,1 1-135,-6-1 1,6 0 0,-9-1-22,-3-4 0,-7 4 1,-9-5-1,-2 1-131,-7 1-290,1-1 1,-7-1-1,4-2-288,-1 1 0,0-4 0,6 5 0,3-2-1676,5-3-2187,3-1 2844,2-2 1,8 0 1564,6 0 0,69-13 0,-22 5 0,0 0 0</inkml:trace>
  <inkml:trace contextRef="#ctx0" brushRef="#br1" timeOffset="235">14261 15283 8283,'8'-10'189,"-4"1"1,-2-2 698,-2-2 751,0 5-154,0 2-1252,0 18 0,-5-2 0,1 9 0,0-3 55,3-2 0,-4 2 0,0 1 0,2 4 393,2 1-546,1-5 1,0 5-1,-2-4 22,-3 1 0,4 1 0,-4-3 0,3 2-73,2-1-84,0-2 0,0 3-263,0-1 185,0 1 1,0-4 32,0-1-603,0 0 306,0-6 0,0-3-1668,0-10 939,0 3 0,0-10-703,0 2 1,5-2 1773,0-3 0,-7-22 0,-4-9 0,-2-5 0,0 1 0</inkml:trace>
  <inkml:trace contextRef="#ctx0" brushRef="#br1" timeOffset="236">14232 15212 8283,'-14'0'535,"5"0"1288,-1 0 213,7 0-1275,-3 0 0,17 0 0,3-2-251,2-3-491,6 4 1,-5-7 0,7 5 413,1-2-633,-4-6 1,4 9 0,-6-4 0,0 1 0,0 0-1351,0 2 17,0 2 0,-5 1-1306,0 0 2839,1 0 0,-52 25 0,-12 7 0</inkml:trace>
  <inkml:trace contextRef="#ctx0" brushRef="#br1" timeOffset="237">14218 15467 8283,'8'0'300,"0"2"943,-3 3-639,-4-4 0,12 7 502,-4-3 0,4-3 0,1 2 717,0-2-1571,1-8 1,-1 2 0,0-3-34,0 0 0,-4 1 0,-1 1 251,2-4-967,-4 2 1,4-1-2301,-7 4-1765,8 2 2640,-11-4 1922,12 6 0,-50 19 0,-4 4 0</inkml:trace>
  <inkml:trace contextRef="#ctx0" brushRef="#br1" timeOffset="238">16081 13847 14272,'0'14'197,"0"0"0,-5 0 0,0 2 1,2 2-1,0 2 0,0 2 0,-2 5 722,2 5-816,1-2 0,-2 6 0,-1-4 0,2 1 0,-1 0 0,1 0 0,-1 0 82,0-1 1,3 1 0,-1-3 0,-1-3 69,-2 0-168,1 0 0,4 1 0,0 1-119,0-1 0,0 0 0,0-1 0,0-1 42,0-3-80,0 1 1,0 4 0,0-1 68,0-3 1,0 3 0,0-4 0,0 4 9,0 2 57,0-1 0,0 1 0,-2-1-55,-3 0 1,4 1 0,-6-1 0,3 1 87,-1-1-72,0 1 1,0 4-1,-1 0 26,-2-1 1,5-7-1,-2-1 1,2 1 236,-2 2-259,4 1 0,-5 1 1,6-1 23,0 0 1,-2 1 0,-1-2 0,-2-2 144,2-1-190,1-7 1,2 8-1,0-4 1,0 1 1,0-5 0,0 2 0,0-3-9,0-2-5,0 0 1,0 5 0,0 0 28,0-1 0,2-2 0,1-2 0,2 0 16,-2 0-64,-1-6 1,-2 5-1,1-5-202,4 0 158,-4 4 1,6-9-62,-7 7 20,0-7 1,0 5 7,0-3-962,0-4-230,0 6 374,0-7 0,0-2-702,0-3 1,0-3 0,1-6 1617,4 0 0,9-23 0,5-10 0,4-3 0,0-1 0</inkml:trace>
  <inkml:trace contextRef="#ctx0" brushRef="#br1" timeOffset="239">16834 14003 8593,'0'-8'1667,"-1"-3"-232,-4 6-307,3 1-299,-4 4-604,6 0 450,0 0-480,0 6 1,0-3 375,0 7-449,0-1 1,-5 5-1,1 1 1,0-1 457,3 0-628,1 0 1,0-4 0,-2-1 288,-3 2-306,4 2 1,-5 1 0,6 0 0,0 1-1,0-1-82,0 0 121,0 0 0,0 0 34,0 1 54,6-1 1,-3 0 0,7-1 0,1-2-1,1-3 540,2-2-471,7 5 0,-4-9 0,7 2 191,1-2-305,-4-2 0,4 0 1,-6 0-1,-2 0 27,-1 0 25,-1 0 0,-8-2-42,-2-2-449,-3 2 1,-2-6-941,0 3-2494,0 4 118,0-12 2324,-7 12 1414,6-6 0,-24 7 0,1 0 0</inkml:trace>
  <inkml:trace contextRef="#ctx0" brushRef="#br1" timeOffset="240">16877 14202 8554,'-6'-14'386,"-2"6"0,-2-5 225,1 4 493,6 3 0,-4-2 837,7 3-904,-6 3 1,6-5-314,0 2-587,6 3 1,4-4-1,1 4 58,5-2 1,-2 2 0,5-3 0,-2 2 562,2-2-1401,-3 4 1,4-7-1,-5 5 43,-1-2-725,0 0-1,0 4 1,1-2-2184,-1-2 1755,0 0 1754,-6 5 0,-40-19 0,-15-5 0</inkml:trace>
  <inkml:trace contextRef="#ctx0" brushRef="#br1" timeOffset="241">16891 13975 8611,'-8'-7'1157,"2"6"1,1-7 165,0 3 255,-6 4 0,10-7-299,-4 3 1,3 2-586,2-7-630,7 7 0,5-8 0,9 5 232,1-2-206,2 5 0,4-8 1,1 4-1,1 1 0,1-2 519,2 0-725,-6 5 0,-1-3 1,-7 6 116,-2 0-544,-1 0 211,-2 0 418,-6 0-53,-2 0-67,-6 0 0,-1 0-375,-4 0 122,3 0-684,-4 0-1638,6 0-1295,-6 0 2722,-2 6 1,0-3 1181,3 7 0,-15 6 0,-4 6 0</inkml:trace>
  <inkml:trace contextRef="#ctx0" brushRef="#br1" timeOffset="242">17218 13875 9636,'10'-5'298,"-2"-1"1,-2-2-1,-1-1 1,-1-1 1948,1 1-1981,0 6 0,-7-4 0,-3 7 0,-4 0 0,-4 2 0,-1 1 305,0 2 1,-7 6 0,-1-2 0,-1 2 544,-1-1-834,6 3 1,-7-6-1,5 8 248,-2-1 1,4 5-307,-1 0 0,3 0 0,2-3 1,0 1 427,0 2-562,6 0 0,-3-3 0,6 1 0,2 2 0,1 0 39,2 1-134,0-4 1,2 5-1,3-9-51,4-2 0,4 3 0,3-6 0,1 1-227,2-3 268,6-3 0,-4-2 0,4 0-25,-1 0 0,-2 0 1,3 0-1,-1 0 59,1 0-53,-4 0 1,4-2 0,-6-1 139,-2-2 1,-3-1 0,-3 3 295,-1-2-213,-7 0 0,3 4 708,-6-4-582,0 3-223,-6-4 1,-2 6-1,-6 0 513,0 0-578,0 6 0,-7-4 0,-1 3 0,-2-2 1,1 0-444,-3 2 291,-1-1 1,1-4-1,0 0-96,3 0 0,4 0 0,-4 0 0,3-1-217,3-4 321,1 4 1,3-14 0,4 3-701,4-6 585,-3-7 1,6 3-1,-1-7 1,6 1-1,8 0-663,7-1 773,-2 1 0,11-4 0,-4 2 91,4 3 1,2 8 0,-1 0 0,0 4 146,1 0-52,-1 1 0,-4 6 0,-2 4 328,-1 2 1,-2 2-12,-5 0-363,-6 0 0,-2 2 134,-6 2-61,0-2 256,0 4 0,-2-6-69,-2 0-143,2 6 1,-6-4 0,3 3-1,-4-4 1,-5 1 123,-5 3-171,3-4 1,-6 12 0,5-4 225,-2 4-363,-7-5 1,9 6-1,-5-1 1,0 4-1,1 2 65,1 2 19,1-6 1,4 12-1,1-3 2,0 3-55,0-5 0,6 3 0,2-4 0,1-1 0,0 1-219,2-4 72,1-1 1,9-2 90,2 0 1,4-1-1,3-3 1,3-6 32,4-2 37,-2-2 0,6 0 1,-4 0 141,4 0-130,2 0 1,-1 0-1,0-2 1,-1-1-1,-3-2 413,-5 2-229,-3-5 130,-2 7 161,-6-12-83,-2 12-155,-6-6 0,-6 7 0,-4 0-155,-2 0 0,-4 0 1,-3 0-1,-5 2-604,-3 3 349,-1-4 0,0 5 0,-1-6 7,1 0 0,4 0 0,0 0 1,1 0-306,1 0 401,1-6 0,2 3 0,0-7-32,2-1-10,7-1 1,-1-7 0,6-2-1,2-1 1,2-3-654,1-2 666,6-1 0,3-1 0,9 1-35,1-1 0,8 2 0,0 2 0,4 1-153,1-1 226,4 11 1,-6-5 0,3 11 76,-3 0 1,2-3 0,-2 6 0,-5 2 301,-3 2-23,-3 1-203,-5 0-63,-6 6 282,-1-4 0,-9 6-125,-3-4 15,-3-2 1,-7 4 0,-3-4 0,-2 1 0,-1 3 241,1 2-426,-6-5 1,4 10 0,-5-5-65,4 0 0,-4 4 0,5-1 0,-2 5 149,0 3-147,1 6 0,1-7 0,3 5 139,3 3-60,2 7 1,1-3 0,2 3 0,3-3 0,2-1 53,2-1-20,3-6 0,7 3 0,4-6 33,2-1 1,7-2-1,2-4 1,1-2 460,3-6-454,2-2 0,3-2 0,2 0-15,1 0 1,6-2 0,-2-2 0,1-4 11,0 0-360,-7-5 1,-1 5-1,-8-6 20,-1 0 0,-4 4 640,-7 1 12,-4 6-77,-6-4-533,0 7 0,-6 0 0,-4 0 1,-2 0-1,-3 0-1145,1 0-631,-6 0 0,-1 5 1,-4 1-1379,1 2 0,5 2 3339,-5 4 0,-18 13 0,-10 3 0</inkml:trace>
  <inkml:trace contextRef="#ctx0" brushRef="#br1" timeOffset="243">16920 15169 8252,'6'-8'394,"-5"-5"0,6 10 0,-7-6 1800,0-2-353,0-2-1307,0 5 1,0 3 25,0 10-251,0-3 1,0 10-1,0-2 272,0 2-426,0 3 1,0-1-1,0 0 29,0 0 1,0 1-1,0 0 1,0 3 449,0 1-579,0 0 1,0-4 0,0 3 53,0 1 1,0 1 0,0-2 0,0 1-175,0-2 16,0-1 0,0 3 0,0 0-138,0-2 0,0-1-177,0-2 116,0 0-88,0-6 490,0 5 237,0-12-541,0 6-504,0-14 1,0 4-770,0-6 0,0 4 0,1-3 1423,4 2 0,3-30 0,6-4 0</inkml:trace>
  <inkml:trace contextRef="#ctx0" brushRef="#br1" timeOffset="244">16976 15183 8389,'-9'-13'2298,"-1"4"-277,1-4-472,1 12-1223,2-6 0,7 7 0,4 0 347,5 0-537,9-6 1,-2 5-1,5-4 23,-1 3 1,4-2 0,-3-1 0,2 2 326,-1 1-629,1-4 1,-2 4-1,-3-3 58,-3 4-383,-2 1 1,-4-2-1423,-1-2-391,-6 2 1425,4-4 1,-14 10 0,-4 3 0,-5 1 855,-3 3 0,-15 11 0,-7 6 0,-2 3 0,0 0 0</inkml:trace>
  <inkml:trace contextRef="#ctx0" brushRef="#br1" timeOffset="245">16948 15382 8389,'0'8'3348,"0"-2"-1825,0-6 175,0 0 1,6-1-916,4-4-543,2 3 1,9-9-1,1 5-160,0-2 0,5 3 1,-3-2-1,1-1 35,-1 0-172,3 5 1,-12-8 0,4 6-1080,-3 2 0,-2 1-2499,1 2 1002,-8 0 661,0 0 1712,-7 6 0,-7 2 0,-2 7 0,-4-1 0,-2 0 260,-4 0 0,-41 32 0,22-19 0,0 0 0</inkml:trace>
  <inkml:trace contextRef="#ctx0" brushRef="#br1" timeOffset="246">17005 15567 8389,'-8'14'717,"-5"0"447,4 1-288,3-1 0,-2-5 181,3 1 0,5-7 0,0 2 383,8-4-351,4-1 1,9-1-1,4-4 307,7-5-1085,4-2 0,2-2 0,2-1 1,1 1-1,1 0 115,-1 0-456,-7 0 0,-1 4 0,-10 1-102,-4-2-250,-3 4 1,-6 1-1,-2 4-2591,-2-2 2331,-1 2 0,-10-3 1,-1 8-842,-2 2 1,-2 6 0,-4-1-888,0 2 1614,0 3 0,-1-1 756,1 0 0,-44 0 0,-12 0 0</inkml:trace>
  <inkml:trace contextRef="#ctx0" brushRef="#br1" timeOffset="247">18441 13747 8192,'0'-8'608,"5"-4"1,-1 2 2262,-1-2-2073,-1 4 1,-2 3 400,0 10-965,0 3 0,0 6 1,0 2-1,0 1 0,-2 4 61,-2 1 1,2-3-1,-3 3 1,4 0 372,1 0-524,0 2 0,0 4 0,0 1 53,0-1 1,0 0 0,0 1 0,0 1 394,0 3-398,0-3 0,0 10 0,0-6 286,0 3-383,0-6 1,5 9 0,-1-6 0,-1 1 0,-1 2 270,-2-1-321,0-5 0,5 9 0,0-5-7,-2 1 1,-2-4 0,-1 2-1,2 1 333,3 3-405,-4-3 1,6 1 0,-6-4 205,4 1-103,-4 0 0,7 0 1,-5 2-1,2 0 0,-2-1 268,-1-2-227,4-2 1,-4 3 0,3 0 148,-4-1-189,-1 4 0,0-6 0,0 5 1,2-2-1,1 0 135,2-1-151,-1-2 0,-4-2 0,0 1 14,0-1-41,0 1 1,0-6 0,0 0 0,0-1 0,2-2-40,3 1 35,-4-2 0,6-5 0,-7 0-10,0 0 28,0-6 1,1 3 37,4-6 88,-4 0 275,6-5-394,-7 0 1,0-2-880,0-3-1083,0-2 0,0-3 0,0 1-418,0-2 313,6 4 0,-4-5 0,2 2 2017,-2-3 0,9-21 0,3-9 0,2-4 0,0 1 0</inkml:trace>
  <inkml:trace contextRef="#ctx0" brushRef="#br1" timeOffset="248">18981 13932 8310,'-8'-8'668,"-4"-4"0,2 2 2233,-3-3-2680,6 6 1,0-6-1,10 5 1,5 0-1,8 2 603,5-1-668,2 6 1,11-5-1,-1 6 1,-2 0-1,-1 0 1,-1 0-1,-2 0 330,-4 0-537,-2 0 1,-7 6 0,-1 3 97,-4 4 1,-3 1 0,-7 2 0,-4 3 556,-4 5-436,-10 3 0,-3 1 1,-7-1-40,1-3 0,1 2 1,2-4-1,2 2 354,3 0-454,1-7 1,5-1-90,0-6 245,6-1 1,3-1 0,11-3 0,10-5 1113,11-5-1002,8 3 0,3-10 0,-2 4 245,-1 0-411,-2-5 1,-5 5 0,-1-4-1,-3 1 1,-5 3 178,-3 1-482,-9 3 1,1-1-166,-3 0-1626,-3 0 1,2 5-1505,-8 0 2510,2 0 1,-4 2 956,6 3 0,0 28 0,0 13 0</inkml:trace>
  <inkml:trace contextRef="#ctx0" brushRef="#br1" timeOffset="249">19166 14984 8266,'-14'0'570,"4"0"1,2-1-1,0-4 1,2-5 1698,0-2-2098,1-3 0,7 6 0,1 0 0,5-1 1,3 1-1,5-1 0,-1 1 0,3-1 0,-1 2 887,2 2-1004,0 1 1,-5 5 0,0 0-1,1 0 39,-1 0-102,0 0 1,-4 6-1,-2 4 44,-2 3 0,-1 6 0,-5 1 0,-2 2-36,-3 3-19,-3 2 1,-6 0 0,-2 0 89,-3 1 0,4-7 0,-4 7 0,1-2 135,-1-4-213,3 5 1,1-13 0,7 2 129,1-5-8,3-8 0,7 8 0,6-6 1,10-4 1345,7-4-1013,8-5 1,3-11 0,5 0 441,1 2-534,6 1 1,-5 2 0,2 0 0,-5-1 0,-6 1 418,-5 0 11,-5 6-291,-17-4-711,-2 10 1,-7-4-1564,-4 6 1184,-3 0 1,-11 4-1,-1 3 1,-1 1 0,1 1-2996,2-1 2347,-4 5 1,6-7-1,-3 5 1,4-2 1243,0 2 0,1 2 0,0 1 0</inkml:trace>
  <inkml:trace contextRef="#ctx0" brushRef="#br1" timeOffset="250">13934 13719 8509,'8'-8'543,"-2"0"1,-4 5-1,1-3 907,2-2-733,-1 5 212,-4-4-816,0 14 0,0-4 1,0 6-1,0 2 1,0 2 109,0 1 0,0 0 0,0 0 0,0 2 266,0 3-436,0-3 0,-4 9 0,-1-4 411,2 1-376,1 2 0,0 3 0,-1-2 1,-1 0-1,-1 3 120,-1 4-114,4 1 0,-6-4 0,5 1 17,-2 3 1,-4-2 0,4 6-1,2-2 215,1-4-315,2 5 0,-5-4 1,1 4 21,1-1 1,1 0 0,2-4 0,-2 4 78,-2 2-203,2 0 0,-6 1 0,5-1-81,-2-3 219,1 6 1,-1-4 0,0 7 0,2-2 0,1-3 230,2-5-180,0 3 1,0-4 0,0 4 10,0-1-55,0-2 1,0-4-1,0 1 1,0 1-1,-1 2 41,-4-1-52,3-2 1,-5 3 0,3 0 103,0-1-103,-7-2 0,7-2 0,-4 1 0,1-1 0,0 1 118,1-1-117,-5 1 0,9-6 0,-2-1 121,2-1-116,2 4 0,0-7 1,0 4-1,0-2 1,0-1 91,0 2-92,0-5 0,5 6 0,1-5-209,2 2 99,-5 0 0,8-10 0,-6 1 0,0-1-355,1-1-106,-4 5 192,4-11-866,-6 4 1,0-8-1802,0-2 639,0 2 71,0-4 759,6 6 1527,-4-7 0,-2-64 0,-4 25 0,0-1 0</inkml:trace>
  <inkml:trace contextRef="#ctx0" brushRef="#br1" timeOffset="251">13976 13577 8279,'-6'-8'-817,"5"1"1313,-6 7-163,7 0 1,2 0-1,4 0 1,8 0 0,8 0-1,7 0 818,4 0-1037,10 7 1,14-6-1,11 4 1,6-3-1,-33-2 1,2 0-27,3 0 0,1 0 1,-3 0-1,0 0 1,4 0-1,-1 0 1,-2 0-1,-2 0 38,0 0 1,0 0-226,3 0 0,-1 0 0,31 0 0,-2 0 91,-7 0 0,-6-5 0,-1 0 0,7 0 7,9-1 5,-36 6 0,2-1 0,1-5 1,1 1-1,0 1 0,2 1 22,1-1 0,0 0 0,5 1 0,-1-2 0,1 0 0,0-1 1,0 2-1,-1-1-36,0-1 0,-1 1-39,-3 2 0,-1-1 1,3-1-1,0-1 0,-2 3 1,0 0 45,-1-1 0,1 0 1,-3 3-1,-1-1 1,36-4-1,-4 1-12,-5 0 15,1 1 1,-11 4-1,5 0-276,-2 0 266,11-7 0,-1 6 1,-31-2-1,1 1 1,-1 0-1,0 1 0,-1-1 1,-1 1-33,35-4 15,4 0 0,-3 5 0,5-1-21,-4-4 0,2 3 1,-14-3-1,-2 4-87,-6 1 89,0 0 1,-13 1 0,4 3-99,-4 0 1,0 3 0,3-4 0,6 2-61,2-2 167,2 5 1,0-7 0,-1 6 11,1-1 0,10-3 0,1 5 1,0-2-86,1-3 170,1 5 1,-1-6 0,-4 3-93,-8-4 0,-8-1 0,-11 0 1,-5 2-163,-3 2 175,-8-2 0,0 4 0,-5-6 38,2 0 1,0 0-1,-3 0 1,1 0-47,2 0 154,0 0 1,2 0 0,4 0-112,7 0 0,-1 0 1,6 0-1,-1 0 164,0 0-146,-4 0 0,3 0 0,-8 0 21,-4 0 0,-2 0 0,-7 0 71,0 0 82,0 0-160,-6 0 1,-3 0 45,-10 0-771,4 0 544,-6 0 1,7 7 0,-1 1 276,-4-1-155,4 6 1,-6-5 124,7 6 1,0 5-1,0 0 1,0 0 550,0 2-497,0 1 0,5 6 1,1 2 96,2 3 1,0-1-1,3 6 1,-1 1 342,1 2-465,1 2 1,-2 1-1,-2 2-45,-2 2 1,-1 0 0,-5-2 0,0 3 130,0 2-54,0-5 0,0 7 1,0-5-125,0-2 1,0 2-1,0 0 1,0-1 118,0 2-212,0 2 1,0-1 0,0-2 73,0-4 1,-5 3 0,-1 1 0,-1-1-124,1 2 132,-5-5 1,5 7 0,-5-5 9,1 1 1,2 2-1,-3-5 1,2 0 45,-2-2-123,4-3 1,-5 2 0,2-1 19,-2-2 1,2-7 0,1 2 0,-2-1 78,-2 1-214,-1-3 1,4 5 0,2-7 48,2 1 1,-3 1 0,4 0-1,2 0-141,1-3 110,2-2 1,0-3 0,0-2-183,0 1 0,0-5-109,0 3 159,6-3-127,-4-9 453,4 0-108,-6-7 1,-1 0 348,-4 0-143,-3 0 0,-6 1 0,-2 3 0,-4 0 0,-9-1 422,-7-1-505,-5 4 0,-13-4 0,-6 3 16,-8-4 1,-3-1 0,28 0 0,-1 0 0,-3 0 0,-1 0 13,-2 0 0,-1 0-184,-4 0 1,0 0 0,4 0 0,0 0 0,-1 0 0,0 0 191,2 0 1,-1 0-126,-2 3 0,0 1 0,6-3 1,1 1-1,1 1 0,0 2 1,4-2-1,1 0 0,-35 2-167,-1 1 194,0-4 0,5 9 0,-2-7-25,-3-1-9,-3 5 1,33-6-1,-1 0 1,-1 1 0,-2 1-1,-2 0 1,0-1 0,-2-1-1,1 1-9,-2 0 1,-1 0-5,-3-2 1,-1-1 0,2 4-1,0-1 1,-3-3 0,1 0 42,3 0 1,-1 0-5,2 0 1,2 0-1,4 0 1,2 0-1,0 0 1,1 0 0,2-1-1,0 0 1,2-1-1,1-1 59,1-1 0,1-1 3,-37-8 1,4 2 0,-3 0-34,36 6 1,-1-1-21,-6-5 0,-2 0 0,4 6 0,0 1 0,-4-5 0,-1 0 1,0 2-1,0 2 0,0 0 0,-1 0-47,-1 0 0,0-1 9,-4 0 1,1-1 0,8 2-1,1 1 1,0 0 0,0 0 50,4 1 1,1 0-1,-38-7 1,37 7-1,1 1 1,-38-2 87,2-3-133,1 6 1,10-6-1,1 6 50,2-4-40,1 4 1,7-6 0,3 6-1,3-2 1,1-2-392,1 2 324,-7-5 0,10 6 0,-3-3-94,2 4 1,4-4 0,2 0 0,3 2-170,1 2 236,2 1 0,4 0 0,1 0-115,-1 0-777,7 0 0,2 0-1589,5 0 28,8 0 2645,0 0 1,26-57-1,5-14 1</inkml:trace>
  <inkml:trace contextRef="#ctx0" brushRef="#br1" timeOffset="252">28635 7151 7326,'8'-14'144,"-2"-1"1,-4 6 0,1-1 0,2-1 2145,-2-1-1588,-2 4 0,-1-5 443,0 4-151,0 2-297,0 1-197,0 6 467,0 0-578,-6 6-282,5 2 1,-6 2-1,6-2-6,-4-2-13,3 5 1,-4-3-1,4 6 1,-1 0 352,-2 1-428,1-1 1,4 0 0,0 0 3,0 1-26,0-1 1,0 0 0,0 0 0,0 0 0,-2 2 152,-3 3-195,4-3 0,-5 9 0,6-4 70,0 1 1,0 2 0,-2 4 0,-1 0 53,-2 1-111,0-1 1,4 1 0,-2-2-70,-2-4 67,0 4 0,5-10 0,0 6 1,-1-4-1,-3-5 0,0-3-251,-1-2 0,5 1 42,0-1-127,0-6 0,0 2 383,0-10 116,0 4 1,0-7 234,0 3-378,0 4 0,0-7 0,-2 3 0,-1-4-423,-2-4 433,1-1 0,-1-1 1,0 1-449,2 0 464,-5 6 1,7-5 0,-6 4 0,2-4 0,-1-1-34,-2 0-34,5 0 0,-5 4 24,3 1 96,-2-1 0,-3 1 143,1-1-199,5 7 0,-7-2 29,7 10 143,-1 3 1,5 6 0,2 0-1,2 1 1,4-1 602,0 0-679,11 7 1,-10-7-1,12 2 115,0-5-206,1-2 1,1-1 0,1-3 0,3-4 0,3-1 40,3 0-26,0 0 0,-4-7 0,-2-6-14,-4-4-156,4-2 0,-11 4 1,3 1-1,-5 0 1,-4 0-925,-6-1-127,-2 8-1995,-2-6 2552,0 11 1,0-2 0,0 8 640,0 6 0,-51 15 0,-12 5 0</inkml:trace>
  <inkml:trace contextRef="#ctx0" brushRef="#br1" timeOffset="253">25507 3554 7857,'0'-8'-1146,"0"0"1978,0 4-896,0 2 1,2-4 89,2 6 1,-2-2-144,3-3-687,-4 4 264,-1-6 540,0 7 0,7 13 0,1 3 0</inkml:trace>
  <inkml:trace contextRef="#ctx0" brushRef="#br1" timeOffset="254">27028 8345 7739,'-8'0'-121,"-3"-2"1,5-1 0,-2-1 2020,-3 0-1610,5 3 1,1 1-1,10 0 1,6 0 0,6 0-1,7 0 801,3 0 0,6 0-958,0 0 1,0 0 0,-4 0 0,-1 0-46,1 0 1,-3 0 0,-2 0-1,-5 0-565,-3 0 297,-2 0 1,-4 0-1165,-1 0 500,-6 0 1,2 0 0,-10 0-1603,-4 0 2177,-10 0 1,1 0 0,-5 0 268,-3 0-10,6 0 0,-7 1 0,5 3 0,0 2 0,3 0-304,3 1 1216,-4 4 0,9-8 1259,-4 6-1495,4 1 1,3-1 0,4 1-1,4 1 1561,4 1-1929,-2 3 0,9-1 1,-5 0-1,2 0 1,2 2 771,-2 3-985,4-3 1,-10 9 0,3-6-366,-4-2 79,-1 5-1,0-6 1,0 5 0,0-2 0,-1 0-1716,-4-2 1543,-3-1 1,-6-3 0,-1-2 0,1-4 0,0 0-1143,0-4 1457,0-1 0,-1-2-315,1 0 697,6-7 1,-3 4 0,8-6 347,5-2-454,10-2 0,4 3 0,5 1 0,-2-1 0,1 3 406,2 2-592,-4-3 0,4 5 0,-5-5-384,2 2 72,0 1 1,-5 0-1,0-1 1,1-1-1,-1 1-3195,0 3 2722,0-5 1,1 5 753,-1-7 0,13-24 0,3-12 0</inkml:trace>
  <inkml:trace contextRef="#ctx0" brushRef="#br1" timeOffset="255">27469 8345 7782,'0'-14'142,"-1"1"-142,-4 4 1940,3-4 1,-4 13 87,6 0-1588,0 6 1,0 10 0,0 3 751,0 5-867,0-4 0,0 7 0,0-3 0,0 3 1,0 3 588,0 3-809,0-3 0,0 3 1,0-8-170,0-1 1,0 0 0,0 3-1,0-4-443,0-4-937,0-3 0,0-2-2606,0 1 3379,6-8 0,-3-2-893,7-10 1246,-7-2 0,3-9 318,-6-3 0,0-35 0,0-14 0</inkml:trace>
  <inkml:trace contextRef="#ctx0" brushRef="#br1" timeOffset="256">27370 8544 13777,'14'0'626,"0"0"0,2-2-234,3-2-981,-3 2 1,6-6 0,-5 5-1,4-2 1,-1 1-3299,1-3 3367,4 6 0,-8-6 520,7 7 0,19-12 0,9-4 0</inkml:trace>
  <inkml:trace contextRef="#ctx0" brushRef="#br1" timeOffset="257">28080 8373 7839,'7'-14'0,"1"6"0,1-4 0,1 2 5603,-7 4-2562,3 0-2739,-6 6 1,0 1-1,0 4 1,0 4 0,-1 6 1526,-4 4-1578,3 3 1,-9 6 0,5 2-43,-2 3 1,3-3 0,-3 5 0,0-2-50,1 0-207,3 1 0,-7-3 1,5-1-283,-2-3 1,5-3 0,-2-1 0,4-4-1682,1-3-2169,-7-8 3176,6-2 0,1-6 0,9-1 1,4-6-1082,1-7 2084,0-6 0,8-27 0,2-11 0,3-3 0,0-1 0</inkml:trace>
  <inkml:trace contextRef="#ctx0" brushRef="#br1" timeOffset="258">28294 8373 16208,'-7'23'1682,"6"-1"0,-4-3-687,4 4-755,1-2 0,0 9 0,0-5 1,0 0-1,0 2 30,0 0-293,0 2 1,0-6 0,0-1-64,0-1-1008,0-2 1,0-10 0,0 1-4755,0 1 3538,0-5-1121,0 1 3431,0-7 0,-13-57 0,-3-14 0</inkml:trace>
  <inkml:trace contextRef="#ctx0" brushRef="#br1" timeOffset="259">28052 8516 7839,'-14'0'2941,"4"0"-511,1 0-1866,6-7 0,-2 4 1,11-6-1,9-1 1527,7 2-1884,4 2 1,8 1 0,0-1 266,3-2-1036,-6 5 0,7-5 1,-8 5-1,-3-2 1,0 2-3507,0 1 2424,-5 2 1,-3 2 1643,-10 3 0,-72 28 0,20-10 0,-1 0 0</inkml:trace>
  <inkml:trace contextRef="#ctx0" brushRef="#br1" timeOffset="260">28038 8658 8695,'8'6'3119,"0"-4"-2184,-4 2 76,4-2 0,2-2 0,-1 0 308,2 0-1116,8 0 0,-1-5 0,4-1 0,0 0 0,0-2-2219,3 0 936,-4 5 1,6-8 0,-5 4-650,0-1 0,5 4 1729,-4-6 0,36-18 0,9-10 0</inkml:trace>
  <inkml:trace contextRef="#ctx0" brushRef="#br1" timeOffset="261">28791 8373 7321,'0'-14'-24,"0"0"5098,0 0-4445,7 0 0,-4 6 1,5 1-1,0 3 0,0-1 1598,3 2-2009,8 1 1,-4 2 0,6 0-61,-1 0-130,-4 6 1,0 7-1,-8 8 1,-2 1-1,-3 5-30,-1 4-82,-8-1 0,-7 10 1,-8-6-35,-1 3 1,-1-4-1,-4 3 1,2-1-456,1-3 550,6-9 1,0-2 0,8-7-18,5 0 0,5-6 0,7-3 0,8-5 395,12-5-422,2-9 1,12-3 0,-3-7-363,3-1 1,0 3 0,-3-1-1,-5 1-3442,-3 0 3290,-8 5 0,-3-4 581,-10 7 0,-53-6 0,-19-3 0</inkml:trace>
  <inkml:trace contextRef="#ctx0" brushRef="#br1" timeOffset="262">26957 3739 7841,'14'6'1075,"-4"-4"1251,-1 3-1738,-5-4 1,2 1 0,-6 2 0,0 6 134,0 3 0,-2-2 1,-1 1-1,-3 4 272,-2 0-889,5 0 0,-8 3 0,4 1 1,1 1-1,0 1-317,3 0 73,-5-5 1,6 4-1,-3-5-1640,4 3 797,1-4 0,0 1 0,0-6-2300,0 1 2546,6-5 0,-3 0 324,7-6 0,-2-11 0,3-5 0,-3-4 411,-2-5 0,-1-2 0,-5-6 0,0-2 59,0-1 1,0 4-1,0-1 1,0 3 1281,0 1-937,0 7 1,0-3 1088,0 6 0,1 2 244,4 7-1411,3 4 1,6 7 0,0 4-94,1 5 1,4 4-1,1 3 1,1 2 296,-1-1-343,5 4 0,-7-2 0,4 5 1,-2-1 1,-1-5 0,-4 3 0,-1-1 157,0-4-224,-6 5 1,-2-6-1,-6 3 90,0-3 0,-6-7 0,-5-1 0,-8 0 289,-9 0-531,-1-5 1,-10 3 0,4-4-447,-2 3 1,4-4 0,-3 4 0,3-3-1152,6-2-1373,5 0-1130,8 0 4130,6 0 0,77-19 0,-21 7 0,-1 0 0</inkml:trace>
  <inkml:trace contextRef="#ctx0" brushRef="#br1" timeOffset="263">27412 3782 7841,'7'-8'935,"-6"-5"2499,4 4-2034,-4 2-802,-1 1 1,2 6 0,1 1 716,2 4-811,6 3 0,-8 6 1,5 2-105,-2 3 1,4-2 0,-4 6 0,0-3 409,1-2-745,4 4 0,-8-7 0,5 4 95,-2-3 1,4-2 0,-4 1 51,2-1-109,-5-6 0,5 3 84,-3-6 1,-2-1-1,6-5 202,2-4-327,2-9 0,1-2 1,1-5-78,-1 1 1,2-2 0,1-7 0,2 1-340,-2-1 341,-1 1 1,-2 0 0,-1 1-82,-4 3 0,2 3 1,-6 7-71,-2 0 274,-1 6-171,-2 2-444,0 6 1,0 1-719,0 4 302,0-3 51,0 4-426,0 0 0,0-2 1,0 5-2736,0 2 3526,-6-5 0,4 7 505,-3-4 0,-9 17 0,-2 4 0</inkml:trace>
  <inkml:trace contextRef="#ctx0" brushRef="#br1" timeOffset="264">12796 10762 9844,'0'-8'1495,"0"2"-880,7 6-468,1 0 1,6 0-1,2-2 1,3-1-1,6-2 1,6 2 0,7 0-1,3 0 1,2-4-1,-2 1 1,-1-2 666,-2 0-927,-7 5 0,-2-3 0,-10 6 1,-4-2-1051,0-3 0,-9 4 1,-8-4-781,-10 4 1546,-3 1 1,-16 4 0,2 1 72,-1-2 0,0 3 0,2-1 1,0-2 323,-1-1 0,1 4 0,4-4 0,2 3 0,1-4 3,9-1 23,-1 0 326,11 0 1,-2 0 1083,8 0 1,4 0 328,7 0-976,-8 0-545,6 0 1,-7 2 0,4 2 0,-5 6 332,-4 3-451,6 1 1,-6 2-1,5 3-4,1 4 0,-6 3 0,4-1 0,-2-1 234,2 1-348,-3 2 0,4 1 1,-6 1-27,0-1 1,0-4 0,0-2-1,0-2-29,0-2-147,0-3-295,0-7 137,0 5-50,0-11 0,0 2-1878,0-8 1405,0-4 1,1-5 874,4 4 0,28-55 0,-10 29 0,0-1 0</inkml:trace>
  <inkml:trace contextRef="#ctx0" brushRef="#br1" timeOffset="265">13351 10804 7845,'0'-14'562,"-5"0"1509,0 0-668,1 6-731,4-5 1,6 7-461,3-4 1,4-1 0,1 7 0,2 1-558,3 1 296,-3 2 0,11 0 0,-4 0 1,3 0-1,-1 0-43,-1 0-1375,-7 0 1,8 0-1307,-6 0 2089,0 6 0,-12-4 684,-7 3 0,-13-4 0,-4-1 0,-6 0 0,3 0 7,1 0 0,5 0 0,0 0 467,-1 0 246,1 0 0,6-1 1026,3-4-75,-2 3-353,5-4-1048,-4 6 1,6 6 568,0 4-641,0 9 1,0-3 0,0 4 0,1-1 0,2 2 772,2 1-819,0 1 1,-5 6-1,0-1 135,0 1-256,0-7 0,0 5 0,0-5 0,0 1 1,0 0 211,0-3-718,0-1 0,0-5 253,0 0-1164,0-6-185,0-1 1029,0-7 1,0-2 0,0-3-1148,0-4 661,6 3 1,2-7-1,6 2 1028,1-7 0,18-54 0,-14 26 0,0 0 0</inkml:trace>
  <inkml:trace contextRef="#ctx0" brushRef="#br1" timeOffset="266">13792 10762 8048,'0'-8'2919,"0"-5"-2213,0 5 21,0 0-87,0 2 1,0 8 0,0 2 497,0 6-1016,0 9 0,0-3 0,1 4 22,4 1-74,-3-5 1,4 9-1,-6-5 1,0 1 0,0-1-92,0-2 85,6 4 0,-3-6 0,5 3-224,-1-3 116,4-2 1,-3-2 0,7-1 0,3-3 0,1-1 31,-2-4 85,-1-2 1,-2-1 0,0 0 17,0 0-208,1-6 0,-6 3 0,1-5 0,-1 0-555,-1 0-756,-2 5 0,-6-5 238,0 3-2095,0 4 3285,0-5 0,-19-7 0,-4-3 0</inkml:trace>
  <inkml:trace contextRef="#ctx0" brushRef="#br1" timeOffset="267">12114 10478 7930,'-8'-7'272,"2"-1"0,4 0 0,-1 2-1196,-2 0 634,1-2 1,4-2-1,1 2 1,4 1 0,4 0 998,4 1-548,7-5 0,3 9 0,7-2 1,3 0-1,5 1 678,3-1-692,1-1 1,7 0 0,4 0 3,2 2 0,6 2-81,1 1 0,4 0 0,-2 0 0,0 0 252,4 0-369,2-7 0,1 6 1,-2-4-1,-1 2 1,-3 0-209,-2-2 240,5 0 0,-14 0 0,3 1-353,-2 0 353,0 3 1,5-1 0,4-1 0,4-2 0,-2 2-16,-1 2 32,-4 1 0,1-2 0,-1-1 101,0-2-17,-3 0 1,-7 1-1,-6-1 1,-4 2 0,-6 1 537,-5 2-877,2 0 19,-23 0-9,4 0-54,-13 0 653,-6 7-302,4-6 0,-4 7 59,6-3 1,0-2 0,1 6 438,4 2-477,-3 2 0,5 3 83,-2 3-81,-3-3 0,6 6 1,-5-5-1,3 4 0,0 1 325,1 3-341,-2-4 0,-1 5 0,1-2 122,-2 3-166,-1 1 1,2 6 0,1 0 0,-2 1 0,-1 1 106,-2 1-76,0-6 0,5 6 0,-1-4 76,0 5-54,-3-3 1,-1 6-1,0-3 1,0 3-1,0 1 430,0 1-360,0 0 0,0-6 0,0 1 441,0 2-483,0-5 1,0 6-1,0-3 1,0 3 0,0 1 382,0 1-475,-6 0 1,4-1-1,-2 1 229,2 0-303,2-1 1,0-4-1,0 2 1,0 1-1,0 1-215,0-1 252,0-1 0,0 1 0,0 0-30,0 2 130,6-10 0,1 14 0,4-10 0,-3 0 0,-1 1 102,1 2-124,2-5 1,-2 4 0,-2-6 19,0-1 0,-4 4 0,4 1 0,-1-1 26,0-3-76,-1-3 1,-4 3-1,0 2 53,0 1-80,7-4 0,-6 3 0,4-7 0,-3 1 1,-2-1-219,0 0 210,0 1 0,0-1 0,0-1-319,0-3 282,0 3 0,0-5 0,0 5 0,0-2 1,-2-1-109,-3 1 147,4 2 0,-6-4 0,7 0 6,0-3 1,0 4 0,0-4-1,-1 2-3,-4 4 16,4-6 1,-6 7 0,7-5 94,0 0-82,0 5 1,0-9 0,0 4 0,0 0 0,0-2-127,0 1 92,0 4 1,0-8 0,0 6-106,0-3 113,0-1 0,0 2 0,0 1 0,-1 0 1,-2-2-81,-2 1 9,0-5 1,5 6 0,0-5 9,0 2 1,0 0 0,-2-5-1,-1 1 136,-1-1-73,-1 6 1,5-4-1,0 3 226,0-3-225,0-2 1,-2 0-1,-1 0 1,-2 1 32,2-1-24,2 0 1,1-4 0,0-1 65,0 2-20,0 2 1,0-4 0,0 1 0,-2 1 146,-3 1-201,4 3 0,-6-1 0,7 0 80,0 0 1,0 1-1,-1-1 1,-2 0 171,-2 0-320,0 0 1,5 1-1,-1-1-134,-4 0 191,3 7 1,-4-6 0,6 6 0,-2-1 0,-1 3-78,-2-1 122,1 4 1,4-8-1,0 4-57,0-1 35,-7 4 0,6-5 0,-4 4 0,4-5 0,1-3 108,0-2-163,0 7 0,0-6 27,0 4 0,0-3 1,0 0-1,0 1 4,0 2 13,0 0 0,0-5 0,0 2-28,0 3 82,0-3 0,0 4 1,0-4-1,0 2 1,-2 1 27,-3-2-52,4-1 1,-6-2-1,6 0 55,-4 0-61,3 1 0,-5-1 1,3 0-1,0 0 0,-1 0-270,-1 1 236,4-7 1,-9 4-18,6-2 1,-1 1 0,3 0 0,-2-2 49,2 2 42,-5-4 1,6 5 0,-4-4 130,0 0-111,4 5 1,-11-10-1,4 6 1,-4 1 86,-1-2-167,6-2 1,-4-1-1,1 1-329,-7 2 267,2-5 0,-10 8 0,0-4 0,-4 0 0,-5 3-307,-1-2 361,-2 4 1,-11-4-1,-3 7 281,-3-1-269,-8 0 1,-4 2-1,-9 1 1,36-7 0,0 1-1,-2 0 1,-1 0 13,-2 2 1,0-1-30,-2-2 1,0 1 0,-2 1-1,0 1 1,1-3 0,0 0 154,1 2 0,-1-1-80,1-3 0,-1 1 0,0 2 0,-1-2 0,1-2 0,1-1 0,2 0 1,1-1-1,2 0 0,1 0 88,0 0 0,1 1-375,0-3 0,-1 0 1,-3 1-1,0-2 1,1-1-1,1 0-426,-37 4 0,6-4 0,8 4 0,7-5-1254,4-5 1614,15-3 1,-1-6 0,18 0-339,8 0 627,-1-7 0,14-1 0,-5-6 0</inkml:trace>
  <inkml:trace contextRef="#ctx0" brushRef="#br1" timeOffset="268">12270 12255 7810,'-28'-29'-143,"-1"5"1,3 2-1,2 2 1,7 2-1,5 3 1,8 0 895,2 1-390,2 0 0,2 0 0,2 0 1,6-1-1,3 3 347,1 2 1,-5-1 0,1 5-16,1-2-463,1 5 1,-2-5-1,-1 5-98,2-2 0,7-1 0,2 2 0,3-2-103,2-2-47,2-1 1,3-1 0,1 1-35,2-2 1,12 0 0,-3 0 0,4 1-458,3-1 414,2-2 0,6-1 1,-1 0 30,1 0 1,5 0-1,3-1 1,3 3 484,4 2-187,3-2 0,-3 4 0,2-6-74,2-1 0,-33 8 0,0 0 0,-2 1 1,0-1-1,-1 2 0,0-1 375,39-3-438,-3-1 1,-5-4 0,-1 2 258,-4 2-367,-9-3 1,-8 12-1,-6-5 1,-2 1-1,-5 0-207,-8 2 56,-6 1 1,-7 2-436,-1 0 477,-6 0-306,-2 0 245,-6 0-2325,0 0-906,-6 0 2924,4 7 486,-4 7 0,-31 0 0,-15 0 0,-3 5 0,0-1 0</inkml:trace>
  <inkml:trace contextRef="#ctx0" brushRef="#br1" timeOffset="269">14559 11075 7860,'-7'-7'15,"0"6"0,7-7 0,0 3 1293,0-4-435,-6 2 1,4-1 150,-2 4 0,2 0-434,2-5-423,0 6 0,0-5-107,0 3 0,3 4 0,5-6 1,6 3 73,2-1 0,6 0 1,5 0 0,8-1 143,1-2-194,2 5 1,6-3-1,2 6 1,3 0-1,0 1 573,0 4-492,-2 3 0,-9 1 0,-1 1 98,-3 1 0,0 2 0,-8 1 0,-2-2 345,-5-2-765,-3 2 0,-8-8-466,-4 5-55,-2-6 544,-2 4 1,-6-7 25,-4 0 0,-2-2 0,-3-3 1,0-4-1221,-4-4 1086,3-1 0,-6-5 0,4-2 34,-1-1 0,0 3 0,5-3 0,2 2 226,2 2-24,4 3 0,1 5 109,0 1 1,2 5 0,9 1 0,7 6 943,5 7-723,0 9 0,-3-2 0,-1 7-42,0 1 0,-1 0 0,-2 1 0,-3-3 346,-2 3-765,-1-6 1,-5 2 0,-2-4-575,-3 1 0,-2 0 1,-8-5-1,0 0-3001,-4 0 3115,-4-6 1,0 3 0,1-4 596,1 0 0,-17-22 0,0-3 0</inkml:trace>
  <inkml:trace contextRef="#ctx0" brushRef="#br1" timeOffset="270">16081 10947 7895,'0'-8'575,"0"-5"1,-2 5-1,-1-1 889,-2-1-1199,0 7 1,-1-3-1,-3 6 1,-4 0 0,-1 0-1,-2 1 1,-3 4 469,-5 5-679,4 2 1,-5 7 0,6 0 0,1-2 0,2 1 7,2 1 0,2-2 0,2 5 0,5-1-121,4-4-68,1-1 0,6-2 1,5 0 125,7 1 0,4-1 1,5 0-1,-2-1 247,-2-4-223,1 4 0,3-7 0,-3 5 24,-5-1 1,-4-1 0,-2 5 0,-3 1 212,-6-1-197,-2 0 1,-4 0-1,-2 0 10,-6 1 1,-4-1 0,-5-1 0,-5-2 5,-3-2-48,-1 1 0,0-1 0,-1-1-45,1-2 1,-1-1 0,2-5 0,2 0 0,1 0 96,13 0 0,-6-2 170,12-2-348,-6 2-25,16-11 1,-4 12-1,14-5-53,-1-1 1,0 6 0,0-4 0,2 2 3,3-2 114,-3 3 0,9-5 0,-6 3-331,-1 0 310,4-1 0,-5 0 1,7-1-1,-1 0 1,1-2-61,0 0 127,-7 5 1,8-8-1,-6 4 295,-1-1-209,-2-1 0,-2-4 0,0 2 0,0 2 221,0-2 47,-6 4 0,-1-1 32,-7 4-385,0 2 1,-2-3 0,-1 10 160,-2 5 1,0 2 0,4 2 0,-2 1 61,-2-1-248,0 0 1,5 2 0,0 1 0,0 2 0,0-1-449,0-3 333,7 0 0,2-1-225,10 0 297,-3 0 1,6-6 0,-5-3 0,4-4 0,-1-2-186,1-4 216,-2-3 0,0-12 0,0-2 222,-2-1-80,-1-10 0,-3 10 1,-4-12-1,-4 2 1,-4-1 794,-1 3-837,-6 7 1,-8 1 0,-10 8 29,-3 7-50,-1 5 0,-7 3 0,-1 3 0,-1 5 0,4 8 166,3 5-360,2 2 0,1 6 0,3-1 46,5 1-53,10-1 0,2-1 0,7-3 1,2-5-1,4-4-536,9 0 651,5-1 1,10-6 0,3-4-121,5-2 122,-3-2 1,6-2 0,-5-2 0,2-6 0,0-4-192,2-5 170,1-3 1,-3-7 0,-2 1-184,-1 0 256,-2-7 0,-11 3 1,-5-4-1,-5 1 0,-8 4 231,-2 1-274,-2 1 0,-6 2 0,-4 4 428,-3 4-239,-1 3 1,5 8 0,-1 3-1,-1 4 1,-1 1 416,-3 0-502,7 6 1,-4 2 0,4 6 163,0 0-100,-5 1 0,12-1 0,-4 2 1,3 1-1,1 2 542,-4-2-400,4 5 1,-6-6 0,7 5 207,0-1-297,0-4 1,0 11-1,0-3 1,0 2-1,0 3 517,0-1-573,0 1 1,0 1 0,2 1-111,3 2 0,-4 2 0,4-3 0,-2 1-51,2-1 16,-4 4 0,10-6 0,-4 3 168,1-3-227,-5-1 1,8-3 0,-6 0 0,-1-4 0,1-2-301,0-2 259,0-3 1,-5 1 6,0 3 85,0-3 0,0 0 1,0-7-15,0 2 28,-7 2 1,4-4 31,-6 1-32,-1-1 0,1 1 0,1-1 0,0 1 0,2-1-36,-1 1-97,2-7 1,5 10-161,0-4 157,0-3 1,0 7 0,2-3-112,3 2 101,-4-4 1,12-2-37,-4-6 216,4 0 0,1 0 0,1 0 1,-1-1-1,0-4 383,0-4-485,7-10 1,-5 1 0,4-7-166,1-5 211,-6 2 1,6-14 0,-8 5 0,-2-5 0,-3 0-500,-2-1 496,-1 1 1,-13-1 0,-8 0-85,-11 1 31,-8 5 1,-7-1 0,-3 10-1,1 6 1,0 6 294,3 7-50,8 2 1,-2 7-24,6 0-252,14 0 0,2 7 0,16 0-260,7 1 271,-1 5 1,23-11 0,-2 2-49,5-2 111,2-2 1,6 0 0,0 0 0,-1-2-1,3-2-876,2-6 747,-3-3 1,4-1 0,-9-2-125,-1-3 250,-6-3 1,1-6-1,-9-1 1,-6 1-1,-3 0-228,-6-1 218,-2 1 1,-7-5 0,0 1 233,0 5 0,-5 5 0,-2 9 1,0 4 592,-5 4-480,6 4 1,-6 1 0,2 1-123,-3 4 1,4 3-1,1 8 1,0 3 260,0 4-14,5 4 1,-3 2 0,6-1 119,0 0 0,0 2 0,0 0 0,0 2 592,0 0-999,0-12 1,0 13-1,0-9-109,0 3 1,6-5 0,2-3 0,1-3-124,1-2-37,-1-6 1,6 0 0,-1-5-785,0 2 1,0-2 0,1-8 0,-1-4-2146,0-4 2283,6-1 0,-4-2 0,3-3-192,-3-5 0,-8-3 0,-3-1 0,-4 0 981,-1-1 0,0 1 0,-34 12 0,-8 3-62,11-3 1,-13 8-1,3 4 1,22 4-393,3 0 1287,2 0 1,-1 0 0,1 0 2388,0 0-2905,6 0 0,3 0 0,10 0 230,4 0-502,4 0 0,8-5 0,2 0 1,6 1-1,2-1 75,3 0-1855,-1 0 1735,-5 5 0,32-6 0,8-2 0</inkml:trace>
  <inkml:trace contextRef="#ctx0" brushRef="#br1" timeOffset="271">17858 11032 8017,'0'-14'610,"0"0"0,-2 6 1,-2 1 1609,-6 1-1758,-3 4 0,-2-4 0,-3 6 0,-2 0 0,-2 2 1289,-4 2-1560,0 4 0,2 7 0,2-1-121,1 0 0,4 2 0,7 1 0,6 2 88,2-2-161,-4 6 0,6-6 1,0 5-108,8-1 16,4 4 0,4-8 0,3 5 1,5-1-1,1-2-414,-1 1 516,3-4 0,-10 5 1,5-7 31,-1 0 0,-7 0 1,-6 1 319,-2-1-281,-1 0 1,-7-5 110,-3 1 1,-9-7 0,-10 2 0,-2-4 260,-3-1-688,1 0 0,-1 0 1,1 0 77,-1 0 1,3 0 0,2 0 0,5 0-222,3 0 2,2 0 0,1-1-198,4-4 0,4 4 151,10-4 428,9 3 1,5 7 0,8 0 77,3-2 0,8-2 1,0-1-1,3 0-235,1 0 82,1-6 1,1 3-1,4-7-82,4-1 0,-5-3 0,-3-3 1,-7-4 1,-7-1 135,1 5 1,-16-10 0,-1 3 46,-8-3 0,-4-6 0,-2-2 0,-2 1-99,-3-1 174,-3 2 1,-1 6-1,0 5 143,-3 8 1,5 6-1,-3 8 423,-1 0-655,5 6 1,-2 4 0,5 8 295,-2 6 0,0 3 1,5 3-1,0 2 1298,0 1-1309,0 0 0,0 0 0,0 0-93,0-1 0,5-2 1,0-2-1,-1 1-215,3-1 28,1-6 0,1-1 0,1-8-182,1-4 1,1 2 0,4-6 0,1-2-1039,2-1 824,0-9 0,0 2 1,2-7 71,1-4 1,6-8 0,6 1-1,-3-4-293,-1-2 480,5-5 1,-3 4-1,2-2 93,-4 7 0,2 4 0,-10 7 0,2 1-55,-1 4 144,-5 3 0,2 6 205,-5 0 1,-8 6 169,-2 3-379,-3-2 1,-2 1 0,-2-5 241,-3 1 0,2 1 1,-6-5 373,-2 0-638,-2 0 0,-3 0 0,-1 2-32,-2 3 0,-6-4 0,1 5 1,-1-1 90,1 0-178,-3 6 1,7-5 0,-4 5 83,5-1 0,3-1 0,2 5 1,1 1-191,4-1 119,3 0 1,6 0 0,0 1-75,0-1 0,1-2 0,5-1 1,9-3-572,7-1 561,-2-3 0,7-4 0,-3 0-8,3 0 1,1-4 0,1-3 0,-3-1 190,-2-3 58,-3-1 0,-7-2 0,0-1 77,0 1 1,-4-3 0,-2 1 275,-2 3-163,-1 2 0,-7 3-129,-3 4 0,-1 4 0,-5 4 0,3 6 193,2 2-238,-5 3 0,9-1 1,-3 0 63,4 0 1,1 1 0,0-1-1,1 0-172,4 0-49,3 0 1,8-4 0,1-2 25,2-2 1,7-1 0,-3-5 0,4 0-302,2 0 306,-1-6 1,2-2 0,2-8-113,1-3 1,0 2 0,-5-9-1,-1-2-59,-3-4 75,3-7 1,-11-2 0,1-7 25,-6 2 1,0 2 0,-6 3 0,-4 3-59,-4 5 383,2 16 1,-12 4-1,4 13-192,-4 0 1,-6 3 0,2 5 0,2 8 276,4 4-144,2 4 0,-1 9 0,2 1 138,2-3 1,1 1-1,5-1 1,0 2 299,0-1-543,0-2 0,2-3 0,3-2 8,4-1 1,4-5 0,3 3 0,1-3-170,2-6-74,6 1 1,-3-13 0,7 4-66,-1-3 0,5-4 0,1-3 0,-1-4-511,1-4 690,-4-7 1,5-1-1,-8-4-133,-3 1 0,-4 0 1,-5-2-1,-1 0-383,0 3 391,-6 5 0,-3-1 0,-10 10-31,-5 4 0,-7 4 0,-4 2 0,-1 4-48,-3 4 225,-2 10 1,4-1 0,0 5 49,3 3 1,2-1-1,9-1 1,4-4 660,4 1-571,1-6 0,3 6 0,5-7 25,6 0 1,10-1 0,1-3-1,5-6-470,3-2 19,0-2 1,-4 0 0,-2-2-538,-4-2 0,3-4 0,-7-7 1,-4 1-1239,-4 0 1394,2 0 1,-11-5 0,1 0 694,-6 1 0,-56-23 0,20 19 0,1-1 0</inkml:trace>
  <inkml:trace contextRef="#ctx0" brushRef="#br1" timeOffset="272">18142 11231 8620,'0'-8'1700,"0"-5"1,7 6-1358,2-8-155,4 7 0,3-4 0,1 2 0,3-1 0,3 0-349,2 2-242,2-1 1,-4 2 0,-1 2-804,-1 0 1206,-2 4 0,-62 8 0,-14 10 0</inkml:trace>
  <inkml:trace contextRef="#ctx0" brushRef="#br1" timeOffset="273">15811 10932 8017,'0'-14'297,"0"0"1,-5 0-1,0 0 1,2-1 3480,1 1-3451,2 6 1,0 3 0,0 10 0,-1 6 0,-2 7 576,-2 5 0,-1 9-618,1 1 0,2 8 1,-5 0-1,1 7-68,4 2 1,-3-2 0,1 2 0,2 2 236,1 4-329,-4-9 0,5 10 1,-4-11-198,3 1 0,-2-4 1,-1-7-1,2-1-836,1-4 166,2-7 1,0-8-1003,0-7 978,0-6 0,0 2 0,0-10 1,0-4-1,0-4-2041,0-1 2443,6-6 1,-4-4-1,4-8 363,1-1 0,-11-38 0,-3-17 0,3 25 0,1 1 0,0 0 0</inkml:trace>
  <inkml:trace contextRef="#ctx0" brushRef="#br1" timeOffset="274">15668 10904 8017,'0'-14'118,"0"0"1,0-1 827,0 1-519,7 0 1,-4 0-1,6 1 98,2 4 1,4-4 0,2 3 0,4-2 1192,1-2-1296,1 6 1,7-3 0,2 6 367,1 2-705,7-5 1,2 5 0,10-5-1,5 1 1,5 3 144,4-3-110,4 6 1,6-10-1,-1 6-58,0 2 0,4 0 0,-39 1 0,0 1 1,2-2-1,0 1-157,1 0 1,-1 1-108,37-1 0,-38 0 1,0-1-1,37-1 92,1 0 82,-5 3 1,-30 1-1,0 0 1,-1-1-1,-2 0 1,1 0-1,0-1 1,-1 0-1,0-1-20,0 2 0,0-1 52,4 1 1,0 1 0,4 0-1,0 0 1,3-1 0,0 0 3,0-1 0,-1-1 10,0 3 1,-1-1-1,0-2 1,0-1-1,0 4 1,1 0-1,1 0 1,0-1 0,2-1-1,0 1 37,0-2 0,-1 1-41,-3-1 0,0 1 1,-3 2-1,-1 0 1,-3 0-1,1 0 45,-2 0 1,1 0-39,-1 0 1,-2 0 0,26 0-1,1 0 1,1 0 0,0 0 214,-2 0-202,4 0 1,-4 0 0,8-1-1010,2-4 982,-35 4 1,0 0 0,29-5 0,-2 6-1,-13-2 1,-9-1 80,-10-1 49,-4-1 204,-10 5-160,-8-7 0,-9 6-101,-10-4-48,3 4 1235,-4 1-1358,6 0 0,0 6 0,0 3 1,0 4 17,0 1 86,6 0 0,-4 1 1,4 0 120,1 4 0,-4 4 0,5 5 0,-2 0 353,-3 1-398,-1-1 0,-1 7 0,2 3 129,2 3-115,0 8 0,0-5 1,1 5-1,2 0 1,1 2 172,-1-1-215,5-1 0,-12-1 0,4-1-98,-3-1 48,-2 4 1,0-10 0,0 2-1,0 0 1,0-1 90,0 1-89,-7 7 0,6-5 1,-5 2-27,-1-6 84,6 1 1,-10-6-1,4 2 1,1-3-1,-2-4 303,0-2-93,-1-6 1,-1-1 0,2-7 447,2 0-277,-5-6 1,9 0 285,-2-3-225,-4-4 4,6 6-456,-11-7 0,4 0 1,-10 0-1,-6 0 1,-7 0 95,-6 0-224,-15 0 0,-8 0 0,-16 1-19,35 2 0,-1-1 6,-5-2 0,-2 2 0,-6 3 0,0 1 0,-5-3 0,0 0 0,-1 1 0,-1 0 1,-2 1-1,-1-1 37,-1 0 0,0 0-137,2 3 1,-1-1 0,-6-3 0,0 0 0,2 2 0,1 1 10,-1-1 0,1 0 87,2-1 1,1 1-1,-1 1 1,0 1 0,2-2-1,0 1 1,0-1 0,-1-1-1,1 1 1,-1 0-587,3-1 0,0 0 513,-1 2 1,0 0-1,-1-4 1,0-1 0,-5 4-1,-2 0-402,-3 0 1,0 1 425,1 0 1,0 1-1,-2-1 1,1 0 0,3 0-1,1-1 1,-1 0 0,2-2-1,2 1 1,1-1-427,3-2 1,2 1 253,7-1 0,2-1 0,9-2 0,3-2 0,-25-7-590,6-6 498,16 1 1,1-5 0,18 9 0,9 1 0,6 1-2009,7-1 1091,8-2 0,15-6 0,14-1 1312,5-2 0,10 4 0,2-2 0</inkml:trace>
  <inkml:trace contextRef="#ctx0" brushRef="#br1" timeOffset="275">13308 10193 8168,'-6'-14'44,"3"0"0,-5 0 181,2-1 2,-6 1 1,9 0 0,-6 0-1,-1-1 1,1 1 0,1 0 0,0 0-1,0 0 1,-3-1 1428,-1 1-1555,-3 0 1,-1 1 0,-2 2 0,-9 3 0,-10 0 62,-10 1 1,-8 3-113,-7 0 1,-1 2 0,-5 2 0,0 2-262,-5 2 206,9-2 0,-6 15 0,15-2 0,4 2 0,9 2 176,7 0-126,11 6 1,5-8 0,10 6 156,4-3-126,-3 5 0,6-4 1,-2 4-1,2-1 0,1 1 40,-4 2-67,-3 1 1,-2 6-1,1-1-7,-2-2 0,0 6 0,0 1 1,1 3 161,-1 1-160,5 1 0,0 0 0,6-1 14,0 1 1,0 0 0,1-1 0,4 1 103,4 0-44,10-1 1,3 1 0,8 0-3,4-1 0,-4-4 0,3-2 1,-3-1 144,-2-3-401,1-2 0,4 1 1,0-1 32,-1-3 0,4-3 0,2 1 1,3-3-232,2-1 308,-1-2 0,3-10 0,2 1 208,5 1 1,3-3 0,4 0-1,1-2 454,1-3-509,1-1 0,-10-2 1,-1-2-17,-2-3 1,-7-3-1,-4-6 1,2-2 6,1-3-104,8-3 0,-5-6 0,3-1 6,-2 1 1,2-5 0,2-2 0,0-1 14,0-4-139,-2-1 0,-10-1 1,-4-1 118,-3 0 0,-3 2 0,-4 2 0,-5 1 41,-7-2-31,-5 6 0,-14-9 0,-6 2-86,-8-5 1,-11-6-1,-5 3 1,-5-2-185,-4-2 229,19 22 1,-1 0 0,-3 4 0,-1 2 0,-3-2 0,0 0-68,-2 1 0,0 2 1,-2 1-1,-1 1 1,-3-1-1,-2-1 0,-1 2 1,-1 0-32,0 0 1,-2 1-27,1 3 1,-1 0-1,0 0 1,0 1-1,1 3 1,-1 1-6,0 1 1,0 1 0,-1 0 0,0 3 0,1 2 0,0 2 0,3 1 0,1 1-423,1 0 1,1 3 143,-35 11 0,2 0 0,7 13 425,4 5 0,3-3 0,9 7 0,7 3 0,6-1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6:38:38.804"/>
    </inkml:context>
    <inkml:brush xml:id="br0">
      <inkml:brushProperty name="width" value="0.08571" units="cm"/>
      <inkml:brushProperty name="height" value="0.08571" units="cm"/>
    </inkml:brush>
  </inkml:definitions>
  <inkml:trace contextRef="#ctx0" brushRef="#br0">1 22 6782,'0'-22'0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6:39:40.851"/>
    </inkml:context>
    <inkml:brush xml:id="br0">
      <inkml:brushProperty name="width" value="0.08571" units="cm"/>
      <inkml:brushProperty name="height" value="0.08571" units="cm"/>
    </inkml:brush>
  </inkml:definitions>
  <inkml:trace contextRef="#ctx0" brushRef="#br0">64 171 6535,'12'0'1919,"-2"0"-972,-10 0 3419,0 0-4007,0 9-222,0-6 1,0 16 42,0-5 1,-8-2-77,1 2 1,0 0 47,7 7 0,0 0-193,0 1 0,-2 1-9,-5 6 1,4-6 123,-4 6 1,5-6-110,2-2 1,0 1 45,0-1 0,-7 0-137,0 0 0,0 1-189,7-1-39,0-9 0,-7 0-393,0-5-374,0-5-64,7 7 1,0-18 523,0-5 0,0-5-410,0-2 1071,0-1 0,9-74 0,-3 38 0,0 0 0</inkml:trace>
  <inkml:trace contextRef="#ctx0" brushRef="#br0" timeOffset="452">22 150 8187,'0'-12'1177,"9"-7"1,-4 14-854,9-9 0,-7 9 88,7-2 0,1 5-96,6 2 1,0 0-85,0 0 0,1 0-76,-1 0 1,0 0-30,0 0 1,1 2-156,-1 5 1,-7-2 67,0 9 0,-7-2-130,7 2 0,-9 5-41,2-5 0,-4 5 0,-3 2-27,0 1 1,0-1 108,0 0 0,-10-7-33,-4 0 0,-5-2 40,-2 2 1,-8 3-3,1-10 0,0 7-9,7-7 0,-1 0-9,1-7 0,7 7-118,0 1-270,9-1 461,-4-7 1,18 0-76,5 0 0,7 0 86,8 0 1,-3 0-15,9 0 1,-9 0 143,2 0 0,3 7-106,-3 0 1,1 2 338,-8-2-245,0 5 1,-2 9 105,-5 1 1,-4-8-5,-10 0 1,-3-2-99,-4 2 1,-4 5-78,-11-5 1,-1-2 8,-6 2 0,6-9-1,-6 2 0,-1 2-114,1-2 0,-1 0-205,1-7 1,6 0-398,-6 0-564,6 0-1224,2 0 1297,9 0 1132,2-9 0,57-6 0,29-1 0,1-6 0,0-1 0</inkml:trace>
  <inkml:trace contextRef="#ctx0" brushRef="#br0" timeOffset="768">851 426 7821,'-15'-2'743,"1"-6"0,7 4-249,-7-10 1,7 9 681,-7-2-205,9 4-601,-4-6 0,18 7-39,5-6 0,12 6 189,3 2 0,15 0-209,-1 0 1,6 0-57,1 0 1,-5 0-197,5 0 0,1 0 95,-1 0 1,0 0-199,-8 0 1,-6 0 69,-1 0 0,-2 0-30,2 0 1,-11 0 10,-10 0 1,-7 0-387,7 0 19,-9 0 120,5 0 0,-13 0-724,-4 0 680,5 0 0,-15 2-1658,10 6 349,-9-6 383,4 7 1210,-9 1 0,-38 2 0,-10 9 0</inkml:trace>
  <inkml:trace contextRef="#ctx0" brushRef="#br0" timeOffset="1560">2274 150 10108,'-14'0'521,"0"0"0,0 0-326,-7 0 0,-1 0-27,1 0 0,5 0-11,-6 0 0,6 2 26,-12 5 0,4-2-105,3 9 0,-1 0 107,1 7 1,2 8-47,5-1 0,-2 0-6,9-6 0,-8 6 2,8 0 0,0 1-16,7-8 0,3 0-119,4 0 0,4-6 100,11-1 0,6-10-82,0 4 0,10-6-158,-2-2 0,1 0 54,-1 0 0,2 0 121,-10 0 1,0 0-361,-7 0 0,1 0-1087,-1 0 409,-9-10 301,7 8 0,-17-10-237,5 5 71,-5 5 868,-2-8 0,-28 10 0,-7 0 0</inkml:trace>
  <inkml:trace contextRef="#ctx0" brushRef="#br0" timeOffset="1885">2699 320 7817,'0'-12'1220,"0"0"-575,0 5 98,0 5 79,0-8-456,0 10 1,3 0-121,4 0 0,-2 0-123,9 0 1,0 0-118,7 0 1,1 0-11,-1 0 0,2 0-223,6 0 0,-6 0-42,6 0 0,-3 0-246,2 0 0,-12 0 0,6 0 0,-6 2-95,6 6 1,-8-6-913,0 5 1522,-9-5 0,4-11 0,-9-3 0</inkml:trace>
  <inkml:trace contextRef="#ctx0" brushRef="#br0" timeOffset="2185">3528 86 7886,'12'0'1249,"-2"0"396,-10-10-549,9 8-31,-7-7-169,8 9 126,-10 0-676,0 0 1,-3 9 58,-4 5 0,5-2-163,-5 2 1,-3 3-77,3 11 1,-2-4-1,2 4 0,2-2-48,-9 2 1,9-4-133,-2 4 1,5-2-26,2 3 1,-7-6-292,0 6 1,0-6-132,7-2 0,0 1-372,0-1 1,0-7-964,0 0-96,0-9-195,0 4 2087,0-9 0,28-104 0,-10 40 0,-1-1 0</inkml:trace>
  <inkml:trace contextRef="#ctx0" brushRef="#br0" timeOffset="2476">3592 22 11937,'10'12'2007,"1"7"-1683,11-5 0,1-2-132,6 2 1,-6 0-48,5 7 0,-4-2-81,-3-5 0,8 10 14,-1-10 0,0 10-129,-6-10 1,-4 5 110,-3 2 1,1 0-161,-9 1 1,7-1 110,-6 0 0,-1 0 42,-7 1 0,-3-1-16,-4 0 0,-5-7-6,-9 0 0,-3-6 18,-4 6 0,-3-10-67,-4 4 1,-3-6-144,10-2 0,-10 7-53,3 0 0,2 0-795,-3-7-1069,10 0 517,-4 0 93,8 0 1468,11 0 0,67-9 0,27-3 0</inkml:trace>
  <inkml:trace contextRef="#ctx0" brushRef="#br0" timeOffset="2794">4336 341 7833,'-21'0'512,"-1"0"139,1 0 1,7 0-186,0 0 1,7 0 546,-7 0-273,9 0-304,-5 0 0,13 0-56,4 0 0,5 0-145,9 0 0,2 0-50,6 0 1,-3 0-56,9 0 1,-6 0-140,6 0 1,-9 0-15,2 0 0,-4 0-215,-3 0 1,0 0-44,1 0 1,-8 0-214,0 0 1,-7 0-798,7 0 131,-9 0-103,4 0 769,-9 0 0,-9 0-260,-5 0 754,4 0 0,-65 9 0,-8 3 0</inkml:trace>
  <inkml:trace contextRef="#ctx0" brushRef="#br0" timeOffset="3335">5143 43 10972,'-11'0'2706,"1"0"-1847,1 0 16,6 0-610,-6 10 1,7-1-51,-6 5 1,6 5 14,-5-5 0,5 5-27,2 3 0,-3-6-60,-4 5 0,3-4-85,-11 11 0,8-2-37,-7 3 0,9-6-223,-2 6 0,-2-6 89,2-2 0,0 1-406,7-1 217,0 0 0,9-2 70,5-5 0,5 3-33,2-10 0,8 0 86,-1-7 1,8 0 22,-8 0 0,7 0-18,-6 0 0,6 0-102,-7 0 0,1-2-327,-8-6 1,0 6-219,0-5-183,1-5 1,-3 7 26,-5-9 977,-5 10 0,-75-34 0,-17 2 0</inkml:trace>
  <inkml:trace contextRef="#ctx0" brushRef="#br0" timeOffset="3502">5080 341 7864,'0'-12'3932,"0"3"-2967,0-1-102,0 8-583,0-8-386,9 10 1,3 0 123,9 0 1,0-7-117,1 0 1,-1 0-1028,0 7 0,0 0 540,1 0 0,-1-2 585,0-5 0,-9-24 0,-3-14 0</inkml:trace>
  <inkml:trace contextRef="#ctx0" brushRef="#br0" timeOffset="3661">5080 22 9630,'11'-9'1094,"8"6"-682,-4-4 1,11 5 100,2 2 0,10 0-273,-3 0 0,5 0-158,3 0 0,-10 0-649,-5 0 0,-4 0 321,-3 0 246,0 0 0,-66 9 0,-16 3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6:39:37.818"/>
    </inkml:context>
    <inkml:brush xml:id="br0">
      <inkml:brushProperty name="width" value="0.08571" units="cm"/>
      <inkml:brushProperty name="height" value="0.08571" units="cm"/>
    </inkml:brush>
  </inkml:definitions>
  <inkml:trace contextRef="#ctx0" brushRef="#br0">149 150 7842,'0'11'778,"0"8"-288,0-16-243,0 16 0,0-15 391,0 10-113,0-9-289,0 5 1,0-8 141,0 5 96,0-5-265,0 8 72,0-10 129,0 0-406,0-10 0,3 8 40,4-5 0,-5-5-82,5-2-95,-5 5 47,-2-10 0,-2 16-114,-5-4 176,5 5 0,-10 2-54,5 0-7,4 0 30,-16 0 1,17 2 63,-5 5 50,5-4-38,2 16 1,0-15 13,0 10 9,0-9 35,9 5 14,3-10-15,9 0 0,-9 0-154,7 0-86,-17-10 0,8 5-1000,-10-9-94,0 10-537,0-6 611,0 10 1182,0 0 0,-29 28 0,-6 8 0</inkml:trace>
  <inkml:trace contextRef="#ctx0" brushRef="#br0" timeOffset="982">234 213 9324,'0'-11'887,"0"1"-908,0 10 134,0 0-102,10 0-34,-8 0-16,7 0-33,1 0-197,-8 0 15,8 0-348,-10 0-50,0 0 1,-48 19 0,-11 5 0</inkml:trace>
  <inkml:trace contextRef="#ctx0" brushRef="#br0" timeOffset="1532">170 213 7822,'0'-11'406,"0"1"439,0 1-502,0 6 1,0-8 241,0 3 303,0 6-278,0-7 135,0 9 107,0 0-826,-9 0 1,7 2 96,-5 5 1,2-2 30,-2 9 0,2 0-38,-9 7 1,9 1-155,-2-1 0,-2 0 48,1 0 0,-6 3-94,7 4 0,-2-4 75,2 4 1,4-4-108,-4-3 1,-2 0 11,2 1 1,0-8 56,7 0 1,-3-2-135,-4 2 95,5-5-194,-8-9-2,10 0-44,0-9 0,0-5 123,0-15 1,7 3-94,1-9 0,1 7 203,-2-8 0,3 1-25,4-8 0,5 1 79,-5-1 1,-2 3 53,2 5 0,0-3 443,7 10-271,0-1 0,1 10 397,-1 5-306,0 5 0,0 16 85,1 0 1,-8 12 37,0 2 1,-9 0-62,2 8 0,-5 4-67,-2 2 1,7-2-22,0 3 1,0-1 130,-7 8 0,0-3-162,0-5 1,7 3-2,1-10 0,1 8-30,-2-8 1,-5 7-115,6-6 1,1-1-10,-2-7 1,3-6-359,-3-1-718,-5-10 384,7 15-18,1-16 45,-8-3 0,8-12-488,-10-9 0,-3 6 224,-4 1 0,5 0-1085,-5-7 1947,-5 9 0,-57-45 0,23 28 0,0-1 0</inkml:trace>
  <inkml:trace contextRef="#ctx0" brushRef="#br0" timeOffset="1733">107 447 7822,'-10'-12'861,"5"-4"-317,-9 9 0,10-3 619,-3 3-342,4 5 8,3-8-548,0 10 1,3 0 122,4 0 1,4 0-340,11 0 0,-1 0 28,0 0 0,0 0-537,1 0 0,-1 0-38,0 0 0,0-2-379,1-5 1,-8 5-75,0-6-521,0 6 255,7 2 146,-9 0 1055,-2 0 0,-20 19 0,-2 5 0</inkml:trace>
  <inkml:trace contextRef="#ctx0" brushRef="#br0" timeOffset="2094">872 320 7802,'-22'0'539,"1"0"609,0 0-103,0 0-349,-1 0 24,11 0-514,-8 0 0,16-3 258,-4-4-288,5 5 1,11-8 31,6 10 0,3 0-21,4 0 1,6 0-36,0 0 1,10 0-113,-2 0 1,1 0 106,-1 0 0,4 0-152,-5 0 1,-2 0 35,3 0 1,-10 0-146,2 0 0,-4 0-294,-3 0 180,0 0-204,0 0-296,-9 0-216,-2 0-204,-10 0-567,0 0 1094,-10 0 621,-2 0 0,-28 10 0,-5 2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6:39:46.971"/>
    </inkml:context>
    <inkml:brush xml:id="br0">
      <inkml:brushProperty name="width" value="0.08571" units="cm"/>
      <inkml:brushProperty name="height" value="0.08571" units="cm"/>
      <inkml:brushProperty name="color" value="#E71224"/>
    </inkml:brush>
  </inkml:definitions>
  <inkml:trace contextRef="#ctx0" brushRef="#br0">162 298 7331,'-12'9'-1198,"-7"-4"1745,5 9 1120,4-9-656,-9 4-54,17-9-303,-7 0 85,9 0-128,0 0 1,9 0-337,5 0 0,5-2-122,2-5 1,10 5 12,4-5 1,3 4-1,-2 3 0,4 0-134,-5 0 1,-2-7 121,3 0 1,-10 0-148,2 7 1,-5 0-140,-1 0 0,-3-2-110,-5-5-142,5 4 302,-17-6 0,3 9-55,-19 0 1,-3 0 86,-18 0 0,-1 0-78,-6 0 1,-3 0 61,-5 0 0,3 0 2,-10 0 1,13 7-33,1 0 1,3 0-27,12-7 1,-1 2-387,8 5 230,0-4-17,9 6 0,14-2-9,20 0 1,1 0-261,13-7 1,-1 0 66,8 0 0,-1 0-63,0 0 1,-6 0 559,-1 0 0,20-28 0,11-7 0</inkml:trace>
  <inkml:trace contextRef="#ctx0" brushRef="#br0" timeOffset="657">1160 170 7918,'-14'0'-1260,"0"0"3427,0 0-932,2 0-719,-7 0 1,14 0 364,-9 0-206,9 0 191,-4 0-275,9 0 83,0 0-375,0 10 0,0-5-28,0 9 1,0-7-66,0 7 1,0 0 45,0 7 1,0 1-28,0-1 0,-7 0-48,0 0 1,-3 1-56,3-1 0,2 3 49,-9 4 0,7-5-110,-7 6 0,7-6 77,-7-1 0,9-1-173,-2 0 1,-2 0 33,1 1 0,1-8 122,7 0-321,-9-9 282,7 4 77,-8-9-211,10 0 1,0-9-184,0-5 0,7-5 94,0-3 1,7-1-145,-6-6 1,6 4 146,-7-11 1,9 8-81,-1-8 1,-4 1-67,3-8 1,-9 3-8,2 5 1,3-5 66,-3 4 1,0-1 99,-7 1 0,0 5 93,0 10 1,0 0-126,0 0 343,0 9-199,0 2 92,0 10 1,2 0 8,5 0 0,-2 10-55,9 4 1,-2-2 140,2 2 1,5-2-144,-5 2 1,5 5 9,2-5 0,1-2-57,-1 2 1,0-9-81,0 2 0,1 2-143,-1-2 1,-7 3-8,0-3 1,0-5-19,8 5 1,-8-4-658,0-3-876,0 0 217,7 0-719,-9 0 1278,-2 0 1020,-10 0 0,-76 9 0,-18 3 0</inkml:trace>
  <inkml:trace contextRef="#ctx0" brushRef="#br0" timeOffset="883">1033 362 7918,'-15'0'868,"1"0"1,7 0 520,-7 0-113,9 9-598,-4-7 0,18 8 243,6-10 0,6 0-399,7 0 1,-2 2 48,9 5 1,1-4-487,6 4 1,-6-5 71,-1-2 0,-2 0-391,3 0 0,-3 0 119,-5 0 0,-4 0-171,4 0-96,-4 0 0,-3 0-1651,0 0 288,-9 0-811,-3 0 1736,-9 0 820,-9 10 0,-78 11 0,29-5 0,0 1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556"/>
    </inkml:context>
    <inkml:brush xml:id="br0">
      <inkml:brushProperty name="width" value="0.05292" units="cm"/>
      <inkml:brushProperty name="height" value="0.05292" units="cm"/>
      <inkml:brushProperty name="color" value="#FF0000"/>
    </inkml:brush>
  </inkml:definitions>
  <inkml:trace contextRef="#ctx0" brushRef="#br0">32431 3440 8002,'0'-8'-22,"0"1"138,0 2 70,0 3 1,0-6 0,-1 4 562,-4-6-565,3 4 0,-4-7 0,4 5 66,-2 0-62,2 2-9,-11 0 0,5-1 0,-6-4 198,0 2-382,0 6 1,0-8-1,-2 4 186,-3-1-137,3 5 0,-6-9 0,3 4 0,-3-2 1,-2 1 234,0-2-193,1 4 1,-6-4 0,2 7-4,4 0 0,-6-2 0,2 0 1,-4 0 159,-1-1-228,-4 2 1,4 1 0,-6-1 2,-1 2 8,4 1 1,-4 2 0,4 0 0,0 0 0,0 0-93,4 0 34,1 0 0,8 0 1,1 2 69,1 3-43,4-4 0,-5 10 0,6-4 0,-3-1 0,-1 2 115,2 0-70,1 1 0,-3 4 0,-1-2 176,-3-2-181,6 1 1,-10-1-1,3 1 1,-1 1 0,1 1-47,6 3 12,-5-1 0,8-2 1,-4 0-98,3-3 91,2 1 0,1 4 1,2 0-1,1-1 1,1-2-30,1-2 10,-5 1 1,12-1 0,-5-1 21,-1-2 0,6 5 6,-6-9 493,7 4-365,0-6-18,0 0 0,0-6 1,0-4-1,0-2-13,0-2-108,0-1 1,0 1-1,0 0-42,0 0-104,0 6 1,0-5 0,0 4-710,0-4 511,0 5 526,0 2-140,-6 6 1,4 6 0,-2 4 0,2 4 0,1 3 567,-4 2-494,3 0 1,-4-5-1,6 1 279,0-1-478,0 0 1,0 0 0,1 0-1,6-1-403,7-3-434,0-4 0,13-1 0,-3-1-2088,3 0 3015,7-3 0,23-29 0,11-13 0,-17 12 0,0 0 0,0 0 0</inkml:trace>
  <inkml:trace contextRef="#ctx0" brushRef="#br0" timeOffset="1">30526 3597 8258,'0'-8'398,"2"2"1,1 4 255,1-3-136,1 4-210,-5-6-276,0 1 0,0 3 0,-1-5 214,-4 2-207,-3-5 0,-2 7 1,1-5-1,-2-2 1,-2 0 134,-1 1-148,0-2 0,-2 4 1,-1-6-12,-2-1 1,-2 0 0,4-3-1,-4-1 89,-1 2-83,5 1 1,-4 2 0,7 1 24,0 4 0,-5-4 0,0 5 53,2 0-92,1-4 1,1 9-1,1-5 9,0 1 1,-5 3 0,0 4 0,0-2 27,-1-3-23,-2 4 0,-7-6 1,1 6 10,-1-4 1,1 3-1,-1-2 1,3 2 47,2 2-54,-3 0 0,11 0 1,-3 0 25,3 0 1,2 0 0,0 0 40,0 0-63,6 0 0,-5 0-21,4 0 1,-4 0 0,-1 0-12,0 0 45,-1 6 0,1-4 0,0 3-33,0-4 1,3 1 0,-2 1-1,-3 2 22,0-2-13,7-1 1,-4-1 0,4 2-27,-4 2 1,1 1-1,1-2 80,1 0-64,1 7 1,-1-8-10,1 7 0,1-1 0,-3 4 0,1-2 26,-1-1-13,5-1 0,-5 1 1,4-1 48,0 2-82,-3-5 1,1 7-1,-1-3 1,-1 2-109,-2 2 127,6 1 0,-5-6 1,8 1-12,1 1 2,1-5 1,-3 7-40,1-4 75,-1 4-15,5-5 262,0-2 605,0-6-744,0 0 1,1-5 49,4 0-166,-3-6 0,4 3 1,-4-6-1,1-2 1,1-1-212,0-2 177,4 0 1,-7 0-80,4 0 1,-4 0-1,1 5-299,3 0-415,-4 6 761,6-5 0,-7 13 1,0 0 46,0 8 38,0 5 1,-2 1 0,-1 0 261,-2 1-189,0-1 1,5 0 0,0 0 0,0 0 456,0 1-489,-6-8 136,5 6-314,-6-5 1,9 0-323,3-3-34,2-4 0,8-2 0,-1-2-989,0-2 1445,0 0 0,23 7 0,10 2 0,4 0 0,-1 0 0</inkml:trace>
  <inkml:trace contextRef="#ctx0" brushRef="#br0" timeOffset="2">29076 3583 8043,'8'-8'131,"-2"0"0,-4 5 1,1-4 1240,1-1-978,1 5 1,-5-9-43,0 2 0,0-3-61,0-1-260,0 0 1,-1 5 0,-3-1-71,0-1 1,-7-2-1,1-1 1,-2 0-143,-3 0 210,1 0 0,-5-2 1,-1-2 43,-3-1-53,0-6 1,-6 5-1,1-6 1,-1 3-1,1-1 42,0 2-29,-1-5 1,1 11 0,-1-3-14,1 3 0,-1 2 0,3 0 1,0 1-1,3 2 1,-1 3 83,2 2-131,-5-5 1,11 9 0,-3-2 76,3 2-59,2-4 1,-2 4-1,-1-3 1,-2 4-1,0 1-1,-1 0 14,4 0 0,-11 0 0,3 0 7,-3 0-39,-1 0 0,-1 0 0,3 0 1,-1 1-1,1 3-13,1 0 5,-5 7 0,14-7 0,-3 3-440,4 0 499,0 4 1,1-3 0,0 4 0,0-1 0,0-1 318,-1 1-345,1 8 1,1-6 0,2 4 61,2 0-39,-1 1 1,-4-3-1,0 3 1,0 1-1,0 0 86,-1 1-88,1-4 1,0 11 0,0-5 67,-1 0-40,1 5 1,5-11-1,-1 4 1,1-1-1,-1 0 31,1-1-26,6-9 0,-8 4 36,6-4 26,0-2 545,5-1-568,0-6 1,0-2 353,0-2-457,0-4 0,6-7 0,2 1 0,2 0 0,-1 0-95,2 0 135,-4-7 0,5 4 0,-2-5-450,2 1 382,-4 2 1,3 5-1,-4-2 1,-1-1-219,0-2 68,5 0 1,-9 9-531,3 1-61,-4 6 683,-1-4 1,-1 18 0,-2 4-98,-2 0 411,-6 1 1,8 3 0,-5 0 396,1-2-510,3-1 1,-1-1 0,0-1-1,2 0 1,1 0 180,2 0-342,0 1 0,2-3 0,1-1 165,2-1-511,12-1 0,-7 1 1,10-2-1,1-2 405,3-3 0,47-39 0,-29 12 0,-1 0 0</inkml:trace>
  <inkml:trace contextRef="#ctx0" brushRef="#br0" timeOffset="3">27611 3696 8279,'0'-8'547,"0"0"1,0 4-1,0-6-28,0-2-457,0 4 1,0-5 0,0 4 0,0-4 0,-1-1 0,-2 0 0,-4-2 373,-1-3-402,-1 3 1,-5-9 0,-1 4-1,1-1 1,-2-3-30,-3-2 0,-3-6 0,-6 0 0,-1-1-88,1 0 91,0 4 1,-6-10 0,1 7-38,2 1 1,-1 7 0,2 3-1,0 3-76,3 6 62,2-1 1,1 13 0,2-4-35,2 3-12,-6 2 0,9 0 0,-7 0 0,-1 0 0,-4 2-292,-4 3 350,3-4 0,-11 7 0,5-5-24,0 2 47,-6 0 0,6-1 0,-5 3 0,2-1 0,2 2 63,2 0-72,2 1 0,0 6 1,2-1 9,4 0 0,0 2 0,6 1 0,1 4 68,-1 1-32,2-5 0,5 9 1,0-6 30,0 2 1,-1-3 0,1 3 0,0-1 65,0-4-19,0 5 0,-2-6 0,-2 5 23,-1-1 1,-1-4 0,2 3-33,0-3-232,-1-2 246,4 0-168,7-6 672,2-2-318,6-6 0,0-1 175,0-4-436,0-3 0,0-6 1,0 0-1,0-1 1,0 0-272,0-4 271,0 3 0,5-9 0,0 6-222,-2 1 0,-2 3 0,-1 0-729,0 1 183,0 0 545,0 6 0,0 8 0,0 9 0,-1 4 204,-4 1 214,3 7 1,-4-4 0,6 5-117,0-1 1,0-2 0,0-5 0,0 0 90,0 0-149,0 1 0,2-3 1,1-1-410,2-1 1,6-7-1,-2 2-864,4-4 1215,1-1 0,38-31 0,10-9 0</inkml:trace>
  <inkml:trace contextRef="#ctx0" brushRef="#br0" timeOffset="4">25891 3725 8293,'0'-15'230,"0"8"0,0-6 0,0 3 0,0-2 1068,0-2-1118,0-1 1,0 6 0,0-1 0,0-1 0,-2-1 0,-1-2 627,-2-1-792,1 1 1,2 0 0,-1 0 0,-3-2 0,-2-1 55,-3-2 0,-2-5 1,-3 3-1,-1-1-311,-2-3 100,-6-2 1,-4-6 0,-9 0-12,-3 1 1,2 2-1,-1 2 1,-1 1-30,2 3 140,-1 4 0,-1 7 0,2 2-3,1 1 0,5 7 1,-4-1-1,1 2-70,0 2 24,-2 0 0,-5 0 0,0 0-32,1 0 0,-1 0 1,2 0-1,1 0-229,3 0 288,5 0 0,-3 0 1,5 0-20,-3 0 1,8 5-1,-4 1 1,1 2 244,-4 3-187,9-5 0,-11 7 0,11-2 124,-4 6 0,-3-1 1,-2 3-1,-1-2 188,1 2-225,2-3 0,2 10 1,0-6 6,-1 2 1,1-4 0,1 2 0,3-1 69,5 0-137,3 0 1,-3-5 0,2 0-1,4 1 1,-1-1-1,6 0 1,-1 0-142,-1 0 171,7 1 0,-8-6 0,5 1 43,-2 1 0,5-3 0,-4-1 77,1 0 140,5-2 406,-6-5 0,7-2 472,0-3-1059,0 4 0,0-17 0,0 4-182,0-2 1,-5-1-1,1 0 1,1-2 62,1 1-379,2 2 0,-5 7-991,1-1 304,-1 1 922,5 1 0,0 3 0,0 10 280,0 5 1,0 2 0,0 2 496,0 1-385,0-1 1,0 0-17,0 0 0,1-1 0,3-2-42,0-2 2,1-5-204,-5 8 1,6-10-529,4 3-214,-4-4 0,7-1-29,-4 0 0,9 0 0,2 0 788,2 0 0,53 0 0,-30 0 0,1 0 0</inkml:trace>
  <inkml:trace contextRef="#ctx0" brushRef="#br0" timeOffset="5">10507 6426 8013,'7'-8'726,"-6"0"0,4 3 1,-3-4 845,-2-4-1337,0 5 1,-7 2-1,-2 6 1,-4 0-1,-1 0 1,0 0 0,-2 2 568,-3 2-679,3 4 1,-4 8 0,5 1-1,1 4 1,0 1 504,0 3-434,0 8 1,4-1 0,2 4 0,0 1 0,2-1 359,0 4-464,1 1 1,5-4 0,1 0-245,4-2 70,3-2 0,11-5 0,2-1 1,2-5-1,6-6-162,2-5 253,9-8 0,-9 3 0,6-7 72,-3-4 1,4-7 0,-6-9-1,-4-1 467,-2-3-476,-9-2 0,4-2 0,-7 1 519,0-1-360,-6-5 0,-2 4 1,-6-3-1,-1 2 1,-4 3 175,-5 0-503,-8-1 1,0 2 0,-6 4-676,-1 4 655,-8 9 0,3-1 0,-3 6 1,3 2-1,1 2-592,1 1 273,6 6 1,-3 2 0,4 8-273,-1 3 1,4-2-1,1 5 1,4 0-2134,4 0 2112,6-4 1,-2 2-1,10-7 728,4-4 0,36-9 0,8-8 0</inkml:trace>
  <inkml:trace contextRef="#ctx0" brushRef="#br0" timeOffset="6">11460 6383 8043,'0'-14'332,"5"0"0,-1 0 1,0-1-1,-3 1 879,-1 0-919,0 6 0,0 0 0,-1 5 0,-4-2 1,-5 2-1,-2 1 0,-2 4 978,-1 3-1270,1 3 0,0 6 0,-2 2 1,-3 3-1,-3 4 205,0 4-178,-5 8 0,11 1 0,-3 7 0,3 0 0,2 1-118,0 3 110,6-3 0,2 5 0,6-6-10,0 0 1,1-1 0,4 1 0,5-2 249,2-3-231,2-3 0,1-7 0,-1-1-37,0-3-64,0-4 0,5-7 0,0-2 0,0-3 0,0-2-1453,0-3 998,0-1 1,-5-2 0,1-2-1725,-1-2 1805,6 2 0,-6-11 0,2 4 447,-5-4 0,-8-64 0,1 30 0,-1 1 0</inkml:trace>
  <inkml:trace contextRef="#ctx0" brushRef="#br0" timeOffset="7">11687 6525 8043,'10'0'1205,"-2"2"-325,-2 3 1,-1 3-1,-5 7 1091,0 4-1665,0-3 1,0 9 0,-2-4-1,-1 1 1,-2 3 704,2 2-987,2 2 1,-1-1-1,-1-1-141,-2-3 0,0 1 1,4-6-1,-2-2-190,-2-1-2712,0-2 90,5 0 2087,0-6 0,0-3 1,0-10 841,0-4 0,-6-10 0,4-8 0,-2-6 0,2 1 0,2 1 0,0-1 0,0 0 0,0 6-307,-6-3 0,4 7 0,-4-5 2022,-1 4-1093,6 2 0,-5 5 0,4 0 0,-1 1 1348,-2 2-1741,0 8 0,13-6 0,5 6 252,4 2-248,2 2 1,2 2 0,2 2 0,4 4 0,2 1 472,-1 3-620,-6 1 1,5 3 0,-5-1-59,0 0 0,-1 0 1,-7 2-1,0 1 72,1 2-79,-8 0 0,0 2 1,-7 1 190,0 0-167,-7 5 1,-2-5 0,-12 6 0,-5 2 0,-8 0 47,-2-1-291,-2 2 0,0-10 0,2 3-472,1-5 361,2 3 0,6-11 0,3 1 0,5-4-466,4-4 675,7-3 1,1-2-1,9-4-156,3-5 1,4-2 0,10-3 0,5 0-1178,3-4 1215,8 3 0,-4-6 1,5 4-319,-1-1 481,5-6 0,-9 9 1,6-3-1,-3 2 0,-4 0-96,-4-2 130,1 0 1,-7 5 0,4 1 260,-5 3 239,-10-2 0,-1 9 1398,-3-7-1370,-4 7 0,4-3-31,-10 6 1,4 6 0,-4 4 490,4 2-777,1 2 1,0 1 0,0-1 378,0 0-473,0 0 0,0 0 0,0 2 0,0 2 0,0 1-703,0-2 388,0-8 0,0 4 1,1-3-1063,4 2 1043,3-4 0,6-2 0,2-6 0,1 0 0,4-1-1054,1-4 1054,1-9 1,7-7 0,2-4-509,1 1 751,0 1 0,-4-6 0,-1 1 1,-1 1-1,-2 2 150,-1 1 69,-6 7 0,2 1 1,-6 8 72,0 2-93,1 1 1,-6 5-1,1 1 294,1 4-398,-5 3 0,5 2 132,-6-1-208,0-6 199,-5 10-135,0-12 0,-2 6 340,-3-7-415,4 0 0,-12 0 0,4 0 0,-4 0 0,-1 1 70,-1 4-90,-5-3 0,4 6 0,-4-5-5,-1 1 0,5 6 1,-4-4-1,1 2-315,0 3 307,0 2 1,6 1-1,2 0-321,2 0 263,-1 1 1,2-4 0,4 1-1,4 4-309,4 0 353,4 0 1,8-7-1,1-1 100,2-2-87,7-1 0,-4-5 1,6-1-1,1-3 0,-3-2-77,-2-2 225,3-1 1,-11-5 0,3-1-46,-3 1 87,-9 0 0,1 0 0,-4-1 1,0 1 445,-1 0-1,-1 6 89,-2-5-872,0 12 0,-5-4 1,-1 8-1,0 4-69,-1 1 254,3 1 0,4 5 0,0 0-305,0 1 236,0-1 0,1-5 1,4 1-1,4-1 1,6-1-984,4-3 812,-4-3 1,12-2-1,-5 0-470,0 0 639,5-7 0,-9-2 0,4-9 0,-2-1 0,-2 0-261,-3-1 756,0 4 0,-3-4 1,-2 5-97,-5 1 414,-4 6 0,-1 0 20,0 4-500,0 8 1,0-2 0,0 12 437,0 0-518,0 1 1,-5 4-1,1-1 1,1 0-1,1-1 202,2 2-384,0-3 0,-5 5-925,0-7 73,1-6 170,4 4 518,0-10 1,0-2 0,0-10-478,0-2 572,0-2 0,4-2 1,3-2-1,-1-1 0,2 0-94,0-1 235,-5 4 0,10-3 1,-4 8 85,4 2-111,-5 5 0,4-7 1,-2 7-1,2 1 0,1 3 95,-3 4 20,2-2 0,-5 10 0,4-2 69,-2 3-209,-6 1 0,4 2 1,-6-1-1,2 1 1,2-3-852,-2-1 342,-1 1 0,-2-3-454,0-1 796,0-6 0,1 7 1,4-10-301,5-7 350,2-4 1,2-8-1,1 0 471,-1 2-298,0 1 1,0 2-1,1 0 1,-1 1 493,0 4-515,0 2 1,0 7 122,1 0-129,-8 0 1,5 2-1,-6 3 1,0 4 0,1 4 322,-4 1-477,5 0 0,-1 0 109,8 1-261,-1-7 1,-5 3-1,1-7 1,2 0-1,4-3-573,3-1 670,0-6 0,0 3 0,2-7 138,1-1 0,-5-3 1,1-4-1,-6 0 13,-2 0 201,-7 9 0,3-4 0,-6 4 56,0-4-51,0 5 0,0 0-683,0 3 380,-6 4 0,3 1 0,-5 9 80,1 4 64,-4 1 0,10 0 0,-4 2 1,4 2-1,1 0 330,0 0-333,0-2 0,0-2 0,1 0-33,4 0-70,3 1 0,8-6 0,1-1 0,5-2 0,3-3-296,5-1 371,2-8 1,-4-4 0,1-7 83,-1-2-201,-6 0 1,0-2 0,-4-2 0,1-6 0,-3-2-403,-5-3 361,1 1 1,-10 3-1,3-1 180,-4-2 68,-1-1 0,0 12 0,0 3 0,-1 5 316,-4 5-419,3 2 1,-6 7 0,5 2-30,-2 3 28,-6 2 1,8 9 0,-5 3 0,2 3 0,1 2 1408,-1 0-994,4-1 1,-4 4 0,6-3 834,0-5-1066,-6 3 0,4-5 0,-3 6 1,4-3-1,1-3 120,0-1-237,0-2 0,6-1 0,2-2-530,0-1 268,11-7 0,-10 5 0,10-5 0,-1 2 0,-1-4-886,2-4 864,0 1 0,0-10 0,2 1-474,1-7 523,1 3 0,1-12 0,-2 3 0,0-1 0,-1-1-455,-1 3 900,-1 5 1,-6-7 165,-4 6-362,-2 0 0,-7 10 0,-2 1 161,-3 2-422,-2 1 0,-9 6 0,-2 4 246,-1 5 0,0 4 0,5 3 0,0 4 90,0 1-61,6-5 1,-3 8 0,6-6 237,2-1-230,1-2 0,-2-1 0,-1 3 0,3 1 239,5-2-447,5-1 0,2-7 1,1-1 210,5-1-244,-2-3 1,8-4-1,-3-1 1,3-4 0,2-4-128,-1-4 169,1-1 0,5-2 0,-1-3-115,0-5 0,-1 4 0,-3-1 1,-5 2 401,-3 0-82,-2 7 0,-6-1-137,-3 3 787,-4 4-629,-1 0-282,-6 6 1,3 1-183,-7 4 464,7-3 1,-5 10 0,5-2 0,-2 3 681,2 1-706,2 0 1,-4-5 0,0 1-4,2 1 0,1-3 0,2 1 99,0 2-195,0-4 1,0 1 134,0-4 613,0-2-788,0 4-103,0-12 0,0-2 1,2-6-845,3 0 776,-4-1 0,13-4 0,-1 0 0,6 2 0,3 1-778,3 2 844,-4 0 1,6 0-1,-3 1 10,2 4-95,-3-4 1,2 11-1,-6-2 1,-2 2 0,-1 2-842,-2 0-2276,-6 0 3329,-2 0 0,-63-25 0,-14-7 0</inkml:trace>
  <inkml:trace contextRef="#ctx0" brushRef="#br0" timeOffset="8">13763 6582 10967,'21'0'428,"-4"-5"1,7-1 0,3 0-591,4 0 1,-1-6 0,3 5 0,-4-1-3208,-5 3 2063,2 3 1306,-10-4 0,-14-2 0,-12-6 0</inkml:trace>
  <inkml:trace contextRef="#ctx0" brushRef="#br0" timeOffset="9">14972 6468 7887,'-8'-14'469,"2"6"1,6-4 0,0 2 927,0-2-1074,0 4 1,1-3 0,4 6 0,4 2 776,4 1-920,1 2 0,0 5 0,-1 1 1,-2 2-1,-1 3 0,-1 3 1161,-1 5-1117,-2-3 1,-1 13 0,0-3-1,-2 6 1,-2 1 760,-1 2-623,0 1 1,-6 2 0,-3 0 316,-4 2-712,5-6 1,-9 3-1,3-6 1,-2 1-1,0-4 256,2-2-533,0-9 1,-1 3 218,1-5-895,6-7-688,-4-2-91,10-6 38,-4-6 1044,6 4 0,1-11 0,4 5 1,4-1 682,4 0 0,33-39 0,-19 17 0,0 1 0</inkml:trace>
  <inkml:trace contextRef="#ctx0" brushRef="#br0" timeOffset="10">15142 6653 7937,'-4'-9'203,"-3"1"504,-1 2-285,5 1 0,-9 0 0,2 0 33,-3 2 1,4 2-1,0 2 1,-3 2 143,0 2-542,4 6 1,-5-5-1,4 6 20,-4-3 1,1 5 0,0 5 0,3-1 419,-2-3-459,5 6 1,-2-5-1,5 3 255,-2-4-388,0 0 0,5-1 1,0 0-1,2 0 1,2-1-354,6-4 376,3-2 0,2-7 0,3 0 98,1 0 1,6-2 0,-3-4 0,2-7 51,-1-4 109,1-2 1,-2 5-1,-4-2 136,-7-3 0,0 3 0,-7-3 0,0 3 864,-3 2-973,-1-6 1,-6 4 0,-4-3-192,-2 3 1,-9 2 0,-1 0-1,-2 1-645,1 4 434,5 2 0,-7 7 0,6 2-79,2 3 1,1 2 0,2 8 0,0-1-980,-1 0 975,7 0 0,2 5 1,6 0 102,0-1 0,2-3 0,2-2 1,6-2 157,3-1 167,7-1 0,-3-1 0,9-3-111,4-4 1,-2-1 0,5-1-1,-3-4 123,-1-5-22,-7 4 0,0-7 1,-5 4 34,2-4 1,0-1 0,-4 0 0,-1 0 506,0 0-553,-6-1 0,4 1 0,-4 0-45,0 0 1,-1-1 0,-7 1-215,0 0 301,0 0-82,0 6-593,0 2-71,0 6-7,0 0 413,-7 0 211,6 0-14,-6 0 101,7 0 73,0-7 1,0 4 22,0-6 1,0 4 0,0-5 101,0-1-224,0 5-60,0-7 1,-1 7-1,-2-5 2,-2 2-37,0 5-309,-1-2 1,-2 8-224,-6 2 873,6 4 0,2 11 1,4 2-16,-3 1 1,4 2 0,-4 4 0,3 0 682,2 1-804,0-1 1,0 1 0,0 1-28,0 3 0,2-2 0,1 6 0,2-2-184,-2-4-33,-1 5 0,2-5 0,1 2-100,-2-3 1,0-2 0,0 1 0,2-1-339,-2 0 366,-1 1 1,-2-2-1,2-2 25,2-1 1,-2-5 0,3 3 0,-4-2-263,-1-2 182,0-9 0,2 2-200,2-6 0,0 0-35,5-5 540,-6 0 1,10-5 0,-4-1-98,4-2 1,1-3 0,0-7 0,2-2 6,3-2-204,-3-2 1,5-4 0,-7-1 26,0 1 0,-1 2 0,-2 1 1,-3-2 325,-2 2-291,-1 0 1,-12 1 0,-2 2-177,-4 1 1,-7 2-1,-4 5 1,-3 2-765,-1 2 816,6 4 0,-4 6 0,7 0-111,2 0 1,1 1 0,2 2-1,1 4-823,4 1 142,3-5 0,7 9 314,4-2 1,9-4 0,10-1 679,3-3 0,20-18 0,10-6 0,4-2 0,1 0 0</inkml:trace>
  <inkml:trace contextRef="#ctx0" brushRef="#br0" timeOffset="11">16010 6639 10360,'8'0'4836,"-2"0"-4180,-6 0-300,0 6 1,0-2 0,0 5-1,0 2 1,0 2 0,0 1-1,0 0 98,0 0 0,0 2 1,0 2-1,0 0-376,0 0-82,0-2 0,0-2 0,0 0-355,0 0 1,0 1-787,0-1 505,0 0 103,0-6 606,0-2 235,0-6-267,0-6 0,0-2 0,0-6-82,0 0 0,0-5 0,0-2 0,0-1-510,0-3 423,0 4 0,0-4 1,0 6-7,0 2 1,0 1 0,0 2-204,0-1-317,0 1 1,6 6 679,4 3 1,4 10 0,3 6-1,4 5 607,1 3-86,-5 6 0,5-7 0,-3 5-34,5 3 1,-3-6 0,-1 1 0,-1-2 445,0 0-765,0 0 1,-5-7-1,0-2-115,1-6 0,-6-2 0,1-2 463,1 0-449,-5 0 1,5-6-1,-6-5-139,-2-7 0,3 1 0,-1-7 0,-2-1-342,-1-2 222,-2-1 1,0-1 0,0 1-194,0-1 1,0 7-1,-2 3-654,-3 3-1825,4 9 1741,-6-6 1,7 18-1,0 1 1,0 8 1100,0 5 0,7 32 0,1 2 0</inkml:trace>
  <inkml:trace contextRef="#ctx0" brushRef="#br0" timeOffset="12">16877 6468 7929,'0'-14'743,"0"0"1,-2 1-1,-1 2-21,-2 2 1342,1 6 1,2-5-983,-3 3 0,4 5-807,-4 0 1,3 8-1,2 11 1,-1 5 855,-4 2-811,4 9 0,-12-2 0,3 7 1,-2 1-1,-2-2 1250,-1 3-1387,1-1 0,-2 6 0,-1 2 543,-2 1-657,0-4 1,0 3 0,0-8-1,0-1 1,0-4 216,0-1-260,7-2 0,-1-11 0,5-3-384,0-3-175,2-2-1958,6-6 1006,0-2 1,0-7-1,1-2-2127,4-2 3013,3-6 0,8 8 0,1-7-380,2-1 1,5-6 0,-4-2-1,1 0-500,0-2 1479,-2-1 0,1-31 0,2-8 0</inkml:trace>
  <inkml:trace contextRef="#ctx0" brushRef="#br0" timeOffset="13">16848 6824 7882,'10'-14'-1427,"-1"-1"2344,2 1 0,-3 2 1,0 1 1980,-1 1-1481,-3 7-898,-4-3 1,0 7 0,0 4 0,0 4 343,0 4-600,0 8 0,0-4 0,0 5 287,0-1 0,0 2 1,0-2-1,0-1-529,0 1-28,0-2 0,0-5 0,0 0-308,0 0 0,0 1 1,2-3-1,3-1-1549,4-1 1486,4-7 0,1 3 0,2-7 57,3-4 0,-2-3 0,5-8 0,0-1-37,0-2 522,-4-6 0,2 3 0,-5-5 128,-1 3 1,-6 2 0,-4 5 545,-2-2 137,-2 6-834,0 0 1,-2 12-1,-1-2-559,-1 6 390,-1 5 1,0 6-1,0 2 37,2 3 1,2-4 0,2 6 0,2-2-16,2 0-52,6-6 1,2-1 0,7-2-25,2 2 1,1-4-1,2-3 1,-1-4 8,1-1 285,8 0 0,-5-6 1,2-5 13,-4-6 0,-9 1 0,0-5 0,-4 1 482,-3-4-538,-7 4 0,3-6 0,-6 6-36,0-2 1,-6 4-1,-4-1-528,-2 4 56,-3 7 1,1 1-1,0 7-552,0 0 1,4 0-1,2 2 1,2 3-2714,3 4 3022,1-3 1,2 7 0,0-3-260,0 2 1,7-2 0,4-2 839,6-2 0,37-14 0,14-8 0</inkml:trace>
  <inkml:trace contextRef="#ctx0" brushRef="#br0" timeOffset="14">17801 6397 7864,'0'-14'197,"0"6"1,0-4 1343,0 2-626,6-2 1,-4 2 1406,3 1-1816,3-1 1,-5 2-81,6 3 0,1 4 1,4 1 436,0 0-697,0 0 0,-4 0 0,-1 1 455,2 4-428,-4 3 1,4 6-1,-5 2 1,0 1 0,2 6 1554,0 3-1442,-5 0 0,4 10 0,-7-3 669,0 5-673,0 3 1,0 2-1,-2 0 1,-3-1-1,-3 1 1041,1-1-1049,-6 1 1,3-2 0,-7-1 233,-2-2-384,0-7 0,5-1 1,0-6-1,-2 1 0,-1 0 527,-2-1-613,0-3 1,4-7 0,1 0-59,0 0 0,0-6 0,0-1 0,-1-1 0,7-5 0,1 6 0,2-7 0,3-2 0,-3-3 0,4 4 0,2-5 0,4 6 0,-3 0 0,4 0 0,-6 0 0,0 0-2160,0-7 854,0 6-2038,0-6 1168,0 7 0,0-6-748,0-4-1108,0-2 4032,0 4 0,38-49 0,9-6 0</inkml:trace>
  <inkml:trace contextRef="#ctx0" brushRef="#br0" timeOffset="15">17602 7535 16849,'-6'-29'-1626,"-1"6"0,-4 0 1361,2 3 1,4 1 0,-3 5 0,2 0 459,3-1-90,1 7 0,5 2 1,5 6-1,8 2 1,6 2 42,8 6 0,5 3 0,9 1 1,4 2 23,4 3-43,3 3 1,7 6 0,1 0-145,1 1 0,3 6 1,4 3-1,-35-18 1,-1 1 302,1 0 0,-1 0-232,30 22 1,-31-21-1,0 0 1,29 26 165,-30-23 1,-1 2-156,28 22 0,-3 1 0,-10-4 1,-3 3-1,-1 2-237,0 2 73,-7-4 0,3 0 1,-4-6 51,2-1 1,-4 1-1,1 0 1,-2-1-279,-5 1 236,-8 0 1,6 1 0,-7 2-9,-6 1 1,1 1 0,-8-6-1,-2 1-466,-2-1 481,-1 7 1,0-4-1,0 2 77,0-3 0,0-6 1,0 0-1,0 2-82,0 1 52,-6-5 0,-2 3 0,-8-5 163,-3-3 0,0 1 0,-8-1 0,-3 3 289,0-3-305,0-1 0,-4-1 0,-3 1 403,1 3-392,-5-3 0,11 0 0,-2-6 0,7-1 0,5 1 300,-1 0-388,11-7 0,-7 4 349,12-7-540,1 0 0,4-8 247,0-6-306,0-6 1,0-8-1,0 0 15,0-1 0,0-5 0,0-2 0,0-2-654,0 0 627,6 7 0,-4-8 1,2 6 77,-2 1 0,-2 3-356,0 0-240,0 1 850,0 6 1,0 3-1,-2 10 1,-1 5 387,-2 2-322,-6 3 0,8-1 0,-5 2-107,2 2 0,-4-2 0,6 5 0,1-2-389,1 0 308,2 0 0,0-5 107,0 0 0,6-6 0,4-3 0,4-4 878,5-1-669,-3 0 0,11-1 1,-4-4-96,4-4 1,-3 1 0,-2-2 0,-1 1 379,-4 1-410,-1-5 0,-7 10 1,1-5-125,1 2 1,-3 1-1,1 5 1,2 0-343,2 0 229,7 6 1,-2 2 0,7 8-2102,5 3 2088,-2 9 1,15 15 0,6 8-1,1 5 1,0 1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572"/>
    </inkml:context>
    <inkml:brush xml:id="br0">
      <inkml:brushProperty name="width" value="0.05292" units="cm"/>
      <inkml:brushProperty name="height" value="0.05292" units="cm"/>
      <inkml:brushProperty name="color" value="#FF0000"/>
    </inkml:brush>
  </inkml:definitions>
  <inkml:trace contextRef="#ctx0" brushRef="#br0">4906 4791 7712,'0'-8'384,"0"0"214,0 3-119,0-2 0,-2-1 0,-1 1 0,-4 3 1524,0-1-799,3-6-543,-2 9-549,6-4 0,2 6 61,2 0 0,4 0 0,7 0 0,-1 0 322,0 0-436,0 6 1,0-3 0,1 7-22,-1 1 0,5-3 0,0 0 1,-2 0-275,-1-1 179,-2 3 1,5-1-42,0 1 1,0-2 0,-5 3 0,0-3-442,1-2 204,-7-1 157,4 1 0,-9-4-23,7 2 120,-7-8 0,2 1 0,-8-7 37,-2-1 0,-1-2 0,2-1 0,0 0-44,0 0 238,-3 0 1,5-1-68,-3 1 0,2 0 0,0 0 33,-2-1 88,0 8-35,5 0 0,2 7 347,3 0-386,-4 0 0,10 7 90,-6 2 1,0 4 0,-5 1 0,-2 0 70,-2 0-234,2 1 0,-9-1 0,5 0-265,-2 0 0,0 0 1,-3 1-1,1-3-1147,-1-2 328,-1 2 1,-1-9-1,2 5-653,1-1 0,6 2 1680,-6-4 0,20-7 0,-1-6 0</inkml:trace>
  <inkml:trace contextRef="#ctx0" brushRef="#br0" timeOffset="1">5531 4763 7219,'8'-15'1279,"0"6"1822,-3-1-1578,-4 7-505,6-3-762,-7 12 1,0 2 0,0 6 0,1 0 0,2 2 10,2 3 1,0-3 0,-5 5 0,0-2 114,0-1-355,0 8 0,0-10 0,0 3-78,0-4 0,0 0 1,0-1-1,0 0-291,0 0-1787,0 0-1757,0 1 1494,0-1 1723,0-6 1,0-4 668,0-8 0,0-4 0,19-63 0,-7 28 0,-1 0 0</inkml:trace>
  <inkml:trace contextRef="#ctx0" brushRef="#br0" timeOffset="2">5759 4777 7707,'14'-7'222,"-6"6"1,3-7 1461,-6 3-815,-1 4-264,-4-6 0,0 9 356,0 3-776,0 3 0,-1 1 1,-2 2 290,-2 5-410,-6-2 1,9 8 0,-4-4 0,1 0-1,0 1 166,2 2-140,2-5 1,1 4 0,0-5-169,0-1 0,1 0 1,4-1-1,4-2-60,4-2 330,1-6 1,0 4 0,1-7 278,-1 0 0,0-7 0,0-2 0,1-4 707,-1-1-1027,0-7 1,-1-1-1,-4-5-86,-4 4 1,1-4 0,-1 5-1,-2-2-470,-1 0 412,-2 7 1,-7-2-1,-2 8-507,-4 2 0,-3 5 0,-1 0 0,-3 2-2219,-3 2 2152,6 0 1,-5 6 0,5 4-429,-2 2 1,1 3-1,7-1 1,2 0 992,-2 0 0,11 20 0,1 3 0</inkml:trace>
  <inkml:trace contextRef="#ctx0" brushRef="#br0" timeOffset="3">4095 8388 7703,'-8'8'-519,"-4"-2"836,2-6 0,5 0-188,5 0 1,7 0-1,7 0 1,0 0-58,0 0-72,1 0 1,-1 0 0,0 0 0,0 0 0,2 0 100,3 0 1,-3 0-45,3 0 1,3 0 0,2 0 0,2 0 118,3 0-117,-1 0 0,1 0 0,-1 0 0,1 0 0,-1 0 46,0 0-161,7 0 0,-5 0 0,3 0 103,-3 0-60,-7 0 0,3 0 1,-3-2-1,0-1 0,-1-2-100,-1 2 98,-9 2 1,1 1-360,-3 0-351,-4 0 676,0 0 1,-7 0-503,-4 0 551,-3 0 0,-44-7 0,-10-1 0</inkml:trace>
  <inkml:trace contextRef="#ctx0" brushRef="#br0" timeOffset="4">4124 8473 7704,'0'8'1457,"3"-2"-1163,6-6 0,4 0 1,14 0-1,6 0 461,6 0-728,1-6 1,15 4-1,-1-2 1,3 2-1,0 2 161,-7 0-295,-10 0 0,-2 0 1,-8 0-1227,-4 0 553,-7 0 49,-4 0 0,-11 0-49,-8 0 579,2 0 0,-11 0 0,2 0 201,-6 0 0,-37-6 0,-14-2 0</inkml:trace>
  <inkml:trace contextRef="#ctx0" brushRef="#br0" timeOffset="5">4422 7862 8776,'0'-8'1483,"0"0"-1034,0 3-315,0 4 0,-6-4 0,-4 10 0,-2 4-113,-2 4 1,4 1-1,2 0 1,0 0-299,0 1 76,5-8 0,-5 6 1,5-3-27,-2 2 1,1 2 0,5 1-272,4-1 362,-3-6 0,10-2 1,-2-6-212,2 0 200,3 0 0,0 0 0,3-2 0,1-2-394,-2-6 708,-1 4 0,-7-7-116,1 4 432,-7-4 0,3 4 1,-4 1-1,1 0 280,2 0-448,-1 5-398,-4-3 84,0 6 1,0 1-1,-1 4 1,-2 4-235,-2 4 206,0-5 1,5 5-341,0-4 250,0 4 1,7-5 0,0-2-1,3-1-241,-1-1 338,1 1 1,4-5 0,0-2 125,1-2-25,-8-4 0,6-2 0,-5 1 1,1-2-1,-1-2 282,-1-1-160,-3 0 0,-4 0 95,0-1-295,0 1 0,-6 5 0,-3 1 0,-4 1 219,-1 4-226,0 2 1,-1 1-56,1 0-280,6 6 0,-3-3-336,6 7 539,1-7 1,5 5 0,4-5-315,4 2 372,4-1 0,6-4 0,2 0 0,-1 0 0,2 0-15,0 0 148,2 0 0,0 0 0,-1 0 350,3 0-314,-6 0 1,1 2 0,-7 1-1,0 3 188,0 2-33,-6-5 0,-1 10-31,-7-3-130,0-4 1,-2 5-1,-3-5 1,-4 2 55,-4 3-295,-1-4 1,5 4-255,-1-7 113,1 1-7,-6-5 0,7-2-102,4-2 353,8-4 1,3-6-1,4-2 1,-2-2 0,2-2-163,2-2 236,1-2 1,5-4-1,0 1-124,-1 3 203,-9-3 1,4 11-1,-5-4 1,1 3 404,1 2-436,-7-2 1,3 17-83,-6 0 76,0 0 0,-5 17 0,-1-2 0,0 2 0,-1 2 385,4 0-382,2 0 1,1 0-1,0 0 388,0-2-434,0 5 1,0-6 0,0 3 0,0-3 65,0-2-451,6 0 1,2-1-74,6-4 0,0-2 1,0-7-1621,1 0 1494,-1 0 562,-6-7 0,11-45 0,-3-17 0</inkml:trace>
  <inkml:trace contextRef="#ctx0" brushRef="#br0" timeOffset="6">4849 7847 7752,'-8'0'835,"1"2"-90,7 3-681,0-4 1,2 6 0,3-7 0,4 0 0,5 0-112,5 0-221,-3 0 1,11 0-1,-3 0-185,3 0 1,1-2 452,1-3 0,18-9 0,5-8 0</inkml:trace>
  <inkml:trace contextRef="#ctx0" brushRef="#br0" timeOffset="7">5318 7776 10787,'-8'2'870,"3"3"1,4-2-505,1 6-315,0 1 1,0 4 0,0 0-1,0 0 1,0 1 0,0 0-1,0 3-202,0 1-409,0 0 0,0-5 1,0 0 66,0 0 0,0 1-527,0-1 1,1 0-1117,4 0 1770,-3-6 366,4-2 0,7-62 0,2-15 0</inkml:trace>
  <inkml:trace contextRef="#ctx0" brushRef="#br0" timeOffset="8">5432 7876 7752,'8'0'363,"4"0"220,-10 0 280,10 0-541,-10 0 1,4 6 0,-7 4 0,-2 2 211,-2 3-433,0-1 0,5 0 0,-2 0-40,-2 0 1,2 1 0,-1-1-555,6 0 434,-1 0 0,10-6 1,-2-3-52,2-4 1,3-1 0,-1 0-1,0-1 175,0-4-31,1-3 0,-3-6 0,-1-2 122,-1-3 1,-7 4 0,2-4-1,-5 3 34,-5 2-322,3-1 0,-10 6 0,1 1-243,-7 2 1,2 1 0,-2 5 0,2 0-1506,1 0 1880,1 0 0,0 19 0,0 5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581"/>
    </inkml:context>
    <inkml:brush xml:id="br0">
      <inkml:brushProperty name="height" value="0.053" units="cm"/>
      <inkml:brushProperty name="color" value="#FF0000"/>
    </inkml:brush>
    <inkml:brush xml:id="br1">
      <inkml:brushProperty name="width" value="0.0507" units="cm"/>
      <inkml:brushProperty name="height" value="0.0507" units="cm"/>
      <inkml:brushProperty name="color" value="#FF0000"/>
    </inkml:brush>
  </inkml:definitions>
  <inkml:trace contextRef="#ctx0" brushRef="#br0">2503 3611 6518,'14'0'617,"0"0"0,-6-2 11,-3-2-121,-4 2 0,4-6 298,0 3-455,0 4 168,-5-12 370,0 12-467,0-6 306,0 7 1542,0 0-1788,-7 7-399,6 1 0,-7 7 1,5 3 57,-2 1 0,-5 1 0,4-1 0,0 3 290,-1 0-581,-4 5 1,8-5 0,-5 5-32,2-3 0,-3 3 0,2-5 1,1 0-1372,0-3 899,1-3 0,3-2-1936,-2 0 1388,2-6 739,-4-2 0,12-14-41,3-6 1,-1-2 0,0-7 0,0-2 503,0-2 0,14-46 0,-7 31 0,0 0 0</inkml:trace>
  <inkml:trace contextRef="#ctx0" brushRef="#br0" timeOffset="1">2560 3597 7855,'8'0'933,"4"-7"0,-10 4 18,2-6 101,-2 6-508,-2-4 1,0 9 0,0 3 520,0 4-837,6 4 0,-4 1 0,4 0 65,1 0 1,-4 5 0,5 2-1,0 1 262,-1 3-512,3 2 0,4 2 1,0-1-74,1 0 1,-1 1 0,-2-2 0,0-2-1,-3-1-207,-6-7 0,8 8 0,-6-6-100,-2-1 1,-1-7-229,-2-2-681,0-6 548,0 4 1,0-9 0,-2-3 0,-1-4-2744,-2-4 3114,-6-1 1,5 0-1,-5 0 327,1-1 0,-24-43 0,11 23 0,0 0 0</inkml:trace>
  <inkml:trace contextRef="#ctx0" brushRef="#br0" timeOffset="2">2446 3838 7343,'0'8'2474,"0"-1"-994,6-7-1121,2 0 0,3 0 0,2 0 112,3 0 1,3-2-1,0-1 1,3-3-203,0-2-315,5 5 0,-12-9 0,4 8-690,-3 1 0,-2-4-1751,1 3 1633,-1-1 1,-5 5-1052,1 0 1905,-7 0 0,3 6 0,-6 2 0</inkml:trace>
  <inkml:trace contextRef="#ctx0" brushRef="#br0" timeOffset="3">3256 3796 7895,'8'0'1115,"0"0"-538,-3 0-283,-4 0 0,7 0 220,-3 0 1,3 0-1,6 0 417,0 0-761,1 0 0,5 0 0,4 0 100,3 0 0,3 0 0,3 0 0,5 0 458,3 0-607,2 0 0,1 0 1,3 0 47,5 0 1,-3 0-1,0 0 1,-1 0 409,-1 0-501,0 0 0,-6 0 1,-3 0 25,-4 0 1,-4 0-1,0 0 1,1 0-54,2 0-6,1 0 0,-11 0 0,1 0 60,1 0 0,0-5 0,1 0 0,-4 2 48,-2 2-86,-1-6 0,-4 6-230,-1-4 57,0 3 0,-6 1-1469,-3-4 480,-4 3 0,-2-4-1965,-4 6 1891,-3 0 1,-8 0 1168,-3 0 0,-19 0 0,-9 0 0,-7 0 0,1 0 0</inkml:trace>
  <inkml:trace contextRef="#ctx0" brushRef="#br0" timeOffset="4">5019 3682 7838,'0'-14'755,"0"0"1,2 4 0,1 1 0,2-2 2591,-2-2-2687,-1 5 0,-2 3-501,0 10 1,0 5-11,0 9 0,0-2 0,0 5 1,-2 0 86,-3 0-304,4 2 1,-6 3-1,7-2 1,0-1-1,-1-1-364,-4 0 131,3 3 1,-4-10 0,6 3 88,0-3 1,0-2 0,2 0 0,2-1-289,6-4 402,3-2 0,2-7 0,3 0 238,1 0 0,4-8 0,-2-5 0,-1-4 623,1 0-627,4-6 1,-9 8 0,1-4 101,-6 3 0,1 2 0,-6 1 1,0 2 364,0 1-514,-1 7 0,-5-5-79,0 4 0,-6 2 0,-4-3 0,-2 4-566,-2 1 171,-1 0 0,-4 0 0,0 0 172,2 0 0,-3 0 0,1 0 0,1 0-403,2 0 496,8 0 1,-4 5-745,2-1 250,4 1 559,0-5 0,12-5 0,5-1 126,6-2 0,1-1 0,4-6 0,0 0 702,0-4-635,-4 3 1,2-5 0,-7 7 228,-4 0 1,2-5 0,-6 0 164,-2 2-606,-8 1 0,-2 3 0,-8 4-391,1 4 0,0 3 0,-2 2 0,-1 0-841,-2 0 272,0 7 1,5 1-1,1 6-343,3 0 1377,-2 0 0,17 13 0,-4 3 0</inkml:trace>
  <inkml:trace contextRef="#ctx0" brushRef="#br0" timeOffset="5">5787 3725 7838,'-13'1'-298,"2"2"0,2 2 2462,-2-2-986,5-1 0,1-2 267,10 0 1,4 0-1083,10 0 0,3 0 0,6 0 0,3 0-125,2 0 1,1-5 0,6 0 0,-2 1 205,1-3-375,-4 6 0,0-6 0,-7 7-99,1 0 0,-2-1-389,-4-4 1,-2 4-1702,-7-4-86,-6 3 1378,-8 2 1,-8 2-1,-8 1-409,-3 2 1,-3 4 1236,-6-4 0,-39 6 0,-8-3 0</inkml:trace>
  <inkml:trace contextRef="#ctx0" brushRef="#br0" timeOffset="6">5972 3782 7931,'-8'0'162,"-5"0"0,4 0 1,-4 0 730,-1 0-10,6 0 0,0-5 464,3 0-1082,4 0 0,-4 5 0,10 0 0,4-1 104,4-4 1,8 3-1,2-2 1,4 2 225,2 2-359,12 0 0,-2-5 0,12 1 1,-2 0 0,4 3 1,-1 1-1,5-2 265,5-2-437,-10 2 0,8-4 1,-12 6-9,-3 0 0,-2 0 0,-5 0 0,-7 0-126,-5 0 47,-6 0 0,-10 0-316,-1 0 62,-6 0 193,-9 0-650,3 0-364,-10 0 1,7 0-635,-3 0-299,2 0 1,-1 0 2029,4 0 0,40 6 0,5 2 0</inkml:trace>
  <inkml:trace contextRef="#ctx0" brushRef="#br0" timeOffset="7">7778 3597 8035,'0'-14'953,"0"4"1,-2 1 1267,-3-2-1723,4 4 0,-7 1 0,3 6 0,-4 0 0,-6 0 0,-2 0 1525,-2 0-1904,0 0 0,-2 6 0,-1 4 0,-1 2 1,-1 4 79,-1 3 0,-2-3 0,0 3 1,2-2 226,1 2-487,7-3 0,-4 9 0,8-4-72,4 1 1,-2-3 0,6 3-1,2-2-47,1-2 109,9 4 0,1-6 1,7 3-48,4-3 1,4-7 0,7 0 0,3 1-1,5-2 102,-4-2 0,6-6 0,-7 2 18,-1 2 1,-2-2-1,-3 3 1,-4-4-23,-4-1 72,-3 0 0,-8-1 593,-3-4 25,-4 3-187,-1-4 1,-1 6-458,-4 0 0,-3 0 0,-6 0 1,0 0-3061,-1 0 2147,1 0 1,0 2 0,0 1-938,-1 2 0,1 4 1824,0-4 0,-38-13 0,-10-8 0</inkml:trace>
  <inkml:trace contextRef="#ctx0" brushRef="#br0" timeOffset="8">3740 4236 7857,'0'-9'1160,"0"0"0,0-3 1909,0 0-2642,0 4 0,0 5 1,0 11-1,0 6 0,0 3 1505,0 4-1831,0-5 0,0 10 1,0-3-1,0 0 1,0-1 173,0-1 0,0 3-257,0-5 1,0 0 0,0-5-224,0 0 457,0-6 122,0 4-339,0-16 1,0-4 0,0-16-55,0-3 0,0-6 0,0-2 0,1 1 233,4-1-118,-3 2 0,4 6 0,-6 3 28,0 5 1,0 3-790,0 2 416,0 6 0,0 4 0,0 8-104,0 6 1,-2 9 0,-1 3 0,-2 2-547,2-1 448,2 1 0,1 0 0,0-2-605,0-2 1,0 1 0,0-4-2668,0 2 3723,6 0 0,65-30 0,-24 2 0,-1 1 0</inkml:trace>
  <inkml:trace contextRef="#ctx0" brushRef="#br0" timeOffset="9">6100 4364 7826,'6'-7'305,"-4"-6"0,6 5 1,-5-6-1,2 0 1,-2-1-1,-2 1 1,-1 0 2118,0 0-1386,0 6 0,-4-5 0,-3 5 169,-1 0 0,4 2-943,-6 6-189,7 6 0,-5 2 0,5 6 128,-2 1 1,0 4-1,4 1 1,-2 2-30,-2 4-140,0-6 1,5 2-1,-1-4-149,-4 1 100,3 0 1,-4-5 0,6 0-1,0 0 587,0 0 21,0-6-282,0-1 0,0-18 1,0-7-1243,0-7 801,0 0 0,0-15 0,0 7-75,0 1 1,0 2 0,0 4-1,0 2 12,0 5 84,0 3 1,0 2-510,0 0 1,-2 7-423,-2 7 690,2 7 0,-4 7 1,6 0-312,0 0 1,0 2-1,0 1 1,0 2-2245,0-1 2054,0-2 851,6-2 0,53-13 0,18-2 0</inkml:trace>
  <inkml:trace contextRef="#ctx0" brushRef="#br0" timeOffset="10">5147 5473 8238,'0'-8'1919,"-4"1"-662,-1 2-1028,0 3 278,5-4-262,0 6 1,0 1-106,0 4 0,-5 3 0,1 6 1,0 1 243,3-1-370,1 0 0,0 0 0,0 2 81,0 3 0,0-3 0,0 4 0,0-1 107,0 0-207,0 6 1,1-2 0,3 3 24,0-2 1,1 3 0,-5-5 0,2 2-53,2-1 63,-2 1 0,4 5 0,-4-3 23,3-2 0,-4 3 1,4-3-1,-4 1 213,-1-1-227,7 3 0,-6-7 1,4 5 18,-3-1 1,-2 0 0,0 4-1,1-1 125,4-3-73,-3 3 1,4-2 0,-6 5 27,0-3 1,0-2-1,0 3 1,0 1 148,0-1-295,0-6 1,1 4-1,3-7 85,0-2 0,1-1-1,-5-2 1,0 0-16,0 0 16,0-6 1,0 5-53,0-4 1,0-1-334,0 2 187,0-7-977,0 3-359,0-6-516,0 0-497,0-6 1475,6 4 994,-4-10 0,23-53 0,-13 22 0,0 1 0</inkml:trace>
  <inkml:trace contextRef="#ctx0" brushRef="#br0" timeOffset="11">5161 5445 8108,'-14'0'275,"6"-2"0,2-1 1,1-3 1216,1-2-1269,-1 5 1,6-4-1,4 6 1,5-2 0,2-2 327,2 2 1,1 1-386,-1 2 0,5 0 1,1 0-1,3 0 458,2 0-525,-5 0 0,7 0 1,-3 0-1,4 0 1,4 0 244,1 0-216,7-6 1,-4 4 0,7-2 22,-1 2 1,6 2 0,1 0-1,0 0-114,0 0-40,4 0 1,-2-2-1,4-1-129,-3-1 0,-1-1 0,-5 5 1,4 0-288,5 0 381,-7 0 0,12 0 0,-11 0-5,1 0 0,-2 0 0,2 0 0,-1 0-41,-3 0 94,5 0 1,-7 0 0,5 0 26,0 0 0,1 0 0,6 0 0,-3 0 267,0 0-203,-1-7 0,5 6 0,-2-4-106,-3 4 0,-3-4 0,-6 0 0,1 2-8,3 1 32,-3 2 0,10 0 0,-6 0-7,-3 0 1,-4 0-1,0 0 1,4 0-55,-1 0 67,0 0 1,0 0-1,4 0-10,4 0 1,3-4 0,2-1 0,0 2 33,0 1 28,0 2 0,3 0 1,-3 0-62,-7 0 0,-6-1 0,-4-3 0,-2 0 61,1 1-199,-4 1 0,6 2 0,-1 0 176,5 0 0,1 0 0,5 0 0,-4 0 51,-6 0-125,2 0 1,-13 0 0,3 0-87,-3 0 0,-1 0 0,1 0 0,3 0 16,5 0 71,3 0 0,6-5 1,2 0-50,2 2 0,-7-3 1,0 1-1,-4 2-162,-1 2 229,-10 1 0,2 0 0,-12 0 19,-2 0 1,-1 0 0,-1 0-22,-1 0 29,-6 0-43,-2 0 67,-6 0 1094,0 0-955,6 6 12,-4-5 1,4 12 100,-6-3 0,2 2 0,1 2 400,2 1-579,-1-1 0,-4 0 0,2 2 276,3 3-320,-4-3 1,6 6 0,-7-5-1,1 4 1,2-1 340,2 1-385,0 4 0,-5-3 0,0 6 1,0 1 1,0-1 0,0 1-1,0-1-147,0 1 94,0-1 0,1 2 0,3 2 76,0 1 0,1 2 0,-3-4 0,1 2-54,2-1 9,-1 4 1,-4-10 0,2 2-97,3-1 0,-4 0 0,4 1 0,-4 1-130,-1-1 125,0 0 1,0 1 0,0-1-14,0 1 1,0-1 0,0 1 0,0-1-267,0 0 354,0 1 0,0-5 0,0-1 5,0 3 1,0-1 0,0 0 0,0-3-42,0-1 14,0 4 1,2-9 0,1 3-69,2-3 1,0-1-1,-5 3 1,0 1 16,0-2 76,0 5 0,0-6 0,0 3 13,0-3 1,1 0 0,2 1 0,2 2 99,-2-2-101,-1-1 0,-2-5 2,0 3 5,0-3 1,0 10 0,0-7 0,0 0-40,0 1 19,0-8 0,0 6-71,0-3 264,-6-4-15,4 7 0,-6-12 466,3 4-279,4-4 0,-12-1 398,4 0-678,2 0 1,-7 0-1,1 0 1,-5 0-1,-5 0 360,-2 0-572,-2 0 1,-6 0 0,-2 0 0,1 0 0,-3 0-97,1 0 185,-2 0 1,-9 0 0,-4 0-105,-4 0 1,1 0 0,-8 0-1,6 2-484,3 3 535,-2-4 1,5 6-1,-6-7 77,4 0 0,-3 0 1,3 0-1,-5 1-322,-5 4 214,-2-3 0,-3 5 1,1-3 45,-2 0 0,-2 3 0,2-4 1,5 2 326,6-2-254,4-2 1,-4 4 0,0 0 62,0-2-92,0-1 1,5-2 0,0 1-1,-2 2 1,-3 2-162,-4-2 170,2-1 1,-4 2 0,6 1-1,0-2 1,0 1-129,1 0 129,-1-2 0,5 6 1,-1-5-76,0 2 1,-3-1 0,1-4 0,1 2-117,2 3 138,7-4 1,-4 6 0,4-7 52,-2 0 1,7 4 0,-4 1 0,0-2-371,-2-1 344,-1-2 0,1 1 0,2 3-2,3 0 1,1 1 0,-2-5 0,-1 0 174,0 0-170,1 0 1,4 0-1,1 2 4,3 2 1,-6-2-1,4 3 1,-1-4 102,4-1 15,3 0 0,0 2 0,0 1-77,2 2 1,-4-1 0,10-4-1,-2 0-25,1 0-5,-1 0 1,2 0 0,3 0 8,3 0-7,-4 0 1,4 0 0,-3 0 0,3 0-186,2 0 292,0 0 1,-1 0 0,1 0-5,0 0-36,0 0 1,4-4 156,1-1 0,4 0 1,-3 4 345,2-4-547,1 3 0,5-6 1,0 4-310,0-6 103,0 4 0,5-7 1,1 4-1,0-4 1,1-1-484,-4 0 577,5 0 1,-7-1 0,4 1 0,-3 0 0,-2-2-540,0-3 408,0 3 1,-2-6-1,-3 3 123,-4-4 1,1-6 0,-2-2-1,-1-4 321,-1-2-72,-2 0 0,-1-1 0,1 0 58,0-2 1,0 4 0,-1-2 0,3 0 178,2 2-259,4 7 0,1 4 0,1 6 715,0 2 282,3 1-271,1 2-707,0 6 0,0 3 207,0 10-487,0 3 1,0 6 0,0 2 5,0 3 593,6-4 0,-3 12 1,5-3-1,0 3 1,-2 1 1587,1 1-2039,-3-1 0,1 1 0,0-1 1,0-1-1,-1-2-1478,1-1 1293,0 0 0,-4-1 1,3-1-558,0-1 0,7 3 1,-1-5-1,3-4 763,1-4 0,57-42 0,-28 7 0,-1 0 0</inkml:trace>
  <inkml:trace contextRef="#ctx0" brushRef="#br0" timeOffset="12">5275 6028 7693,'-6'-8'199,"4"-5"0,-4 10 0,4-5 0,-1 0 1892,-1 0-1206,-1 5 0,5-5 445,0 4-926,0 2-228,0-4 1,1 6 313,4 0-323,3 0 1,8 0 0,1 0-100,2 0 0,5 0 0,-4 0 0,2 0 135,4 0-266,1 0 1,6 0 0,0 0 28,-1 0 0,4 0 0,2 0 0,3 0-297,2 0 277,-1 0 1,2 0-1,4 0-3,4 0 0,-2 0 1,1 0-1,0 0 93,-1 0-23,2 0 0,5 0 1,-2 0 28,-2 0 0,2 0 1,-3 0-1,2 0-31,-2 0-43,-3 0 0,-7 0 0,0-2 7,-5-3 1,8 4-1,-6-4 1,-1 3 3,-2 2 30,4 0 1,-4 0-1,5 0 50,-3 0 1,2 0 0,-6 0 0,1 0 103,0 0-158,4 0 0,-8 0 0,3 0-30,1 0 1,-3 0 0,7 0 0,2 0-40,0 0 75,11 0 1,-14 0 0,11 0 4,0 0 0,-3 0 0,5 0 0,-2 0 110,-4 0-96,6 0 1,0 0-1,4 0 124,-3 0 1,-2 0-1,-4 0 1,0 0 15,-5 0-148,8 0 0,-16 0 0,8 0-47,-4 0 0,-4 0 0,-5 0 0,1 0-101,-1 0-76,-6 0 1,5 0 0,-3 0 77,3 0 0,1 0 0,2 0 0,2 0 100,1 0 71,0 0 0,0 0 0,0 0-32,-1 0 1,3 0 0,-2 0 0,0 0 245,2 0-221,-5 0 0,9 0 0,-4 0 84,2 0 0,0 0 0,6-1 1,-2-2 167,-3-2-293,3 0 1,-11 5 0,3 0-59,-3 0 0,-3 0 0,-3 0 1,-5 0-63,-3 0 43,-2 0 1,0 0 105,0 0-834,1 0-737,-8 0 695,0 0 1,-9 0-833,-3 0-448,-2 0 2128,-8 0 0,-43-6 0,-12-2 0</inkml:trace>
  <inkml:trace contextRef="#ctx0" brushRef="#br0" timeOffset="13">7308 5360 7919,'15'0'-49,"-6"-5"2543,1 0-1418,-7 0-134,3 5-730,-6 7 0,0 1 0,0 6 0,0 0 124,0 0 1,0 5 0,0 0 0,0-1 294,0-3-501,0 6 0,2-4 0,1 7-58,1 1 1,1-3 0,-5 0 0,2 1 122,3-1-131,-4 1 1,5 6 0,-6-2 205,0-4-136,7 4 1,-6-5 0,4 7 0,-2-1 0,0 1 343,2-1-372,0 0 0,-5 1 0,0-1 204,0 1-274,0-1 1,0 1 0,0-1 0,0 2 0,0 2 16,0 1-118,0 0 1,0-5-1,0 2-168,0 4 339,0-4 0,0 9 1,0-6-1,0 0 0,0 1 616,0-1-610,0 6 0,0-4 1,0 3 120,0-5-250,0-3 0,0-1 1,-2-1-1,-1 0 0,-2 2 225,2 4-201,2-4 1,-4 4 0,0-5-61,2-1 30,1 1 1,1-1 0,-2 1 0,-2-1 0,2-1 196,1-3-151,2 2 1,0-10 0,0 5 34,0-1-29,0-10 0,0 9-275,0-10-110,0-3 111,0 1-138,0-7 0,2-7 1,3-2-1,2-5-1609,1-5 223,5 3 1,0-6 0,7 5 1768,2-2 0,-4-21 0,1-9 0,3-1 0,0-1 0</inkml:trace>
  <inkml:trace contextRef="#ctx0" brushRef="#br0" timeOffset="14">6157 6213 7376,'14'0'1142,"-6"-2"1313,-3-3-389,-4 4-882,-1-6-1060,-6 7 0,3 2 0,-5 3 1,0 4 90,0 4 0,3 1-113,-4 0 1,4 0-1,-3 1 1,0 0 8,0 4-130,5-3 1,-8 6-1,5-4 1,-1 1 0,0-2 21,-1-1-214,5-2 1,-9 0-1,8 0-1189,1 1 799,-5-1 0,6-5-522,-3 1 609,4-7 0,1 2 0,1-10 1,4-4-1,3-4-1565,0-1 1873,5-1 1,-6-3 0,6-3 205,-3-1 0,1-2 0,-5-4 0,0-1 0,1 1 0,4 6 0,-8-4 0,5 8 0,-2 0 0,3 2 0,-4 2 0,-2 0 2649,-1 0 46,-2 6-1178,0 1-1371,0 7 0,2 0 0,1 2 133,1 3 1,3 1-1,-4 5 1,3-1 493,2 1-612,2 1 0,-1 7 1,1 2 35,1 1 0,0-5 0,0 4 0,-2-2-1,2 0-174,-4 6 1,5-9 0,-2 4-39,2 1 1,1-5 0,-2 3 0,-1-4-311,1 0 102,1-1 1,-2-1-1012,-1-4 294,-6-3 274,4-6 1,-7-1-619,0-4 1,0-3-1,0-6-1009,0 0 2294,-7-1 0,-45-24 0,17 16 0,1 0 0</inkml:trace>
  <inkml:trace contextRef="#ctx0" brushRef="#br0" timeOffset="15">6199 6397 8389,'-8'8'1976,"1"-1"-961,2-7-245,3 0 424,-4 0-1087,6 0-170,6 0 0,2-2 1,6-1-249,1-2-347,-1 0 1,0 1 0,0-1-1,0 0-3107,1-1 3244,-1 4 521,-6-4 0,-8 19 0,-8 2 0</inkml:trace>
  <inkml:trace contextRef="#ctx0" brushRef="#br0" timeOffset="16">6441 6824 7927,'-9'0'2801,"-1"0"-2230,7 0-37,-3 0 0,4-2 1,-3-1-1,-4-2 199,-4 2 0,4 2-548,-1 1 0,6 0 0,-6 0 0,-1 0 128,-2 0 0,-1 1-175,0 4 0,0-2 0,-2 7 0,-1 1-53,-2 1 1,-2 4 0,5 1 0,0 2-348,4-1 202,1-2 0,3-1 0,3 3-140,4 1 0,1 0 0,1-7 1,5-1-204,9-1 341,-1-1 0,17-1 1,-2-3-52,1-3 107,6-2 1,-6 0-1,3 0 1,-3 0-1,-1 0 6,-1 0 11,-6-7 0,-1 4 208,-7-6 1,-1 4 53,-4-5 3,-2 7 1,-9-3 0,-3 6 99,-4 0-186,-4 0 0,-3 1 0,-1 3 0,-4 2 0,1 0 19,-1 1-141,2-3 1,0 1-1,1 0-347,0-2 145,-4-1 0,6-2 1,-4 0-1,1 0 1,0 0-647,1 0 588,3 0 1,0-2 55,1-3 0,2-4 0,2-9 1,5-1-634,4 2 553,1 1 0,1 2 1,6-2-641,7-3 309,0 3 0,7-4 0,-6 6 0,3 0 0,2 1-2567,2 3 3114,-4-2 0,-4 10 0,-8-4 0</inkml:trace>
  <inkml:trace contextRef="#ctx0" brushRef="#br0" timeOffset="17">7920 6184 7842,'0'-14'623,"0"4"0,0 1 1,0-2 2031,0-2-2319,0 5 1,0 4 0,0 8 0,0 7 0,0 5 1585,0 3-1810,0 6 1,0-7 0,0 4 0,0-2 0,0-1 273,0 2-283,0-5 1,-2 4-1,-1-5 1,-2-1 342,2 0-638,2-6 368,1 4 0,0-12 0,0 0 0,0-7-459,0-6 234,0-8 0,0-1 0,0-6-43,0-1 1,0 1-1,0 0 1,-2-1-10,-3 1 91,4 6 1,-6 1 0,7 7-186,0 0-177,0 6 0,-1 1 0,-2 9-857,-2 3 1044,0 9 0,5 2 0,0 4-540,0 1 457,0-5 1,0 4 0,0-6 0,2 1 0,1-1-1303,2 0 422,-1 0 1,-2 0 1147,3 1 0,3-1 0,6 0 0</inkml:trace>
  <inkml:trace contextRef="#ctx0" brushRef="#br0" timeOffset="18">7962 6682 7842,'8'-7'1875,"0"6"1,-5-6 596,2 1-2168,0 5 1,-5-4-1,-2 10 1,-1 4-1,-2 4 1,2 1 1695,2 0-1950,-6 0 0,6 2 0,-4 2 0,3 0 0,2 0 0,0-2 0,0-2-198,0 0 163,0-6 1,0 5-210,0-4 0,0-1-5,0 1 11,0-5 1,0-9-23,0-9 70,0-4 0,0-1 0,0-1 0,0-1 0,0 1 164,0 2 26,0 3 1,0 0 55,0 1-825,0 0-210,0 6 830,-6 8 0,4 8 0,-2 6-234,2 0 0,2 1 0,0-1 0,0 0-1767,0 0 1411,0 0 1,2 1 0,1-1-1204,2 0 1481,-1 0 411,3-6 0,7-14 0,8-10 0</inkml:trace>
  <inkml:trace contextRef="#ctx0" brushRef="#br0" timeOffset="19">8602 5388 7852,'6'-8'54,"-4"0"948,3 3 486,-4-2-413,-1-1-597,0 1-197,0 7 702,0 0-856,0 7-16,0-6 1,0 12 1,0-4 0,0 4 0,0 1 18,0 0-91,0-6 1,0 5 0,0-4-1,0 4 15,0 1-8,0 1 0,0-1 0,0 0 8,0 0 0,0 2 0,0 1 0,0 2 85,0-1-92,0-3 1,0 4 0,0 0 0,0-1 0,0 2 0,0-1 0,0 0-69,0 2 31,0-5 0,0 4 1,0-6 4,0 1 1,0 0 0,0 3 0,0 1 56,0-2-118,0-1 1,0-2 0,0 0 37,0 0 0,0 1 1,0-1-1,0 0 5,0 0-61,0 1 0,0-1 0,0 2 63,0 3 0,0-4 1,0 4-1,0-1 71,0 1-52,0-4 0,0 8 0,0-6 33,0 2 1,0 1-1,0-2 1,0 1 136,0-2-169,0 5 0,0-6 1,0 5 12,0-1 0,0-4 0,0 3 1,0-2 77,0 2-92,0-3 0,0 4 1,0-4-14,0 3 1,0-3 0,2 3 0,1-2 32,2 2-74,0-3 1,-5 5 0,0-7-3,0 0 1,0 0 0,0 2 0,0 1-192,0 2 208,6 0 0,-4-4 0,2-1-9,-2 0 0,-2 0 1,0 0-1,0 2 45,0 3-14,6-3 0,-4 9 1,2-6 82,-2-1 0,-2 2 0,0-1 0,0 0 176,0 2-230,6-6 0,-4 7 0,3-4 31,-4 1 1,-1 0 0,0-5 0,0 0 88,0 0-131,0 1 1,0-1 0,2 0 53,3 0 0,-4 1 1,4-1 65,-4 0-82,-1 0 0,0-4-254,0-1 1,2-6-349,3 2 228,-4-3-43,6-2 0,-7-2 0,0-3-2297,0-4 2151,0-4 1,0-1 504,0 0 0,7-26 0,5-10 0,0-5 0,-1 1 0</inkml:trace>
  <inkml:trace contextRef="#ctx0" brushRef="#br0" timeOffset="20">8943 6028 7852,'-8'-7'307,"-4"6"0,4-5 649,0-1-397,-5 6 0,12-7 0,-2 5 64,6-2-524,-2 0 1,12 5 0,-5-1 0,1-3 41,1 0 1,-1-1-1,6 3 1,0-1 62,4-2-234,-3 1 0,9 2 1,-4-1 117,1-2-13,2 0 1,4 4 0,1-2 0,-1-2 0,2 2 291,3 1-399,-3 2 1,11 0-1,-4-1 67,-1-4 0,4 3 0,-6-2 0,3 2 151,2 2-103,2 0 0,-3 0 0,-2 0-23,-1 0 1,5-2 0,-4-1-1,0-1 149,-2 0-159,-11 3 0,4 1 0,-5 0 48,0 0 0,4 0 0,-7 0 112,-2 0-123,-1 0 0,-7 0 64,1 0-75,-7 0-326,3 0-26,-6 0 1,-1 0-210,-4 0-497,3 0 1,-10 0 412,2 0 0,2 1 1,-1 3-1,-1 2-2230,2 2 2799,-4-5 0,-34 22 0,-16-1 0</inkml:trace>
  <inkml:trace contextRef="#ctx0" brushRef="#br0" timeOffset="21">9100 6127 7857,'6'-8'-1286,"-4"0"2744,2 4-608,4 2 0,-6-6 862,3 4-518,-4-4-455,-1 0-430,0 1 1,0 9 0,0 3-150,0 4 0,-5 4 0,-1 1 0,0 0 258,0 0-440,-6 7 0,11-5 1,-5 4-626,-1 1 494,6-5 0,-10 4 0,6-6 0,0 1 0,0-1-824,1 0 222,-1-6 645,5 5 372,0-12-197,0-1 1,5-12 0,1-9-38,2-1 0,1-2 0,4-3 0,-2 2 262,-1 1-99,-7 7 1,9-8-114,-2 6 1,-2 1-1,1 9-108,2 4 101,-4 4 0,5 2 0,-4 4 161,0 4 0,5 4 1,-4 3-1,2 1 305,-1 2-389,2 0 0,-5 0 0,4 0 7,-2-2 0,-4-1 0,4-2 79,2 1-1205,-4-7-1092,-1 4-398,-6-10 2010,0 4 0,-2-6 1,-2 0-861,-6 0 0,-2-5 1311,-3 1 0,-37-20 0,-9 0 0</inkml:trace>
  <inkml:trace contextRef="#ctx0" brushRef="#br0" timeOffset="22">9086 6269 7857,'7'0'1122,"1"0"302,-3 0-501,-3 0 1,10 0-514,-2 0 0,2-1 0,3-2 0,-1-2 409,0 2-1057,0-5 1,1 5 0,-1-5-362,0 2 0,0-1 0,0 4-2013,1-2 866,-7 1 1746,4 4 0,-42 25 0,-3 6 0</inkml:trace>
  <inkml:trace contextRef="#ctx0" brushRef="#br0" timeOffset="23">9256 6710 8231,'0'-14'1256,"0"4"1,0 1 468,0-2-922,0 5 1,0-2-472,0 3 1,-1 3 0,-4-2-90,-5 2-116,-2 8 0,-2 2 0,-1 7-20,1-1 0,1 0 0,2 0 0,2 0 119,-2 1-375,5 5 0,-6-4 0,8 3-196,1-3 349,1 4 0,2-4 0,2 1 0,2-4 0,7-4 728,7 3-637,-2-6 1,10 0 0,-3-6 24,-1 0 22,5 0 1,-12 0 0,4 0 0,-3 0 0,-2 0 324,0 0-302,-6 0 0,3-1-333,-6-4-757,0 3-942,-5-4-2281,0 6 4148,0 0 0,-32-19 0,-7-5 0</inkml:trace>
  <inkml:trace contextRef="#ctx0" brushRef="#br0" timeOffset="24">7522 4791 8029,'0'-8'-279,"-5"-5"0,-1 6 1,-1-3 1737,1 1-712,1-1 1,5 1 0,0-1-1,0-1 2123,0-2-2298,0 6 0,0-1-198,0 3 24,0 3-166,0-4 1,0 12-1,0 4 443,0 2-573,7 3 0,-6 4 0,4 0-193,-4-2 1,-1 3 0,0-1 0,0 0-301,0 2 277,7-5 0,-6 4 1,6-6-48,-1 1 0,-3-1 0,7-1 1,1-2-569,1-2 609,9-6 0,-4 5 0,5-5 114,-1 2 1,4-2 0,-3-8 0,2-4 477,0-4-362,-1-1 1,-1 0 0,-3 0 69,-3-1 1,-6 6 0,-2-1 482,-2-1-465,-1-1 0,-5 2-94,0 1 0,-2 4 0,-3-3-493,-4 2 165,-10 1 0,3 5 0,-4 0-9,-1 0 0,5 0 1,-3 0-1,3 0-200,2 0 246,0 0 1,0 2-35,0 2 1,-1-2-108,1 3 483,6-4 1,5-1-63,13 0 0,-1-6 1,12-3-1,-2-6 568,-1-4-529,8 4 0,-9-8 0,5 5 79,-1-6 1,-2 2 0,-7 0-1,-1 1 797,-1 4-842,-7-5 1,3 6-1,-7-3-340,-4 3 0,-3 7 0,-8 1 1,-1 1-585,-2 4 328,-6 2 0,3 2 0,-5 4 90,3 4 0,-1 4 1,6 3-1,2 1-695,1 2 283,1 0 0,8-3 0,2 1-305,3 2 1,4-1 1056,3-9 0,40 4 0,17-5 0</inkml:trace>
  <inkml:trace contextRef="#ctx0" brushRef="#br0" timeOffset="25">20417 4606 7922,'0'-8'661,"0"-4"0,0 2 1570,0-3-1386,0 6 0,0-6 111,0 3 1,-1 4-427,-4 1-521,-3 4 0,-6 1 0,-1 1 0,0 4 1,-4 5 304,-5 2-265,3 2 1,-4 2 0,5 2-187,-2 1 0,3 0 1,-4-5-1,3 0-295,3 0 122,7 0 1,-1 1 0,6-1 103,2 0 1,2 0 0,2 0-1,4 1-210,4-1 556,10 0 0,3-4 0,7-1 342,-1 2-392,1-5 1,-6 6-1,1-6 1,0 0 0,-2 0 96,-3-2-10,-3-3 1,-2 4 12,0 0-54,-6-1 0,-3-4 670,-10 0-626,-3 7 1,-6-6 0,-2 4 566,-3-3-661,3-2 1,-9 0-1,5 0 1,-1 0 0,0 0-9,4 0 18,-5 0 1,6-2-1,-3-3-157,3-4 1,2 1 0,0-2 0,0-2 161,0-6-140,6 3 1,1-7 0,7 3-26,0-5 9,0 3 1,0-5 0,2 3 0,3 0 0,4 1-230,4 1 219,1 2 0,0 6 0,2 2-288,3 2 0,-2 6 1,7-2-1,1 3-881,2 2 607,-5 0 1,0 0 0,-4 0-842,1 0 0,-2 7 0,-7 2 1468,-6 4 0,-65 14 0,21-12 0,1 0 0</inkml:trace>
  <inkml:trace contextRef="#ctx0" brushRef="#br0" timeOffset="26">18583 5530 13555,'0'8'1509,"0"0"-442,0-3-946,0 3 1,0 1 0,-2 1 0,-1 1 0,-3 1 0,0 4-1,-1 1 489,4 2-503,-5 7 1,5-4-1,-5 6 1,0 1-1,2-1 1,0 1 1,-4 1-1,5 1 1,1 2 30,-3-1-70,6 4 0,-5-6 1,6 3-47,0-3 1,-2 4 0,-1 0-1,-2 1-69,2 0 37,1-2 1,2 0 0,0 0-153,0-1 1,2 3 0,1-1-1,2 1-59,-2 0 202,-1-2 1,-1-3 0,2 2-34,2 1 110,0 0 0,-5-4 1,0-1-1,0 2 1,1 2 248,4 1-258,-3-6 0,4-1 0,-6-2 70,0 3 0,0 0 1,0-3-1,0-4 242,0 1-312,0-6 1,0 6-51,0-7 1,0-4 31,0-1-824,0-6-923,0 4-1394,6-20 2200,2 3 1,2-5-367,-1 5 0,1 1 0,2-6 1275,-2 1 0,9-57 0,-11 29 0,-1-1 0</inkml:trace>
  <inkml:trace contextRef="#ctx0" brushRef="#br0" timeOffset="27">18697 5530 7949,'-14'0'409,"-1"0"1,1-1 1249,0-4-940,6 3 1,-3-6 433,6 4-1019,7 2 0,6-4 0,6 4 0,2-1 0,3-2 182,4 2 1,4 2 0,2 1-1,-1 0 192,1 0-374,5 0 0,3 0 0,5 0-44,1 0-64,0 0 0,1 0 1,3 0-1,4 0 1,1 0-262,0 0 193,-6 0 0,11 0 1,-2 0 55,5 0 1,2-5 0,-4 0 0,2 0 43,2-1-35,6 4 1,-10-5 0,2 3 2,-6 0-26,1-1 1,-7 5 0,5 0-1,1 0 1,-4-2-157,1-2 145,-7 2 1,7-4 0,-4 6-130,5 0 144,4 0 0,-4 0 0,0 0 1,3 0-1,4 0-17,2 0 81,1 0 1,-4 0 0,2 0-64,2 0 33,6 0 0,-10 0 0,4 0 1,-4 1-1,-1 2 248,0 2-262,6 0 0,-3-5 1,5 1-10,-2 4 0,-1-3 0,-4 3 0,2-4 56,2-1-96,0 6 0,-5-4 0,-1 3 86,1-4-75,6 6 1,-3-6 0,5 4 0,-2-2 0,-1 0-54,1 2 58,-4 0 1,4-4 0,-6 2 6,0 2-4,-1 0 0,-3-5 0,-4 2 1,-4 1-1,-5 1-99,-4 0 101,-3-3 1,1-1 0,0 0-8,3 0 7,-6 0 0,9 0 0,-7 0 0,0 0 0,0 0-57,0 0 46,1 0 0,-6 5 0,-1 0-57,-3-2 33,2-2 0,-10-1 0,5 2 0,-2 1 0,0 2-188,-2-2 198,-1 5 0,-2-6 0,0 2 27,1-2 0,-1 3 0,0-1 112,0-1-94,-6 5 0,5-6 43,-4 3 1,-1-4 0,2-1 55,1 0-45,-5 0 13,7 0-42,-12 0-327,6 0 235,-7 0 148,0 0 1,0 7 0,0 2 331,0 4-319,0 1 1,-2 0 0,-1 0 0,-2 1 0,2-1 544,1 0-550,2 7 1,0-6 0,0 6 234,0-1-258,0 3 1,0 0 0,0 1 0,0 1 0,0 4 272,0 4-423,0-3 0,-1 5 0,-2-5 206,-2 3-83,0-3 1,5 9 0,0-4-1,2 1 1,1 4 315,2 1-308,6-5 1,-10 4 0,6-6 110,-1 3 1,-5-4 0,6 3 0,-3-1 392,1-3-369,0 4 0,-5-6 0,0 5-77,0-1 1,-5-4-1,0 4 1,1-4-165,-3-2 10,6 1 1,-10 2 0,6-1-18,2-3 0,-3-2 1,-1 4-1,1-1-240,0 1 171,1-1 0,0-1 1,0-2-68,2-1 0,2-5 1,-1 3-1,-1 0-57,-2 0 184,0-5 0,5 4 0,0-5-58,0 3 0,0-3 0,0 3-98,0-4 122,0 0 0,0-1 1,0 0 56,0 0 0,0 0 0,0 1 0,0-1-127,0 0 147,0 0 1,0-4-1,0-1-96,0 2 1,-4 2 0,-3 0 7,-1-4 80,5 4 1,-5-12-1,4 4 49,-6-3 0,-2 2 0,-3 1 0,0-2 184,-4-1-211,-4-2 0,-5-2 0,-2-1 43,-3-2 1,-8-4 0,-10 3-1,-3-1-87,-4 1 35,-2-5 0,-3 8 0,-4-5-43,-2 1 0,-2-2 0,1 4 1,2 0-114,2-1 22,0 5 1,-5-6 0,1 7 38,4 0 1,-4 0-1,4 0 1,-4 0-310,-1 0 252,-6 0 0,9 0 0,-3 0 131,1 0 1,1 2-1,-4 1 1,-1 2-46,-2-2 23,7 5 1,-6-7-1,4 4-21,-1-3 1,-6 2 0,2 1-1,2-2-494,1-1 493,2-2 0,-1 5 0,-3-1 44,0 0 0,4-3 1,6-1-1,0 0-105,0 0 152,-1 0 1,0-5 0,1 1-75,2 0 1,3 1-1,4 0 1,3-3 101,-1-2 22,2 5 0,9-5 0,0 5-55,1-2 1,-6-4 0,1 4 0,1 0-383,2-1 229,1 4 1,1-9 0,1 5-1,3-2 0,1 3 0,6-3 0,-2 0-126,1 0 212,-4-1 0,4-1 0,-4 3-3,1 0 1,-5 1 0,3 1 0,-5-3-115,0 0 175,5 2 1,3 1 0,5 1 76,1 0 1,-1-2-1,3 0 1,2 0-16,5-1-3,-3 2 0,6 1 0,-3-3 7,3-1 1,2 5-1,0-3 1,0 1 403,-1 1-373,1-8 1,0 11 0,0-4-12,-1 4 1,1-1 0,0-1 197,0-2-188,0 0 0,6 4 142,3-4 1,3 2-412,2-7-174,7 7 0,1-8 1,6 5-616,0-2 0,0 3 0,0-3 0,2 0-1385,3 1 2346,-3 3 0,17-15 0,-3 4 0</inkml:trace>
  <inkml:trace contextRef="#ctx0" brushRef="#br0" timeOffset="28">19834 5502 7888,'0'-14'381,"0"4"1,2 2-1,1 0 509,2 0-631,-1 5 1,-2-3-1,3 6 1,3 1 440,0 4-520,-2 3 0,-1 2 0,1-1 478,2 2-1357,-5-5 1,5 5 309,-3-6 1,-2 0 0,5-3-1255,-2 2 1139,5-2 1,-8 4-1010,7-6 1513,-7 0 0,3 0 0,13-12 0,5-4 0</inkml:trace>
  <inkml:trace contextRef="#ctx0" brushRef="#br0" timeOffset="29">20147 5473 7350,'-9'0'622,"-1"0"1,7-1 1022,-2-4-220,4 3 44,1-4-603,0 6 180,0 0-418,0 6-393,0-4 0,0 11 0,0-4-33,0 4 1,4 1-1,1 0 1,-2 0 281,-1 1-397,-2 5 0,0 1 0,0 4 46,0-1 0,5 1 1,-1 7-1,-1 1 389,-1-2-504,4-1 0,-4 0 1,4 2 80,1 1 0,-6 5 0,4-5 1,-2-1-98,2-2 3,-4 5 0,7-5 1,-5 3-52,2-3 0,0-2 0,-4 2 0,3 2 34,0 1 22,1 0 0,-5-4 1,0-1-14,0 0 0,2 1 0,1-1 0,2-1-67,-2-3 65,-2 3 0,-1-7 0,0 5-2,0-1 1,0 0 0,0 3 0,0-2-37,0-1 16,0-1 1,0 4 0,0-2 47,0-1 1,0 0-1,0 4 1,0 1-6,0-1 85,0 1 1,0-1 0,0-1-4,0-3 1,0 2 0,0-2 0,0 1-128,0-1 47,0 3 1,0-10 0,0 5-10,0-1 0,0 3 1,0-5-1,0-2-3,0-1-12,-6-2 0,4 0 1,-4 0 9,0 1 0,4 0 0,-3 3 0,4 1 189,1-2-102,-6-1 1,4-2 0,-3 2 27,4 3 1,1-3-1,-2 3 1,-1-4 83,-2 0-188,0-1 0,5 0-330,0 0-147,0 1-822,0-8-629,0 0 624,0-7-491,0 0 1457,0-7-295,0 6 0,0-7-1883,0 3 1768,0-3 1,0-1 732,0-1 0,-24-47 0,-15-21 0,13 20 0,0 1 0,-1-1 0</inkml:trace>
  <inkml:trace contextRef="#ctx0" brushRef="#br0" timeOffset="30">18640 6156 7824,'-14'0'96,"-1"0"0,1 0 0,0 0 0,0 0 1,0-2-1,-1-1 1194,1-2 173,6 0-195,-4 5-282,10 0-266,-4 0 1,12-4-137,4-1-397,2 0 0,2 5-66,1 0 0,-1 0 0,0 0 0,0 0 346,0 0-414,7 0 0,-4 0 1,7 0-47,1 0-1,2 0 1,2 2 0,1 1 0,3 2 0,6-2 339,7-2-297,-2-1 0,10 2 0,-5 1-108,2 2 34,1 0 1,8-5-1,-2 1 1,-4 2-1,-4 2-157,-4-2 127,-8-1 0,3-2 0,-4 0-307,-1 0 332,5 0 0,-9 0 1,6 0-1,-1 0 1,1 0-112,0 0 136,0 0 0,0 0 0,0 0-16,2 0 4,1 0 0,-3 0 0,-1 0 0,3 0 0,3 2-61,4 2 57,-3-2 0,7 4 1,-5-6-34,1 0 50,0 0 0,-4 0 1,0 0-1,-2 0 0,-3 0-228,-5 0 230,3 0 1,-1 0 0,3 0-28,-5 0 28,-3 6 0,3-4 0,2 3 0,0-4 0,-1-1-1,-2 0-2,-2 0 1,5 0-1,1 0 34,0 0-37,-1 0 0,-2 0 0,2 0 1,3 0-1,5 0-60,3 0 70,7 0 0,-7 0 0,5 0 33,-2 0-35,4 0 0,-10 0 0,1 0 0,-4 0 0,-2 0 0,-2 0 7,5 0 1,-5 0-1,5 0 51,-3 0 0,3 0 1,-3 0-1,2 0 84,-2 0-126,3 0 0,-6 0 1,4 0-163,-1 0 142,0 0 1,-2 0-1,-1 0 1,-2 0-1,0 0 11,-1 0-137,-2 0 0,3 0 1,0 0 23,-1 0 68,4 0 0,1 0 0,4 0 0,-2 0 1,-3 0-46,-1 0 84,5 0 0,-4 0 0,7 0-2,-1 0 1,-4 5-1,-1 0 1,-1-2-45,0-1 68,2-2 1,3 0-1,-3 0-26,-5 0 0,2 0 0,0 0 1,0 1 19,-1 4-19,-7-4 1,0 6-1,-3-6 9,3 4 14,1-3 1,0 6 0,1-5 0,1 1 0,2 1 63,1 2 32,0-6 0,-5 7 0,-1-5-3,-3 2-106,-4 0 0,-1-5 1,0 0-2,-1 0-71,-9 0 1,4 0-53,-4 0 0,4 0 1,1 0-1,0 0-127,1 0 132,-1 0 1,0 0-30,0 0-57,0 0 0,1 0-189,-1 0-2,-6 0-398,4 0 311,-10 0-514,4 0 1,-7 0 22,-4 0 0,-5 0 965,-8 0 0,-49-13 0,-21-6 0,23 6 0,0 0 0,0 0 0</inkml:trace>
  <inkml:trace contextRef="#ctx0" brushRef="#br0" timeOffset="31">19251 6468 7290,'0'-7'-123,"0"-1"1400,0 3-1082,0-3 294,0 0-386,0-4 178,0 10 206,0-4-83,0 6-231,0 0-358,7 0 201,-6 0 0,7 0 1,-3 0 86,4 0 0,-1 0-30,2 0 0,-6 0 1,6 0 186,1 0-190,-5 0 178,7 0 0,-10 0 466,7 0-162,-7 0 206,3 0-562,-6 0 448,0 0-561,-6 0-4,4 0 1,-9 6 34,6 3 1,-4-1 0,3 0 166,-2-1-119,4 4 1,-7-4-17,7 8 1,-6-1-1,5 2 1,1 1 251,-3 2-195,6 0 1,-7-5-1,5 2-20,-2 3 1,0-3 0,5 3 0,0-2-12,0 2-141,0-9 0,0 8 0,0-8-19,0 3 0,2-1 1,3-1-1,4-3-305,4-2 214,-5-1 0,6-5 0,-2 0-82,6 0 0,1 0 1,-5 0-1,2-1-338,3-4 458,-3 3 0,4-10 131,-6 2 0,1-2 1,-3-3-10,-2 1 28,2 0 1,-10 4 0,3 1-107,-4-2 1,-1-2 0,-1-1 47,-4 0-250,3 0 0,-10 4 1,2 2 14,-2 2 1,-3 0 0,1 2-1,0 0-163,0 1 287,-1 1 1,1 2-1,0 0 27,0 0 0,0 0 1,-1 2-139,1 2 72,6-2 1,-3 11-137,6-4 1,1-1 43,4 1 200,0-5 1,1 7 118,4-7 0,-2 1 1,7-5-1,1 0 276,1 0-144,3 0 1,-1-5 0,0-1-7,0-2 0,0-1 0,1-6 0,-3 1 460,-2 0-742,2 0 1,-4-2 0,5-1 82,-4-2 0,2 0 0,-6 3 0,-2-1 19,-1-2-71,-2 0 1,-2 6 0,-2 2-172,-6 1 0,-4 7 0,-3-1 0,-4 2-553,-1 2 515,5 0 0,-9 2 1,7 1-249,2 1 0,-4 7 0,2-1-735,2 3 583,1 1 0,8 0 1,4 0-756,2 0 0,4 1 1361,2-1 0,36 6 0,14 3 0</inkml:trace>
  <inkml:trace contextRef="#ctx0" brushRef="#br0" timeOffset="32">19379 7051 7741,'0'-14'485,"0"5"0,-1 1 0,-3 0 2280,0 0-2005,-1 5 0,5-2 756,0 10-1276,-6 3 0,3 7 0,-5 3 0,0 1 0,0-2 937,-3-1-1031,-2 5 1,4-6 0,-1 6 0,-1-2 0,0 0 345,2-2-515,-4-1 1,10-3-1,-5-2 154,2-2 1,-4-4-579,5 4 263,1-6 1,4 2-467,0-10 1,4-2 0,3-8 0,1 1-1348,3 0 1766,1-7 0,2 6 0,1-6 20,-1 1 165,0 4 1,-1-5-1,-2 7 1,-2 0-1,1 0 90,-2-1-104,4 7 0,-9-3 520,7 7-115,-7-1 0,5 5 0,-3 1 713,4 4-712,-2 3 1,0 8-1,-3 1 18,0 2 1,3 2 0,-4-4 0,2 2 808,-2-2-1039,5 6 0,-7-8 0,6 4 86,-1-3-210,-5-2 1,7 1-1,-5-1-224,2 0-571,0-6 0,-5 0 230,0-3-958,0-4 1,0 4 0,0-10-1300,0-4 2576,0 2 0,0-1 0,-2 4 236,-2-6 0,-30-15 0,-11-5 0</inkml:trace>
  <inkml:trace contextRef="#ctx0" brushRef="#br0" timeOffset="33">19308 7222 7741,'-20'0'0,"4"0"0,-5 0 0,7 0 1352,0 0-520,0 0 0,4 0 138,1 0 1,7 0 0,4 0 792,10 0-1462,9 0 1,7 0-1,1 0 696,-1 0-1009,1 0 1,2 0-1,-1 0 1,-5 0-1,-1 0-627,-2 0 465,-11 0 0,8 0 0,-9 0-1349,2 0 667,-4 0 1,-3 0 0,-10 0-1756,-4 0 670,-4 0 1941,-1 0 0,-44-13 0,-12-2 0</inkml:trace>
  <inkml:trace contextRef="#ctx0" brushRef="#br0" timeOffset="34">22152 5502 7879,'-7'-14'-48,"6"4"0,-4 1 1,2-1 1593,-2 2 0,2 2 108,-6 6-1069,5 0-366,-2 6 0,6-3 0,-2 7 1,-1 1 517,-1 2-574,-1 1 1,5 0-1,0 2 3,0 3 1,0-2 0,0 5 0,-2 0 385,-3 0-457,4 2 1,-5 6-1,4 2 41,-3 1 1,4 2 0,-6-2 0,3 3 190,-1 0-332,-6-1 1,8-2 0,-5 1 0,1-1 0,3 0 8,-3 0-23,6 0 1,-5-4 0,4-1 51,-3 1 1,4 4 0,-4 0 0,3-1 10,2-2-62,-6-2 1,4 2 0,-2 0-7,2-2 1,0 4 0,-1-8-1,-1 3-142,0 1 133,3 0 1,1 1 0,0-2 60,0-4 0,-5 4 0,0-3 0,2 1 6,2-1-32,1 3 0,-2-10 0,-1 5 12,-2-1 0,0 4 1,5-3-1,0 2 94,0 0-111,0-7 1,0 8 0,0-4-13,0 1 0,0-3 1,0 3-1,0 0-9,0 0 97,0-4 0,0 7 0,0-5-40,0 2 0,0-4 1,0 2-1,0-1 44,0 0-40,0 0 0,0-5 0,0 2-24,0 3 0,0-3 1,0 3-1,0-3-64,0-2 70,0 0 1,0 0-1,-1 1-2,-4-1 1,4-5-1,-4 1 1,3 1 40,2 1-50,0 3 0,0-6-126,0 1-97,0-7-80,0 3-225,0-6 1,0-1 0,0-4-833,0-5 122,0-2 0,0 2 0,0 1 136,0-2 1,5-4 1093,0-3 0,-7-43 0,-6-14 0</inkml:trace>
  <inkml:trace contextRef="#ctx0" brushRef="#br0" timeOffset="35">20929 6426 7772,'0'-8'524,"0"-5"1,0 4 1510,0-4-389,0 5-554,0-4-843,0 10 1,0 2 0,0 10 0,0 4-1,0 3 849,0 2-980,0 6 1,0-7-1,0 4 1,0 0-1,0-2 177,0 1-208,0 4 0,0-9 0,0 3-163,0-3 1,0-2-421,0 0 471,0 1 150,0-8-247,0 0 0,5-20 0,1-6 0,0-6-432,1-4 536,-3 1 0,1-5 0,0 0 1,-2 1-1,-1 4-96,-2 4 346,0-3 0,4 11-203,1-3-82,0 10 1,-7 4-45,-2 10 184,2 9 0,-9 3 1,6 6-1,0-1 0,1-2-12,-1 1-141,-6-2 1,9 0 0,-4 0-531,0-2 123,4-1 1,-6-7-1,5 1 1,-2 1-2537,2 1 980,2-4 2029,1 5 0,-7-11 0,-1 4 0</inkml:trace>
  <inkml:trace contextRef="#ctx0" brushRef="#br0" timeOffset="36">20901 7151 7252,'0'-8'96,"-5"0"0,0 3 2046,2-4-1611,1-4 1,2 4 0,0-1 0,2 1-140,3 1 0,-2-3 0,6 6 0,2 2 17,2 1-299,1 2 1,0 0-1,1 0 19,-1 0 0,0 0 0,0 0 0,0 0 3,1 0-151,-7 7 0,3-4 1,-5 6 180,2 2-187,-5 2 1,3 1 0,-7 2 0,-2 1 0,-4 2-117,-1-1 89,-7-2 1,-1-1 0,-3 3 0,1 1-1,1-2-352,-2-1 414,0-2 0,5-5 0,1 1 236,4 1-72,-4-5 0,12 2 1,-3-5 654,8 2-549,10 0 0,10-5 0,7-2-5,2-2 0,5 0 0,-5-3 0,-1 0 477,-2 4-646,-2-5 0,1 7 0,-2-4-199,-4 3 1,-7 1-1287,-6-4 244,-7 3 95,3-4 0,-7 8 1,-4 1-1,-5 3-1018,-2 2 1699,-2-5 359,-1 3 0,-49-12 0,-14-2 0</inkml:trace>
  <inkml:trace contextRef="#ctx0" brushRef="#br0" timeOffset="37">22564 6468 7810,'0'-7'-1526,"2"0"1208,2 7 739,-2 0-33,4 0 1,-6-1 134,0-4 247,0 3-91,0-4 123,0 6-18,0 0-404,0-6-191,0 4 123,0-4-120,0 6 808,0 0-835,0-6 154,0 4 2,0-4-281,0 6 520,0 0-492,-6 0-157,4 0 205,-4 0-34,6 0-1926,0 0 1,-32 6 0,-7 2 0</inkml:trace>
  <inkml:trace contextRef="#ctx0" brushRef="#br0" timeOffset="38">22564 6440 7810,'6'-8'142,"-4"-4"0,4 8 0,-4-4 0,1 1 1217,2-1-70,-1 4-356,-4-8-393,0 10-113,0-4 34,0 6-383,0 6 0,0 2 1,-1 6 187,-4 1-212,4-1 1,-6-5 0,7 1 0,0 1 0,-1 1-42,-4 3-45,3-1 0,-4 0 0,6 0 110,0 1-88,-6-1 1,4 0-1,-3 0 1,4 0-49,1 1-127,-7-1 0,6-5 57,-4 1-468,4-7-149,1 3 20,0-6 0,0-1 0,0-4-1894,0-5 2014,0 4 605,0-6 0,6-41 0,2-16 0</inkml:trace>
  <inkml:trace contextRef="#ctx0" brushRef="#br0" timeOffset="39">22564 6412 7813,'0'-15'530,"0"1"-353,0 0 920,0 0 0,2 4-640,2 1 0,4 1 1,6-3-1,1 3 168,-1 2-505,0 1 1,2 5 0,1 0 31,2 0 1,0 0 0,-5 1 0,1 3 152,-1 0-210,0 7 0,0-3 1,-1 7-179,-4-1 5,4-6 1,-11 4-1,2-2 1,-2 2 0,-2 3-250,0-1 258,-6 0 1,-4 0 15,-9 0 0,3-1 0,-3-2 0,2-3-314,-2-2 228,3-1 0,-9-5 0,6 2-199,2 2 197,1-2 1,6 4-228,1-6 358,6 0 0,-2 0 1,11 0 390,9 0-321,-1 0 1,11 0-1,-4 0 1,-1 0-1,2 2 561,0 3-411,-4 3 1,2 1 344,-6 1-266,1-1 0,-7 5 1,-4 0-1,-5-1 832,-9-3-925,1 2 0,-18-9 1,3 5 265,-3-1-604,-7-3 0,4-4 0,-4 0 0,3 0 1,-1 0-1281,-1 0 789,6 0 0,2 0 0,8-1-1897,4-4 0,-1 3 2530,4-2 0,36-4 0,7 0 0</inkml:trace>
  <inkml:trace contextRef="#ctx0" brushRef="#br0" timeOffset="40">22521 7137 7795,'8'-8'1521,"-1"0"582,-7 3 72,0 4-998,0-12-1010,0 11 1,0-2 0,0 8 0,0 6-6,0 2 0,-5 3 0,0-1 1,2 0 35,1 0-385,2 7 0,0-9 38,0 7 1,7-6 0,2 6 0,4-5-438,1-4 462,0 2 1,0-5 0,1 2-244,-1-4 308,6-4 0,-4-1 0,5 0 0,-4-1 0,-1-2 14,-3-2 286,-2-6 1,-3 8 0,-4-7 62,-2-1-215,-2 5 0,-3-7 0,-5 5 0,-6-1 46,-2-1-108,-6 7 1,0-8 0,-5 6-34,3 2 1,-3-3 0,5 1 0,0 1-32,3-3-89,3 6 0,2-6-230,0 7-442,6 0 612,8-6 1,8 3 0,7-5 59,4 2 0,4-4 1,5 4-1,0-2 225,1-3-78,-1-2 1,-4 1-1,-2 1 120,-1 1 1,-4 1-1,-6-6 1,-3 1 383,-2 0-467,-1 0 1,-11 4-1,-4 1-39,-2-2 0,-4 3 1,-3 0-1,-5 2-106,-3 2-303,5 3 1,-3 1 0,4 1-193,-1 4 0,5 1 0,-2 7 0,3 0-1112,2 3-26,6 1 1720,2-3 0,31 13 0,7 3 0</inkml:trace>
  <inkml:trace contextRef="#ctx0" brushRef="#br0" timeOffset="41">8929 5587 15931,'0'14'55,"0"0"0,0 1 1,0-1-1,2 0 1,1 0-1,2 1-61,-2-1 40,-2 0 0,-1-5 1,0 1-1,0 1 1292,0 2-1283,0-5 1,0-4 0,0-8 0,0-6 40,0-3-112,0-7 1,0 3 0,0-6-112,0 3 1,0-4 0,0 5 0,0 2-182,0 1-269,0 8 0,2-3 438,3 6 1,-2 1 0,6 4 0,4 0 222,4 0-162,-1 6 1,5 2-1,-7 6 138,0 0 0,0-1 0,1-2 0,-3-2 327,-2 2-158,2-4 1,-9 4 640,7-6 0,-7 1 776,2-1-1387,-4-4 1,-1-1 0,0-9-162,0-4 0,0-3 1,0-1-1,0-4-388,0-1-149,0 5 0,0-8 0,-1 6-322,-4 1 1,4 3-1,-4 0-1132,3 1-2417,-4 6 3076,4 2 1,-4 12 1245,6 4 0,6 47 0,2 12 0</inkml:trace>
  <inkml:trace contextRef="#ctx0" brushRef="#br0" timeOffset="42">9285 5530 7897,'0'-14'598,"0"4"1657,0 1-1404,0 6 0,0-5 225,0 3-860,0 4 1,0-4 29,0 10 0,-5 3 1,0 7-1,2 3-1,1 1-176,2 0 0,0-5 0,0 2-376,0 3 65,-6-4 1,5 6 0,-4-7 0,3 0-1594,2 1 1409,0-1 1,0-5 313,0 1 61,0-7 1,-1 3-336,-4-6 542,3-6 0,-4-2-88,6-6 85,0 0 1,0 4-1,2 1 1,2-1 205,6 2-239,-4-4 0,7 10 1,-4-3 320,4 4-404,1 1 0,0-5 0,0 0 0,1 2 0,-1 1 79,0 2-93,7-6 1,-6 5-1,4-6-237,-3 1 238,-2 4 0,-1-10 1,-2 2-1,-1-1 0,-1 0 332,-1 2-306,-2-1 0,-1-4 0,0 0 198,-2 0-138,-1-1 1,-4 6-1,-3 1 249,-4 2-459,-4 1 1,4 13 0,-1 4 553,-1 6-298,5 7 1,-2-8-1,5 7 1,-2 1-1,0 2 534,-1 2-691,4-7 0,-4 3 1,6-4 200,0 1-997,0-5 1,0 4-1123,0-7 487,0 0 122,0-6 291,0-8 0,0-8 1019,0-6 0,-25-45 0,-7-10 0</inkml:trace>
  <inkml:trace contextRef="#ctx0" brushRef="#br0" timeOffset="43">8133 5687 7942,'0'-8'366,"0"-5"0,0 4 0,0-4 1,0-1 2692,0-1-2816,-6 8 0,3 0 0,-7 7 1,-1 0-1,-2 0 0,-2 0 1,-3 2 43,-1 3 1,-1 1 0,2 5 0,-2-2 151,-2 2-403,4 2 0,-2 3 0,6 1-127,-1 2 1,6 0-1,1-5 1,2 2-195,2 3 280,3-3 1,2 5 0,4-7 175,5 0 1,9-5-1,3-1 1,1-1 682,1-4-704,0 5 0,3-7 1,-4 4 34,-4-3 1,-3-2 0,-2 0 0,1 0-219,-1 0 117,-6 0-1815,-2-7-2217,-6 6 3100,0-6 0,-6 7 0,-4 0 848,-2 0 0,-34 19 0,-8 5 0</inkml:trace>
  <inkml:trace contextRef="#ctx0" brushRef="#br0" timeOffset="44">5730 5615 7996,'0'-7'-440,"0"-1"0,0 3 3161,0-5-469,0-2-844,0 4-1214,0 2 1,0 7 0,0 4 0,0 4 495,0 4-679,0 1 1,2 0 0,1 1 0,2 0 0,-2 3-818,-2 1 544,-1 0 1,0-5-453,0 0 1,0 0 0,0 1-1586,0-1 1149,0 0-546,0-6 1696,0-2 0,0-6 0,0-6 0,0-5 0,0-6 17,0 1 1,0-10-1,-1 6 1,-2-1-1,-2 1 797,2 2-112,1 3 0,2 0 0,0 1 1916,0 0-2213,0 0 1,0 4-196,0 1 1,7 6 0,4-2-1,4 3 390,4 2-476,0 0 0,-3 0 0,3 2 32,5 3 0,-2 3 1,0 6-1,-2-2 228,-2-2-301,-2 3 1,-2-6 0,0 8-5,0-1 0,-4-5 0,-2 1 232,-2 1 54,-1 2 0,-7-4 0,-3 1 47,-4 1 0,-10 0 0,-5 0 0,-4-2 797,-5 2-1479,-4 2 1,-5-4 0,-1-1-154,0-1 1,2 2 0,3-4 0,7-2-2983,6-1 1185,4 4-1835,13-5 4055,8 6 0,35-15 0,20-10 0,4 3 0,-1-1 0</inkml:trace>
  <inkml:trace contextRef="#ctx0" brushRef="#br0" timeOffset="45">3498 4450 7954,'0'-14'937,"0"4"1,0 1 578,0-2 1,0 3-722,0-2-590,-6 7 0,-2 3 1,-6 11-1,-1 5 0,0 4 1,-3 2 764,-1 4-822,0 1 0,5-4 0,0 1-185,0 1 1,-1 2-13,1 2 0,2-3 0,0-2 0,5-3 58,0-1-489,-4-4 0,8 5 0,-5-7-746,2 0 461,1-6 65,5-2 670,0-6-111,0 0 329,0-6-238,0-2 0,-5-2 20,1 1 1,-7 1 0,3-3 0,-2 2-36,1-3 237,-1 6 1,1-5-1,1 5 55,2-2 0,-4 3 120,5-4 135,-6 6-226,10-4 0,-7 7 1,5 2 449,-2 3-514,0 2 0,5 3 0,0-1-28,0 2 1,2 2-1,1 1 1,3-1 136,2-4-207,2 4 1,-1-5 0,1 5-102,1-4 1,-4 2 0,3-5-173,1 2 155,2-5 0,-4 5 128,1-3 1,-1-3 41,5 2-300,1-8 0,-6-3 1,-1-4 64,-2 2 0,4-1 1,-6-4-1,1 0-77,1 0-153,-4 0 0,4 4-1217,-6 1 503,0-1 536,0 2 371,0 2 0,0 17-618,0 3 495,0 4 1,2-9-1,1 0-957,2 3 0,1 0 1206,-1 2 0,-16 13 0,1 3 0</inkml:trace>
  <inkml:trace contextRef="#ctx0" brushRef="#br0" timeOffset="46">3256 5189 7954,'15'-6'596,"-6"3"1,-1-7 1861,-2-1-872,-1 5-1261,-5-1 1,5 14 0,-1 2 0,0 4 0,-1 1 338,1 0-516,-2 7 0,6-5 0,-5 2-29,2-2 0,0 3-131,-5 0 1,4 0-1,1-5 1,-2 1 65,-1-1-183,-2 0 0,0-4 1,1-3-1,3 1-599,0 0-557,1-5-1463,-5 4 873,0-7 92,0 0 1783,0-7 0,-6-32 0,-2-15 0</inkml:trace>
  <inkml:trace contextRef="#ctx0" brushRef="#br0" timeOffset="47">3484 5189 7954,'8'-14'1098,"4"0"0,-10-1 167,3 1-128,3 0 1643,-7 6-1700,5-5-1194,-6 12 0,0-4-363,0 10 493,0-4 0,0 12 0,0-4 0,0 4 125,0 1-206,0 7 1,0-5-1,0 3-180,0-4 1,5 0 0,1-3 0,1-1-92,-1-1 501,5-1 0,-3 1 1,6-2 97,1-2 1,-1-1 0,2-5 0,2-2 551,6-3-594,-3-2 0,4-8 0,-6 1-55,-2 0 0,-2-5 1,-4-2-1,-3 1 355,-2-1-638,-1-4 0,-5 9 1,-2-3-211,-3 3 1,-4 2 0,-9 2 0,-2 1-609,-2 1 691,-2 7 1,0-3 0,2 6-134,2 0 0,-4 1 0,5 4 0,2 3-1553,1 0 1443,8 4 1,-3-4-1,6 6 1,2 1 0,1-1 486,2 0 0,13 19 0,3 5 0</inkml:trace>
  <inkml:trace contextRef="#ctx0" brushRef="#br0" timeOffset="48">5446 8729 8360,'0'-8'1297,"0"2"-867,0 6-104,0 0 1,0 6-1,0 3 610,0 4-833,0 1 0,0 2 0,0 1 0,0 4 0,0 0 334,0-1-430,0-1 1,-5-5-1,0 0 1,2 2 0,2 2 224,1 1-145,0 0 1,0 0 0,0-1-65,0 0 1,0-1 0,0 1-1,0 1 74,0-2-90,0 5 0,0-6 0,0 4-5,0 1 0,0-4 0,0 5 0,-2-1-288,-3-4 187,4 5 0,-6-6 0,7 5 58,0-1 0,0-4 0,0 3 1,0-2 23,0 2 4,0-3 0,-4 5 1,-1-7 3,2 0 1,1 2 0,2 1 0,0 2 53,0-1-36,0 4 1,-1-6 0,-3 3 0,0-4 0,-1 1 0,5 1 0,0 2-6,0-1-13,0-2 0,0 3 0,0 0 22,0-2 0,0 3 1,0-1-1,0 0 8,0 2 83,0-5 0,0 9 0,0-6-18,0-2 1,-5 4-1,0-1 1,2 1 100,2-1-163,1 6 1,0-11 0,0 6 10,0 0 0,0-4 0,0 5 0,0-1 92,0-4-88,0-1 0,0 3 1,0 0 9,0-2 0,0 0 0,0 1 0,0 1 57,0-2-112,0-1 0,0-2 6,0 0 1,0-4 39,0-1-478,0-6-54,0 4-415,0-7-2734,0 0 2029,0-7 1612,6 6 0,9-42 0,3-22 0,5 2 0,0 0 0</inkml:trace>
  <inkml:trace contextRef="#ctx0" brushRef="#br0" timeOffset="49">5432 8729 8360,'0'-8'-440,"0"0"0,0 3 1740,0-4-798,0 3 0,0-2 1,1 4 158,4 0 1,-2-1-382,7 5 1,-6 0 0,6 0-37,1 0 1,3 0-1,3 0 1,4 0 425,1 0-681,2 0 0,9 0 0,2 0-56,1 0 1,-3 0 0,5 0 0,0 0-203,-2 0 276,5 0 0,-9 0 1,6 0-418,1 0 326,-4 0 1,2 0 0,-6 0-1,4 0 1,1 0-230,4 0 281,1 0 0,6 0 0,1 0 65,-3 0 0,4 0 0,0 0 0,0 0 109,0 0-132,-8 0 0,0-5 1,-3 1 2,3 0 1,-3 3-1,-1 1 1,-3 0-85,-2 0 69,4 0 1,-6 0-1,5 0-17,0 0 0,-4 0 0,7 0 1,0 0-65,-1 0 78,4 0 1,-10 0 0,7 0-33,2 0 68,1 0 0,1-5 0,3 0 0,0 2 0,3 2 164,-2 1-183,-2 0 0,-1-5 0,-2 0 0,-3 2 1,3 1 0,-3 1 0,1-2 30,-1-2-62,3 0 0,-6 4 1,4-3 49,-1 0-37,0-1 0,5 5 0,-2 0 1,-2 0-1,-1 0-22,2 0 26,1 0 1,-5 0 0,-3 0-3,-3 0 3,-1 0 0,-1 0 1,1 0-1,-2 0 0,-2 0-6,-2 0 7,1 0 0,6 0 0,2 0-1,1 0 7,0 0 1,-4 0 0,-1 0-1,2 0 1,2 0 19,1 0-25,-6 0 0,-1 0 1,-2 0-60,3 0 47,-5 0 0,5 0 0,-5 0 1,2 0-1,0 0-38,1 0 46,-5 0 0,6 5 0,-7-1-26,-2 0 5,-1-3 1,3-1 0,0 0 0,-2 0-1,-1 0-88,-2 0 114,0 0 1,5 0 0,0 0-11,-1 0 55,-3 0 0,4 0 0,0 0 1,-1 0-1,-3 0-25,0 0-31,-1 0 0,-5 0 0,1 0-42,1 0 31,2 0 1,-4 0 0,0 0 0,3 0-1,0 0-21,2 0 79,1 0 0,-6 0 0,1 2 417,1 2-413,-5-2 1,7 4-36,-4-6-183,-3 0 294,1 0-422,-7 7 173,0-6 122,6 6-85,-4-1 114,4-5 0,-6 7-1,0-3-4,0-3 1,0 6 58,0-4 0,0-1 70,0 7 90,0-7 0,0 5-74,0-3 1,0 3 0,0 6 167,0 0-261,0-6 0,0 5 1,0-4 90,0 4 0,-5 1 0,0 0 1,2 0-71,2 1-120,1-1 0,0 5 0,0 0-10,0-2 0,0 0 0,0 1 0,0 1-288,0-2 321,0 5 0,4-4 1,1 4-90,-2-2 0,1 1 0,-1-4 1,1 4-44,0 1 177,3-5 1,-5 9 0,3-6 61,-4 2 1,4-3 0,0 3 0,-2 0 89,-1 0-75,-2 2 1,0 0 0,0-2-46,0-1 0,0 4 0,0-3 0,0 2-30,0-1 11,0 1 0,-5 1 0,0 1-145,2-1 0,-3 3 1,1-7-1,0 1-60,-1 3 143,4-4 1,-6 4 0,5-4-10,-2 1 0,-4-3 1,4 3-1,1 0-107,-3 0 97,6-5 0,-7 9 0,5-6 12,-2 2 0,0-3 0,5 3 0,-2 0-17,-2 1 49,2 0 1,-4 1 0,6-2-5,0-1 0,0 2 0,0-4 0,0 0-38,0 2 69,0-5 1,0 9 0,0-6-43,0-2 0,0-1 0,0 0 0,0 1 123,0 2-102,0 0 0,0 0 0,0 0 20,0-2 0,0 4 1,0-2-1,0 0 63,0 1-95,0-4 1,0 5 0,0-7-7,0 0 1,0 0-1,0 0 1,0 1 31,0-1 5,0 0 0,0-4 1,-2-1-1,-1 2 0,-2 2 150,2 1-155,2 0 1,1-4 0,0-1 17,0 2 1,0-3 0,-2 2-66,-3 1-170,4 1 66,-6 2 1,7 1 68,0-1-17,0-6 1,0 0-33,0-4 9,0-2 301,0 4 0,-1-6-49,-4 0 1,-3 0-1,-6 0-270,0 0 14,0 0 1,-5 0 0,-2 0 57,-1 0 1,-2 0 0,-6 0 0,-1-1-328,-3-4 313,-5 3 0,1-4 0,-8 6-17,-1 0 0,-2 0 0,3 0 0,-4 0-23,-6 0 107,9 0 0,-15 2 0,10 1-8,-3 2 0,-4-1 0,1-2 1,-1 1-36,4 2 45,8 0 0,-7-4 1,5 2-25,-1 2 1,-1 0-1,-3-5 1,4 1 26,1 4-28,-5-3 1,5 4 0,-5-6-4,2 0 0,6 5 1,-1-1-1,1 0-142,-1-3 116,3-1 1,-5 5 0,6 0-100,0-2 0,-6 3 1,-1-1-1,-2 0-112,-1 1 166,8-4 1,-4 4-1,4-5 4,-2 4 1,3-3-1,-5 2 1,1-2-102,1-2 90,-7 0 0,1 0 0,-4 2 73,6 2 1,2-2 0,5 3-1,3-4-92,0-1 58,6 0 1,0 0-1,7 0-23,0 0 0,-1 0 0,1 0 0,-1 0-224,1 0 265,-1-6 0,1 4 0,-2-2-7,-3 2 1,3 2-1,-3-2 1,3-1-101,1-1 72,1-1 0,1 3 0,1-1-4,3-2 0,1 1 0,-4 4 0,3-2-74,-3-3 173,6 4 1,-7-6 0,5 7 36,0 0 0,-3-1 1,4-2-1,0-2-66,1 2 11,1 1 0,5 2 1,0-1 59,-1-4 0,1 3 0,1-4 410,4 0-288,-4 4 0,10-6 31,-6 3 0,4 4 0,-5-4 8,-1 4-158,5-6 0,-7 6 2,4-4 1,-4 3-1,1 1-26,2-4 132,4 3 1,1-5 108,0 2 0,-1 2 208,1-7-264,4 1 1,-6-1 0,6 2-73,-4 2 1,2-5 0,-6 1 272,-3-2-522,6 4 1,-6-3 0,4 5 5,0-2 1,-3 3-1,4-3 1,1 0 109,0 0-10,-5 5 0,9-10-37,-3 4 0,4-4 1,1-1-1,0 0-93,0 0 105,0-7 1,0 1-1,1-7-59,4-2 0,-2 4 0,5-8 0,-2 1-252,-2-1 368,-3 9 0,-1-9 0,0 11 145,0 0 1,0 1 0,0 7 233,0 0-141,0 0-341,0 6 1,2 2-1905,2 6 1488,-2 0 1,9 1 0,-5 2-2847,2 2 3312,-4 6 0,21-3 0,-2 6 0</inkml:trace>
  <inkml:trace contextRef="#ctx0" brushRef="#br0" timeOffset="50">5531 9369 8254,'-6'-8'1067,"3"1"355,-7 7-1073,7 0 1,-5 0-27,3 0 71,4 0 0,-4 0 122,10 0-505,-4 0 1,12 0-1,-3 0 1,4 0 0,3 0 222,2 0-236,6 7 1,-7-6 0,5 4 21,3-3 1,2-1 0,4 2 0,1 2-26,-2-2-36,-1-1 1,4-2-1,0 0 91,3 0 0,-6 1 1,3 3-1,-4 0 7,-2-1-37,0-1 1,1-2-1,-1 0 2,1 0 0,-1 0 1,2 0-1,2 0 33,1 0-25,0 0 0,-4 0 0,-1 0-9,0 0 1,1 0-1,-1 0 1,-1 0-21,-3 0-21,3 0 1,-5 0 0,6 0 30,1 0 1,-6 0 0,1 0 0,1 0 31,2 0-56,2 0 1,-1 0 0,1 0 23,-1 0 0,0 0 0,2 0 0,2 0-18,1 0 9,0 0 0,-4 0 0,1 0-8,3 0 1,-3 0 0,3 0 0,-3 0-65,-1 0 54,-1 0 0,-1 0 1,-2 0-19,-1 0 0,-2 0 0,3 0 0,-1 0 23,1 0 60,2 0 1,0 0-1,-2 0 51,-1 0 0,0 0 1,4 0-1,-1 0 35,-3 0-129,2 0 0,-8 0 0,6 0 19,1 0 0,-3 0 1,2 0-1,-1 0 74,-1 0-142,5 0 0,-9 0 0,4 0 18,-2 0 1,4 5-1,-3 0 1,-1-2-11,1-2 17,4-1 1,-5 0 0,6 0-17,-3 0 0,-2 0 0,4 0 0,2 0-52,-2 0 49,1 0 0,-3 0 0,1 0-181,1 0 179,2 0 0,2 0 0,-1 0 0,-1 0 0,-2 0-61,-1 0 92,0 0 1,2 0 0,0 0 20,-3 0 0,1 0 0,5 0 1,-3 0 70,-2 0-70,3 0 1,-5 0 0,8 0 25,3 0 1,-3 0 0,3 0 0,-1-1 7,1-4-55,-3 3 0,10-4 0,-7 6 17,-2 0 1,-1 0 0,-1 0-1,-1-2 8,1-2-6,-7 2 0,5-4 0,-5 6-9,0 0 0,3 0 0,-6 0 1,0 0-18,2 0 16,-5 0 0,6 0 1,-5 0 0,2 0 1,5 0 0,-5 0 0,0 0 53,1 0-47,-4 0 1,9-2-1,-6-1 16,-1-2 0,2 1 1,1 4-1,-1 0 110,1 0-69,4 0 1,-9 0-1,3 0 21,-3 0 1,2 0 0,1 0 49,-1 0-234,-9 0 1,-1 0-209,-3 0 90,-4 0-118,6 0-676,-7 0 0,-2 0-1741,-3 0 2749,4 0 0,-43 0 0,-4 0 0</inkml:trace>
  <inkml:trace contextRef="#ctx0" brushRef="#br0" timeOffset="51">7479 8672 8141,'0'-8'-4,"0"0"1,-2 5-1,-1-3 476,-2-2-145,1 5 1,2-8 726,-3 6-942,4 6 1,-5 3 0,6 5 0,-2 1 0,-1-1-1,-2 1 315,2 1-417,1-5 0,2 7 0,-1-4 66,-4 4 1,3-4-1,-2 1 1,2 1 207,2 1-207,0 3 1,0-1-1,0 0 106,0 0-117,0 0 1,0 1 0,0-1-1,0 0 1,0 0 98,0 0-154,0 7 0,0-5 1,0 3 251,0-3-234,0-2 1,0 0 0,0 0 0,0 0 0,0 1 147,0-1-132,0 6 1,0-4 0,0 3 108,0-3-125,0-2 1,0 0 0,0 1-1,0-1 1,0 0 38,0 0-63,0 0 1,0 5-1,0 0 29,0-1-60,0-2 0,0-1 0,-1 3 0,-3 1 0,0-2-20,0-1 52,-3-2 0,3 5 0,-3 2-21,0 1 15,2-5 0,1 5 0,-1-4 0,0 0 0,0 1-198,1 2 172,-1 1 1,0 0 0,1-1-324,0-1 320,3-4 0,1 6 0,-2-4 0,-1 1 0,-2-2-145,2-1 147,2-2 1,1 5-1,0 0 32,0-2 1,0 1 0,0-1 0,0 2-141,0-2 127,0-1 1,0-2 0,0 0 6,0 1 0,0 1 0,0 1 1,0 2-93,0-2 72,0-1 0,0 0 1,0 1-4,0 2 0,0 0 0,0-5 1,0 1-19,0-1 56,0 0 0,0 0 1,1 0 53,4 1 1,-4-1 0,4 0-11,-3 0-3,-2 0 0,0 1-51,0-1 0,0 0 0,0 0 23,0 1-38,-7-8 1,6 6 0,-4-3 18,4 2 0,1-2 0,0-1 0,0 2 322,0 2-305,0 1 0,0 0 0,0 1 11,0-1 0,0-5 0,0 1 0,0 1-48,0 1 5,0 3 0,0-1 1,0 0 0,0 0 0,0 0 0,0 1-45,0-1 150,0 0 1,0 0 0,0 1 50,0-1 0,0 0 0,0 0 149,0 0-193,0 1 1,0-1-1,-2 0-71,-3 0 1,4-4 0,-4-1-63,3 2 61,-4 2 1,4-4-7,-2 1 1,1-2 335,-2 1-234,3 4-26,-4-12 1,6 7-52,0-3 90,0-3 80,0 4-71,0-6-922,0-6 1,0 3-1,0-7-358,0-1 0,0 3 1,0-1 1127,0-2 0,6-53 0,2-13 0</inkml:trace>
  <inkml:trace contextRef="#ctx0" brushRef="#br0" timeOffset="52">6256 9639 7741,'8'0'499,"0"0"752,-3 0 212,-4 0-962,6 0 0,-9 1 77,-3 4-487,4-3 0,-10 10 0,4-2 0,0 2 0,-5 3 111,0-1-227,-2 6 1,-1-2-1,3 4-65,2-2 0,-2 4 0,2-3 1,-2-1-138,-3 1 162,7-2 0,-3-5-523,7 0 0,-3-1-548,3-4 674,2-3 1,-3-7 74,10-4 1,-2-3 0,7-6 0,1-2-693,1-3 895,3-3 0,-6-1 0,0-1 184,3-1-3,0-2 0,-2 3 0,-2 2 0,-1 1 1,0 4 573,-1 1-215,-1-4 0,0 9 1,-1-4-1,1 4 1431,1 3-1331,-4-4 0,11 10-119,-4-3 0,-1 5 0,0 5 0,0 5 558,0 2-731,1 3 1,1-1 0,-1 2 142,2 2 1,-3 0-1,0 4 1,0 0 277,0 0-575,-5-4 1,8 7 0,-5-5 76,2 3 1,-5-6 0,4 2 0,-3-3 323,1-2-714,0 0 0,-5-4 130,0-1-1392,0-6-667,0 3 0,-2-17 917,-2-3 577,2 3 1,-11-1 737,4 2 0,-29-15 0,-8-5 0</inkml:trace>
  <inkml:trace contextRef="#ctx0" brushRef="#br0" timeOffset="53">6143 9866 9937,'-8'0'2930,"1"0"-1802,20-6-884,-4 4 1,20-9-1,-2 5-277,4-2 0,2 0 0,-4-3 0,-1 3-339,1 2-400,-7 1 0,-2 0 0,-5 1-38,-1 0-1376,-6 3 2186,-2 1 0,-38 6 0,-7 2 0</inkml:trace>
  <inkml:trace contextRef="#ctx0" brushRef="#br0" timeOffset="54">8033 9596 7776,'15'-8'891,"-7"-4"677,-4 2-570,-2 4-243,-2-1-493,0 7 0,-2 0 0,-2 0 495,-6 0-608,4 0 0,-2 5-251,3 0-99,4 0-635,-6-5-1314,7 0 0,-4 1 2150,-1 4 0,-44 22 0,-6 11 0</inkml:trace>
  <inkml:trace contextRef="#ctx0" brushRef="#br0" timeOffset="55">7820 9653 8849,'-6'-14'2166,"4"4"-1214,-2 1-235,2 6 1,-3-5 450,0 3-1056,1 3 1,4-2 16,0 8 1,0 0 0,0 5 0,0 2 622,0 2-697,0 1 0,0 5 0,0 1 56,0 3 0,0-4 0,0 3 0,0 0 80,0 0-303,0-5 1,0 4 0,0-5-381,0 3 1,-2-4-825,-3 4 426,4-3-1670,-5-8 1045,6-2 912,0-6 1,0-1 602,0-4 0,25-66 0,-9 24 0,-1 1 0</inkml:trace>
  <inkml:trace contextRef="#ctx0" brushRef="#br0" timeOffset="56">7991 9625 10604,'-8'0'2611,"0"0"-2356,3 0 1,4 6 0,-6 3 166,1 4-355,4 1 1,-4 0 0,6 1 0,0-1 0,0 0 147,0 0-389,0 0 0,0 1 0,0-1 25,0 0 0,6 0 1,4-1-1,3-2-471,1-1 475,6-7 0,-4 5 1,5-5-179,-1 1 343,2 1 0,2-11 1,0-4-1,-1-2 1,0-2 282,-5-1 10,-2 1 0,-1-2 0,-3-1 238,-2-2-421,-4 0 1,-6 3 0,-2-1 0,-2-2 0,-6 2 373,-2 1-578,-3 2 1,-5 1 0,-4 2 1,-3 1 1,4 7 0,-1-2 0,0 4-243,2 1 88,-5 6 1,11 1-1,-3 5-224,4 2 295,0-3 0,1 10 0,0-7 0,1 0 1,4 1-300,4-1 387,-3 0 1,7 0 0,-4 0-219,3 1 206,2-1 1,0 0-1,2-1 1,3-2-22,4-2 103,-3-6 1,7 4 5,-3-7-141,2 0 0,2 0 0,1 0-809,-1 0 614,-6-7 1,3 4 0,-5-5-1855,2 2 2181,-5 1 0,3-26 0,-6-9 0</inkml:trace>
  <inkml:trace contextRef="#ctx0" brushRef="#br0" timeOffset="57">8702 8587 8007,'8'0'1543,"-2"-2"-340,-6-3-721,0 4-267,0-5-174,0 6 1,0 6 0,0 3-1,0 6 1,0 2 40,0 2 1,-2 6-1,-1-1 1,-2 4 124,2 5-176,2-3 0,1 7 1,-2-6 68,-3 3 1,4 3-102,-4-3 0,3-1 0,2-5 0,0 1-67,0-1 58,0 1 0,-1-1 0,-2 0 1,-2-1-1,2-1-25,1-3 31,2-5 0,0 8 0,0-3-28,0-1 1,0 0 0,0-5 0,-1 4-138,-4 1 146,3-5 1,-4 8 0,6-6-62,0-1 1,0 4-1,0 0 1,0 0-2,0-3 70,-6 3 0,4-4 1,-3 4 26,4-2 1,1 4-1,0-5 1,-2 0-35,-2 1 48,2-4 0,-4 9 1,6-4-47,0 1 1,-2-5 0,-1 4 0,-2-2-179,2 0 130,1 6 0,2-9 1,0 4 18,0 1 0,0-4 0,0 6 0,0-3-98,0-3 131,0 6 0,0-6 0,0 5 16,0-1 1,0 2 0,0-4 0,0 0 15,0 2-22,0-5 1,0 9 0,2-6-21,3-2 0,-4 0 0,4 1 0,-3 1-83,-2-2 47,0 5 1,0-6-1,0 3 9,0-3 1,4 3 0,1 0-1,-2-2-90,-1-1 138,-2-2 0,0 5 0,0 0 34,0-2 0,0-1 0,0-2 0,1 1 43,4-1-12,-3 6 1,4-4 0,-6 3-4,0-3 0,0-2 0,2 0 0,1 1 150,2-1-156,-1 0 0,-4 0 1,0 0 139,0 1 1,5-1-1,0 0 3,-2 0-238,-2-6 1,-1 0 124,0-3 13,0-4-167,0 6-131,0-7 0,0-2-1344,0-3 822,0-2 1,0-3-1291,0 1 2016,0 5 0,13-46 0,3-5 0</inkml:trace>
  <inkml:trace contextRef="#ctx0" brushRef="#br0" timeOffset="58">9071 9625 7747,'7'-8'444,"-6"-5"1,4 4 887,-3-4-713,-2 5 1,0 0-263,0 3-256,0 4 1,0-4 0,-2 10 83,-3 4 1,4-1 0,-6 2 0,3 1 68,-1 1-197,-6 3 1,8 3-1,-5 1-3,1-1 0,-2-2 1,3-2-1,-2 2-176,-3 3 64,4-4 0,-4 6-363,7-7 210,-7 0 1,9 1 0,-4-3-484,-1-2 672,6-4 100,-6-6 158,7 0-107,0 0 243,7 0-186,-6-6 0,6 3 27,-7-7-329,0 7 96,0-3 13,0 6-140,6 0 48,-4 0 1,4-2 78,-6-3-77,0 4 30,0-6-19,0 7 983,0 0-825,0-6-45,0 4-150,0-4 0,1 6 13,4 0 95,-3 0-6,4 0 3,-6 0-129,0 0 90,0-6 60,0 4-18,0-4 51,0 6-1593,0 0 1,25 6 0,7 2 0</inkml:trace>
  <inkml:trace contextRef="#ctx0" brushRef="#br0" timeOffset="59">9128 9639 7747,'0'-8'-159,"2"-3"1,1 4 0,2 0 0,-2-4 1206,-2-2-213,-1 5 0,0-5 418,0 4-890,0 3 59,-6-1-277,5 7 0,-4 2 1,8 3-1,2 4 378,-2 4-422,5 1 0,-7 0 0,6 0 0,-3 1 0,3 0 239,1 4-306,-5-3 1,5 6 0,-5-4 1,2 1 20,6-1 0,-10 1 0,6 0 0,-3-1 0,1-2 97,-2-2-252,5 0 1,-6 0-85,2 0 1,-2-4 12,-2-1-553,0-5-143,0 2 361,0-6 1,0-2 174,0-2 0,0-4 0,-2-7-354,-2 1 684,-4 0 0,-19-13 0,-3-3 0</inkml:trace>
  <inkml:trace contextRef="#ctx0" brushRef="#br0" timeOffset="60">8972 9781 7747,'-8'0'1545,"-5"0"-632,5 0-504,0 0 1,4 0 0,8 0-82,6 0 0,3-5 0,2 0 1,3 2 378,1 2-601,6-6 1,-9 6 0,3-4-61,-3 3-86,-2 2 1,0-4 0,0-1-635,0 2-1470,1 1 1242,-7 2-1677,-2 0 2579,-6 0 0,-25 0 0,-7 0 0</inkml:trace>
  <inkml:trace contextRef="#ctx0" brushRef="#br0" timeOffset="61">6484 10264 7209,'8'0'4148,"-2"-6"-3968,-6-2 0,-2 0 0,-2 3 357,-6 4-461,-2 1 0,-4 0 1,-3 0-1,-5 1 1,-3 3-1,-1 2 1,-2 2 129,-3 3-218,3 8 0,-5-3 0,8 4 0,3-1 0,5 0 82,4-2-59,0 6 1,7-6-1,5 5 1,8-1 0,9-4-69,8-1 214,5-8 0,8 4 1,3-4 25,3 0 1,0-2-1,-3-6 1,-5 0 89,-3 0-225,-1 0 1,-7 0-356,-3 0 97,-10 0 25,-3-6 1,-7 4-1,-4-2-645,-4 2 1,-4 2-1,-1 2 1,0 1-1942,-1 2 2771,-5 6 0,-21-3 0,-11 6 0</inkml:trace>
  <inkml:trace contextRef="#ctx0" brushRef="#br0" timeOffset="62">7891 10463 7687,'-8'-14'290,"2"5"1,6-1 0,-2 1 0,-1-1 1425,-1 1-1503,-1 6 1,5-2-1,0 10 1,0 4 0,0 4-1,0 1 1,0 2 294,0 3 0,0-4 0,-2 4 0,-1-3 16,-2-2-393,1 7 1,4-5-134,0 3 0,0-4 0,0 0-161,0-1 288,0-6 0,0 0 249,0-4-244,0-2 0,0 3 1,0-10-1,0-4-22,0-4-84,0-1 0,0-7 1,0-3-1,0-4 1,0-4 122,0-1-221,6 0 0,-4 5 0,2 1 177,-2 3-178,-2 4 0,0 1-207,0 0 118,0 6 1,1 13-1,3 11 1,0 6-1,-1 6 347,-1-1-170,-2 11 1,0-14 0,0 9-300,0-1 91,0 0 0,0-5 0,0-1 1,0-2-1,0-1-1006,0 0 393,0-9-1637,0 4 751,0-5 1362,0 0 1,0-3 331,0-10 0,38-35 0,9-13 0</inkml:trace>
  <inkml:trace contextRef="#ctx0" brushRef="#br0" timeOffset="63">9057 10392 7713,'0'-14'145,"0"5"1,0-1 0,0-1 2115,0-2-1077,0 5-724,0 2 1,0 8 148,0 2-535,0 4 0,0 2 0,-1-2 0,-3 0-155,0 0 41,-1 1-89,5 5 1,0 0 64,0 1 153,0-7 212,0-2 83,0 0-190,0-4-148,0 4 0,-2-6-205,-2 0 179,2 0-28,-4 0-469,6 0-545,0 0 1074,0-6-138,0 4-278,0-4 274,0 6 148,0 0 49,0-6 24,0 4 0,0-6 162,0 3-102,0 4-108,0-6-31,0 1-98,0 5-103,0-12 86,0 11 0,0-6 8,0 4 7,0 2 0,0-6-366,0 3 309,0 4 32,0-5 0,6 4 285,4-3-145,2 4 1,-2-6 152,-1 7 1,1 0-84,4 0 25,0 0 1,-5 0 35,1 0 1,-5 0 18,4 0 67,-6 0-8,4 0-116,-1 0-160,-4 0 1,2 0-204,-8 0 0,-4 2 0,-7 1-169,1 2 332,-6 6 0,4-3 0,-5 6 55,1 0 0,4 0 0,-5 1 1,3-1 30,-1 0-49,0 0 1,0 1-1,1-1 16,6 0 1,-1 0 0,8 0 0,2 1 35,2-1 150,7 0 1,3-5-1,10-1-21,5-1 1,8-1 0,1-3 0,-2 2 276,-1-2-335,-1-1 1,1-2 0,0 0 11,-2 0 1,-2 0 0,-12 0 272,0 0-116,0-7 122,-6 6-511,-2-6-536,-6 7 1,-6 0-1224,-3 0 1,1 0-1999,-2 0 3857,1 0 0,-12 26 0,-1 5 0</inkml:trace>
  <inkml:trace contextRef="#ctx0" brushRef="#br0" timeOffset="64">18398 9056 8143,'8'-8'346,"0"-5"1,-5 4 1025,2-4-1025,0-1 0,-4 6 1,2 2 23,2-1 1,0 4 125,-5-6 49,0 6-424,0-4 0,0 9 0,0 3 0,0 4 444,0 4-510,0-5 1,0 4-1,0-2 30,0 2 0,0 7 0,0 0 1,0-1 298,0-2-304,0 4 1,0 1-1,0 4-36,0-1 1,0-1 0,-2 6 0,-1-1-197,-2 1 124,1-1 1,4 0 0,0 1 23,0-1 0,-2-4 0,-1 0 0,-2 3 318,2 4-263,1-1 1,2 0-1,0-6 27,0 1 0,0 2 1,0 1-1,0 1 88,0-1-42,0 1 0,0 1 0,0 1 35,0 2 0,0 2 0,-1-3 0,-2 1 183,-2-1-371,0-2 1,0 3 0,1 0 57,1-1 1,1-2 0,2-4-1,0 0 167,0-3-247,0 1 0,0 3 0,0-2-62,0-1 0,5 0 0,-1 4 1,1-1-78,2-3 164,-6 2 1,5-3-1,-6 5-48,0 0 0,0 1 0,0-1 1,0-1 198,0-3-119,0 3 1,0-5 0,0 5 83,0-4 1,0 4 0,0-5 0,0 2 491,0 0-461,0-7 0,0 5 0,0-4 60,0 0 0,0 1 1,0-4 104,0-1-738,0-6 288,0-2-578,0-6 422,0 0 0,0-6-952,0-4 1,5-2 0,0-3 0,0 1-2646,1 0 3406,2 0 0,1-7 510,1-2 0,-5-21 0,-1-9 0,3-4 0,1-1 0</inkml:trace>
  <inkml:trace contextRef="#ctx0" brushRef="#br0" timeOffset="65">18484 9056 8138,'-8'0'-504,"0"0"1,3 0 1722,-5 0-686,4 0 1,-5-6-87,6-4 0,1 2 0,5 0-47,4 2-312,-3 1 0,10 4 0,-2-3 73,2 0 1,4-3 0,1 4 0,4-1 306,1 0-361,8 3 1,0-1 0,5-1 184,0-2-193,1 1 1,7-1 0,-1 0 0,1 2 0,0 1 283,-1 2-289,1-6 0,1 4 0,2-2-153,1 2 107,1 2 0,-6 0 0,1-1 0,0-3 0,-1 0 152,1 0-216,0 3 0,-1 1 1,3 0 16,2 0-13,-3 0 0,5 0 0,-6 0 1,-1 0-1,1 0 78,0 0-127,-1 0 0,6 0 0,-1 0 117,-1 0-45,5 6 1,-1-4-1,7 3 1,0-4 0,-2-1 38,-3 0-55,4 0 1,-3 2-1,4 1 15,-6 2-9,-5-1 0,-4-4 0,1 0 0,-1 0 0,1 2-52,0 3 45,-1-4 1,1 6 0,1-6-40,4 4 56,-4-4 1,10 6 0,-5-7 0,0 0 0,3 1 171,3 4-177,-8-3 0,10 4 1,-9-6 21,4 0-21,-3 0 1,6 0-1,-4 0 1,-1 2 0,-2 1 41,-4 1-64,-2 1 1,1-5 0,0 0 44,-1 0-48,1 0 1,0 0-1,1 2 1,2 1-1,3 2-28,1-2 4,-4-2 0,9-1 0,-2 0-30,2 0 52,-5 0 1,-1 0 0,-6 0 0,0 0 0,1 0-133,3 0 101,-2 0 0,3 0 1,-5 0-201,0 0 210,-1 0 1,6 0 0,-1 0 0,1 0 0,-1 0-29,0 0 41,1 0 1,-1 0 0,1 0 7,-3 0 27,0 0 1,-4 0 0,-2 0 0,-4 0-1,-3 0 64,-6 0 63,-7 0 1,3 0 0,-4 0 131,1 0-225,0 0 0,-5 0 0,2 0 1,1 0-1,2 0 253,-2 0-207,-1 0 1,-1 0-1,-1 0 78,0 0 106,-6 0-131,4 0 102,-10 0-112,4 0 0,-7 0-25,-4 0-44,3 0 79,-4 0-112,6 0-237,0 0 139,0 7 11,0-6 127,0 6 1,0-1 0,0 3 0,0 4 467,0 1-426,-6 1 1,4 0-1,-2 4 417,2 5-409,2 3 1,0 6-1,-2 2 1,-1 1 0,-3 4 556,-2 1-566,5 1 1,-8 1 0,4 0 68,0-1-198,3 7 1,-4-9 0,5 1 0,-1-5 0,0-3-59,3 2 35,1 1 0,0 1 1,0-3 79,0 1-80,0-5 1,5 7-1,-1-4 1,1 3 0,0 0-59,0-2 98,-1 2 1,1-5 0,0 6 2,-2-2-8,-1-2 1,-2-3 0,0 1 0,0 2 0,0-1-162,0-2 149,0-1 1,0-1-1,1-1-112,4-4 129,-4 4 1,6-6-1,-7 4 1,0-1-1,0 0-7,0-2-18,0 4 0,0-5 0,0 4-17,0-1 0,0-5 0,0 5 0,0-1-90,0-1 95,-7 5 1,6-11-1,-4 5-62,4-1 0,-1-4 1,-1 3-1,-2-3-178,2-2 204,1-6 1,2 4 0,0-2-17,0 3 1,0-4 0,0 1-107,0 1 200,0-5 0,0 2-59,0-3 0,-4-2 247,-1 6-231,0-6 1,0 5 129,1-3 1,-7-3-1,1 2 325,-3-2-400,-1-2 0,-6 0 0,-4 0 13,-3 0 0,-8 0 1,-3 0-1,-4 0 36,-6 0-52,-2 0 0,-7 0 0,-1-2 46,-4-2 1,-3 2 0,-6-3 0,0 4 62,0 1-136,-7 0 1,4 0 0,-6 0 46,38 0 1,2 0 0,-38 0 0,2 0-1,4 0 85,1 0-32,-1-7 1,1 6 0,2-4-101,2 3 1,4 1 0,6-2 0,1-2-285,-1 2 296,6 1 0,2-2 0,5-1-40,-3 2 1,1-4 0,-6 3 0,-2-1-365,-1-2 298,-2 6 1,0-5 0,0 4-32,0-3 0,0 4 1,0-6-1,0 3-22,1-1 163,5 0 1,-7 5 0,5-1 45,5-4 1,2 3 0,3-2 0,-1 2-54,-4 2 40,10 0 1,-9-5-1,9 0-36,-3 2 1,-6 2-1,-1-1 1,3-1 8,0-2 1,-4 1 1,5 4 0,-3-2 19,2-3 1,3 4 0,-1-4 0,-1 3 299,-3 2-292,2 0 1,-4 0 0,5 0 22,-3 0 1,2 0 0,-4 0 0,2 0-57,0 0 0,-1 0 0,1 0 1,0 0-21,1 0 1,-3 0 0,1 0-1,4 0 8,5 0 120,-2 0 1,4 0-1,-4 0-8,3 0 1,-1 0 0,6 0 0,1 0 183,2 0-266,-5-6 1,5 4-1,-1-2-111,5 2 0,-1 2 0,4-2 0,-4-1-320,-2-1 321,7-1 0,2 3-1104,6-2-119,-1 2 830,7-4 1,4 4 0,8-1-750,6-2 1,9-1 0,5 3 0,2-4 1231,3-1 0,25-20 0,6-10 0</inkml:trace>
  <inkml:trace contextRef="#ctx0" brushRef="#br0" timeOffset="66">20133 9084 7561,'0'-8'65,"5"0"0,-1 4 0,-1-6 2326,-1-2-1656,-2 4 0,0 0 932,0 3-1277,0 4-97,0-12-62,0 11-158,0 2 0,0 5 0,0 8 94,0 2 1,0 4 0,0 0 0,-2 5 242,-2 3-275,2 1 1,-4 6-1,4 0 249,-3 3-270,4 1 0,-7 4 0,5 1 0,-2 1 0,2 2 691,1 1-685,-4 1 1,4-6 0,-2 1 237,2 0-260,2-1 1,-5 2 0,1 2 0,0 2 0,1-3 335,-1 0-342,2-9 1,-4 10-1,4-4-99,-3 3 1,4-3 0,-6-2 0,3-2 189,-1 1-125,0 2 1,5 2 0,0-2 9,0-3 0,0 3 1,0-3-1,0 1 194,0-1-270,7 3 0,-4-11 1,5 5-44,-2 0 0,-1-5 1,-5 2-1,0-7 16,0-6-188,0-3 1,0-2 0,-2-2-40,-3-2-214,4-4 0,-7-4-802,3 3-571,4-4 787,-6 5 165,7-12 0,0 3 1,2-7-1,3-1-2922,4-1 3204,4-2 615,1-1 0,15-24 0,7-12 0,2-3 0,1-1 0</inkml:trace>
  <inkml:trace contextRef="#ctx0" brushRef="#br0" timeOffset="67">21754 8956 8204,'7'-14'266,"0"0"0,-2 4 0,-1 1 0,1-1 1135,1 3-990,-4 0 0,4 9 0,-6 3 0,0 6 0,0 6 1672,0 7-1876,0 3 0,-5 7 1,-1 3-1,-2 2 1,-1 2 165,1 3 1,-3 9 0,5-1-1,-1 5 295,1 4-393,-5-2 1,8 9-1,-5-5-24,1 1 0,-2 1 0,4 2 0,0-7 326,-1-7-428,-2 3 0,-1-7 0,1 4-90,2-1 1,-4-6 0,5 2 0,1-4-236,-3-2 115,6-5 1,-6 4 0,7-5-149,0 1 1,-4 4-1,-1-5 1,2 2 97,1 0 170,2-7 0,0 6 1,0-7-7,0-2 0,0 4 1,0-10-1,0 0 77,0-3-92,-6 3 1,4-11 0,-2 3-506,2-1-1334,2-7 390,0 1-1240,0-7-1538,0 0 2118,0-7 1504,0-1 567,-6 0 0,-34-35 0,-17-15 0,16 19 0,-1-1 0,0 1 0</inkml:trace>
  <inkml:trace contextRef="#ctx0" brushRef="#br0" timeOffset="68">18356 9525 6756,'0'-8'3057,"0"0"-1337,0 3-1527,6 4 1,-3-5-1,7 6 1,1 0-1,1 0 1,4 0 261,3 0 1,5 0-1,10 0 1,7 0 222,5 0-539,8 6 0,1-5 0,7 4 69,-2-3 1,-3-2-159,-5 0 0,2 1 1,-7 3-1,-1 0 54,-2-1-73,-1-1 0,-1-2 0,1 2-56,0 2 1,-1-2-1,-1 3 1,-1-4 11,-2-1-26,0 0 1,9 0 0,2 0 9,2 0 1,1 0 0,5 0 0,1 0 63,4 0-52,-4 0 0,5 0 0,-4-1 61,2-4 1,-1 3 0,5-2 0,0 2 199,0 2-234,-5 0 1,8 0 0,-5 0-5,2 0 1,-1-2-1,4-1 1,-3-1-90,-2 0 85,5-4 1,0 7-1,3-4-106,-6 4 0,-3-4 1,-2 0-1,1 2-78,-1 1 158,-1 2 0,-2 0 0,0 0 10,-1 0 0,3 0 0,1 0 0,0 2-53,-5 3 101,2-4 0,-6 6 0,6-6-69,-1 4 1,-3-4-1,-3 4 1,1-2-9,-1 2 35,2-3 1,4 4 0,-3-6-2,-1 0 1,-4 2 0,4 1-1,2 1 17,1 0-12,-4-3 1,4-1 0,-3 0 7,3 0 1,2 0-1,-2 0 1,-1 0 23,-2 0-1,0 0 0,7 0 0,1 0 30,1 0 0,1 0 1,-3 0-1,-1 0 288,-1 0-263,3 0 0,-16 0 0,3 0-33,-2 0 0,-3 0 0,3 0 0,-1 0 116,-2 0-162,4 7 1,-9-6 0,5 5 40,1 1 0,-2-4 0,-5 5-287,-7-2-338,-7-1 87,-14-5 0,-8 0 0,-10 0 0,-4 0-1646,-5 0 1631,-9 6 1,-9-4-1,-7 3 509,-3-4 0,-5-2 0,-13-2 0,-1 1 0,-9-1 0,1 0 0,0 1 0</inkml:trace>
  <inkml:trace contextRef="#ctx0" brushRef="#br0" timeOffset="69">19166 10008 8008,'0'-22'224,"-6"2"0,4 5 0,-3 1 0,4 0 1796,1 0-1079,0 6 0,1 2-45,4 6-635,-3 6 0,4 2 0,-6 6 0,0 2 0,0 1 0,0 2 932,0-1-1140,0-3 1,0 4-1,0 0-153,0-1 69,0-3 0,2 4 1,1 0-1,3-1 1,0-2-280,1-2 142,4 0 0,1-5 0,7 1 0,-1-1 0,-1-1-340,2-3 448,-3 3 1,9-6 0,-4 2-21,1-2 1,-5-8 0,2-4-1,-2-3-38,2-1 172,-3 0 0,5-2 1,-9-1 18,-2-2 0,1-2 0,-6 4 0,-2-2 253,-2 2-257,-1 1 0,-1 3 0,-5 2-6,-9 2 1,-1 5-1,-7-2 1,-2 1-37,-2 1 12,-2-1 0,1 5 1,-1 0-169,1 0 63,-1 6 0,7-4 1,3 4-1,4-1-387,0 0 204,7-1 1,2-2-54,6 3 174,6-4 1,4 6 0,9-9-1,3-1 1,2-3-299,-1-2 530,1-2 1,0-4-1,0 0 25,1-1 1,-5 1-1,-1 0 1,-4 0 410,-6 0-314,4-1 0,-12 1 1,2 0-154,-6 0 0,-11 1 0,-10 2 0,-3 3-913,-1 2 654,0 1 0,-2 5 1,-2 0-2046,-1 0 1503,0 0 0,9 8 0,2 5 0,3 4 728,6 0 0,12 43 0,9 10 0</inkml:trace>
  <inkml:trace contextRef="#ctx0" brushRef="#br0" timeOffset="70">19351 10520 7451,'0'-14'1398,"0"4"2344,0 1-3439,0 6 1,-5 3-1,-1 9 1,-1 6-1,0 2 1,-1 3-1,-3 1 412,-2-1 0,3 6-678,1-3 0,1 0 1,-3-1-1,3-2-530,2-2 181,1-3 1,0 0-1,1-1-967,0 0 1109,3-6 0,2-3 0,4-10-584,5-5 582,-4-8 1,7-5-1,-4-5 1,4 0-1,1-1-549,0 1 898,0-1 1,-4 2 0,-2 4-47,-2 4 422,5 3 1,-9 2-1,4 1 124,0 4-316,-4 2 0,9 10 0,-5 5 338,2 7-229,-5 8 0,8-1 0,-4 7 1,-1-2-1,2-2 967,0-1-1367,1-1 1,1 1 0,-2-2-589,-2-1-435,-1-2 1,-1-5 0,1 0-2372,-2 0 1716,-1-6 719,-2-2 1,-2-7-1,-2-4 1,-7-4 888,-7-4 0,-17-5 0,-9-3 0,-6-2 0,1 0 0</inkml:trace>
  <inkml:trace contextRef="#ctx0" brushRef="#br0" timeOffset="71">19251 10691 8023,'-8'0'39,"-3"-2"-39,7-3 2932,-1 4-2061,-1-5 1,12 6-518,3 0 0,6-5 0,10 0 1,3 2-889,4 1-194,-5 2 0,0 0 728,-4 0 0,17 0 0,4 0 0</inkml:trace>
  <inkml:trace contextRef="#ctx0" brushRef="#br0" timeOffset="72">20773 9880 8054,'0'-14'193,"0"0"0,0 0 1,0 0-1,0-1 1156,0 1-506,0 6 1,0 0 523,0 4-959,0 2 1,0 7 0,0 9 12,0 2 0,-2 1 1,-1 1-1,-2 2 200,2 2-572,-5-4 0,6 4 1,-2-5 66,2 2 1,2 5 0,0-5 0,-1-2-327,-4-1 47,3-2 0,-4 0-548,6 0 728,0-6 1,0 2 150,0-10-453,0-3 0,1-13 0,3-3-67,0-5 262,1-3 1,-5-3 0,0-1 0,0-4 0,0 0-223,0 1 614,0 0 1,0 11 0,0 1 283,0 1-304,0 2-380,0 11 1,0 3 0,0 10 229,0 5-398,-6 9 1,4-2 0,-3 5 0,4 0 0,1 0-2149,0 4 1100,0-6 1,0 5-1,0-4 1314,0 1 0,0 21 0,0 9 0</inkml:trace>
  <inkml:trace contextRef="#ctx0" brushRef="#br0" timeOffset="73">20630 10506 8054,'-6'-14'342,"0"0"1,-4-1-1,4 3 1,1 1 657,0 1 1,1 5-1,4-4 96,0-2-951,0 5 1,6-6 0,4 8-1,2 1 0,4 1 0,1 2 1,2 0 413,-1 0-406,4 0 1,-6 6 0,3 4-49,-4 2 1,-5 3 0,-2-1 0,0 0 222,0 0-240,-5 7 1,1-1 0,-8 6 177,-6-3-173,-2 1 0,-7 4 0,-2-1 0,-1-1 0,-3-3 273,-2 3-274,-2-6 0,6 1 0,1-7 110,1 0-157,8-6 0,4 3 1,10-6-63,11-2 457,7-2 1,15-2 0,6-2 510,6-2-759,-2-6 0,5 8 0,-8-5 1,-3 0-1,-5 2 601,-3-1-1522,-8 3 1,-6 2 511,-7-3-463,-5 4 0,0-6 1,-8 7-1,-6 0 1,-3 2-3860,-1 3 3356,-6-4 0,2 7 0,-4-5 1183,2 2 0,-25-13 0,0-8 0</inkml:trace>
  <inkml:trace contextRef="#ctx0" brushRef="#br0" timeOffset="74">22365 9852 8053,'0'-14'258,"-2"4"1,-1 1 0,-2-2 0,2-2 1790,2-1-240,1 0-1074,0 6 1,0 8-433,0 9 1,0 4 0,0 3 0,0 1 41,0 2 1,0 5-1,0-4 1,-2 1 177,-3-1-620,4 6 0,-5-11 0,6 6-23,0-1 1,1-4 0,4 3-401,4-3 386,10-2 0,-3-6 0,5-3-213,-1-4 366,-4-1 0,11 0 1,-5-1-1,0-4 1,-3-4 155,-3-4 101,-2-1 0,-6 0 1,-3-2-55,-4-3 0,-1 3 0,-1-3-112,-4 3-110,-3 2 0,-6 5 1,-2 1-10,-3 1 0,-2 3 1,-4 4-1,2 0-422,-3 0 312,6 0 0,-1 0 0,7 0-294,0 0 1,0 1-754,-1 4 841,1-3 1,8 9 164,6-7 1,8 1 0,9-5 0,4 0-147,1 0 143,1 0 1,6-6-1,-1-2 309,1 0 1,4-6 0,0 1 0,-3-4 617,-5-1-428,-4 3 0,-8-1 1,-4-2 122,-4-1-435,-4 0 0,-2 5 1,-4 0-1,-6 1 0,-6 4-86,-7 4-359,-3-3 0,-1 7 0,-1-4-322,1 3 0,1 9 1,2 2-1,2 4-1484,3 1 2227,7 0 0,7 57 0,6-28 0,0 0 0</inkml:trace>
  <inkml:trace contextRef="#ctx0" brushRef="#br0" timeOffset="75">22393 10591 8287,'0'-14'3339,"0"5"-423,0-1-2645,0 7 0,0-2 0,0 10 0,0 4 1,0 4-1,-1 3 757,-4 3-949,3 3 0,-4 5 1,6-2-1,0-1 1,0-1 0,0 0 1,0 3-1,0-4 1,2 1-249,2-4 56,4-4 0,7-2 1,-1-2-70,0-1 1,2-7 0,1 1 0,4-4-36,1-4 193,-5-4 0,4-6 1,-7-1-135,0 1 250,0-6 1,-6 4 0,-1-3 0,-3 3 0,1 2 271,-2 0-378,-1-1 1,-8 6 0,-4-1 70,-3-1-112,-1 5 0,-2 0 0,-3 6 0,-3 0 0,-1 0-179,-1 0 205,7 0 0,-4 0 0,7 0-131,0 0 1,-1 4-1,1 3-533,0 1 527,6-5 1,3 3-237,10-6 426,3 6 0,12-4 0,4 3 0,3-5 0,1-3-116,1-2 98,-1-6 0,-1 3 0,-3-5 632,-5 4-426,-3-4 1,-4 5-1,-2-6 1,-5 0-1,-4 0 327,-1-1-562,-6 1 1,-8 5-1,-10 1-267,-3 2 0,-6 1 0,-2 5 0,0 0-757,1 0 702,0 0 1,11 0 0,1 1-2303,1 4 1359,2 3 0,6 8 1287,4 3 0,28 3 0,13 6 0</inkml:trace>
  <inkml:trace contextRef="#ctx0" brushRef="#br0" timeOffset="76">21384 8317 7958,'0'-15'919,"0"1"1,0 0 0,-2 1 1868,-2 4-2501,-4 3 0,-7 6 1,1 1-1,-2 4 1,-1 4-1,-2 4 1,0 3 1200,-1 3-1401,4-3 1,-9 10-1,6-4 1,1 2 0,4 0-5,5 1 0,-3 0 1,8 1-1,2-4 31,5-2-268,12 6 1,7-11 0,8 4 40,3-3 1,-2-8 0,6-3 0,-2-4-13,-4-1 41,-7 0 1,-4 0-1,-7-1 54,-4-4-791,4 3 1,-11-10-1,1 4 1,-6 0-3852,-7 3 4672,-2-3 0,-41 13 0,-8-3 0</inkml:trace>
  <inkml:trace contextRef="#ctx0" brushRef="#br0" timeOffset="77">7379 8118 7716,'0'-23'338,"0"3"0,0 6 0,0-1 0,0 1 0,0 0 2087,0 0-1852,0 0 0,-6-1 0,-2 1 0,-1 2 1485,-1 2-1730,7 4 1,-5 6-219,3 0 0,4 1 0,-4 4 0,4 5 671,1 2-664,0 2 1,-5 5 0,0 2 0,0-1 0,1 3 169,-1-1-287,0-5 0,0 8 0,1-4-7,1 1 0,1-5 1,2 2-1,0-3-405,0-2 318,0 1 0,0-1-74,0 0 0,2-5 0,2-1 115,6-1 76,2-3 1,3-5 0,-1-4-14,0-4 1,0 1 0,0-2-1,1-1 73,-1-1-152,0-3 1,-4 6 0,-1-1 122,2-1 0,-3 0 0,0 0 4,-2 2-93,5 6-50,-9-10 50,11 11-65,-12-4-158,5 0 0,-6 3 0,2-5-445,3 1 499,-4 3 1,10-3 184,-6-2 1,1 2 0,-2 1 51,0 0 173,1 4-11,1-10 5,-4 4-67,4-7-223,-6 8 0,-1 0-70,-4 7 86,-3 0 1,-8 0 0,-1 0-20,-2 0 1,-2 0 0,4 0-1,-2-1-113,2-4 183,1 3 1,2-4 0,-1 6 212,1 0 0,0 0 240,0 0-12,6 0-104,-5 0-83,12 0-424,1 0 0,3-2 0,6-1 130,2-1 1,4-1 0,2 3 0,2-1-70,-2-2 133,-1 1 0,-2-1 68,1 0 0,-1-4 0,0 2-64,0-1-31,-6 5 1,-2-9-66,-6 2 1,-1-2 0,-4-3-242,-4 1 189,-10 6 1,-3-3 0,-5 5-204,3-2 0,-3 5 0,5-2 1,-2 3-712,1 2 516,5 0 1,-1 2-1,8 1-127,2 2 1,6 6 0,-2-2 0,3 4 667,2 1 0,32 26 0,7 6 0</inkml:trace>
  <inkml:trace contextRef="#ctx0" brushRef="#br0" timeOffset="78">18938 9710 8117,'0'-14'378,"0"6"1,0-5 0,0 4 1079,0-4-1081,0 5 1,-1 2 0,-4 6 391,-4 0-681,2 0 0,-5 4 0,4 3 1,-2 1-1,1 3 242,-2 1 1,-7 3-176,-1-1 0,1 2 0,2 3 1,-2 4 344,-1 4-372,-6 2 0,3-1 0,-6 2 0,1 3 0,1 3 159,3 1-196,-1 4 0,0-6 0,2 4-104,2-1 1,2-6 0,7 1 0,3-3-174,2-2 79,1-6 1,5 4 0,0-6 59,0 2 0,0 0 0,2 2 0,1-3 1,2-1 27,6-4 0,-8 9 0,6-6-54,3-1 1,0 2 0,2-1-34,1-2 125,-1 6 0,-5-12 0,1 3 57,1-2 0,1 1 1,3 1-1,-1 1 79,0-1-118,0-6 1,1 4 0,0-2 102,4 2 0,-3 3 0,3-1 0,-3 0-56,-2 0-54,0 0 0,1 1 0,-1-1-127,0 0 1,-5-1-1,1-2 1,-1-2-118,-1 2 146,5-4 1,-7 5-1,5-4-18,-1 0 1,-1 5 0,5-4 0,2 2-73,3-1 184,-3 2 0,6-4 0,-4 7-13,0-1 1,8 0 0,-4 0 0,2 0 149,-1 1-166,1-1 1,4-5 0,-1 1-21,-3 1 1,1-3 0,-4 0 0,1 0 33,3-1-14,-4-3 0,4 7 1,-5-7-4,3 0 0,-4-1 0,4 0 1,1 2 8,-2-2 14,5-2 1,-7 4 0,6 0-5,-3-2 1,0-1 0,0-2-1,-4 1 12,-3 4-39,-2-4 0,5 6 1,0-7 12,-1 0 0,-3 1 1,1 2-1,1 2-2,2-2-21,7-1 0,-10 0 0,4 1 4,1 1 1,-4 1 0,5-3-1,0 1 30,0 2-14,-4-1 0,2-2 0,-6 1 2,1 2 1,-1 0 0,0-5-1,0 0 15,1 0-12,-1 6 1,0-4 4,0 2 1,0-2-1,1-2 1,-1 1-3,0 4 7,0-3 0,-4 4 0,-1-6-8,2 0 0,-3 0 4,2 0 80,-1 0-69,-1 0 0,0 0-41,-3 0 26,3 0 1,1 0-9,1 0 0,-1 0 0,5 0-19,0 0 23,1 0 0,-6 0 0,1 0 13,1 0 0,1 0 1,3 0-1,-1 0 178,0 0-152,-6 0 1,5 0-22,-4 0 1,4 0-1,-1-2-7,-2-2-35,2 2 0,-8-4 46,5 6-33,-6 0 65,4 0 256,-7 0-591,0 0 273,0-6 48,0 4 70,0-4 181,0 6-2227,0 0 0,0 6 0,0 2 0</inkml:trace>
  <inkml:trace contextRef="#ctx0" brushRef="#br0" timeOffset="79">18811 9994 7998,'-8'-14'115,"1"6"1,7 0-1,0 3 1,0-4-1,2-2 1228,3 1-1063,-4-2 1,7 9-1,-5-7 1,4 1 0,-1-1-1,2 2 423,0 2 0,-4-5-535,6 1 0,-5-1 1,4 0-1,2 2 174,2-2 0,1-2-213,0-1 1,0 0 0,1-1 0,-1 1 73,0 0-195,0 6 1,5-5 0,2 4 0,-1-4 0,2 1 113,1 2-80,0-2 0,6 5 0,1-4 142,3 2-135,-3-1 1,9 1-1,-5-1 1,-3 1-1,1-1 267,1 1-250,-3 6 1,5-8 0,-7 6 128,1 2-131,-1-5 1,-3 6-1,1-4 1,0 1-1,0 1 239,1 0-235,6 3 0,-2-4 0,7 0 114,2 2-128,1 2 0,1-4 1,0 0-1,-3 2 0,-1 1-17,1 2-2,-4 0 0,0 0 1,-7 0-179,1 0 143,6 0 0,-5-4 1,4-1-1,0 2 1,0 1-1,3 2-15,-6 0 0,9 0 0,-7 0 1,-1 0 10,4 0 1,-5 5-1,6 0 1,-2-1-1,-2 1 103,1 0-83,-4 6 1,10-8-1,-7 5 15,-1-2-32,-2 5 0,-2-8 1,1 7-1,1-1 1,1 1-73,2-1 76,1 1 0,-6 3 0,0-2-18,1-2 11,-1 1 0,-4 4 0,-2 0 0,0-1 0,-1-1-7,-1 2 20,6-9 0,-11 14 0,4-9 53,-3 2-80,-2 2 0,1 1 1,-3-1-1,-1 2 1,-1 1-48,1 2 48,1 0 1,3 0 0,-3 1 44,-2 3 0,2-1 0,-4 3 0,2-1 14,-1 1-52,1 2 1,-2 1 0,-4 1-4,-2-1 1,0 1 0,1-1 0,1-1 31,0-3-8,-3 2 0,-1-5 0,0 4 13,0-1 0,0 0 0,0 2 0,0 0 68,0-3-66,0 1 0,-5 3 1,1-2 10,1-1 50,-5-7 1,1 10 0,-4-3 0,2 3-1,-1 0 450,2-4-410,-4 4 1,4-6 0,-6 4 29,-1-1 0,1-2 0,0 3 1,-2-3 266,-3-1-413,3-2 0,-4 0 0,4-1 71,-3 0 0,3-2 0,-3-1 0,2 3 184,-2 1-292,3 6 0,-4-9 1,4 4 110,-3 1 0,3-4 0,-3 5 0,2 1 193,-2-1-243,3-5 0,-9 4 1,4-7-2,-1 0 1,-2 0-1,-4 0 1,0 1 100,-1-1-83,-6 0 1,4-1 0,-7-2 18,-2-2 0,-1-4 1,-3 3-1,-2 0 83,-1 0-179,6-5 1,0 3-1,3-6-148,-3 0 0,0 0 0,3 0 1,3 0-386,0 0-335,5-6 0,-11 3 0,5-7-617,0-1 1,1 5 0,6 1 1509,1 3 0,18-4 0,6-2 0</inkml:trace>
  <inkml:trace contextRef="#ctx0" brushRef="#br0" timeOffset="80">10905 8985 7829,'0'-14'-238,"0"4"1,0 1 2231,0-2-1591,0 4 0,0-1 1,2 5-1,1 0 907,2 5-1030,0 4 0,-5 10 1,0 1-1,-2 4 1,-1-1 706,-2 1-979,0 4 0,4-8 0,-2 5 52,-2-1 1,-1 3-207,1-5 0,3 0 0,-2-5 0,2 0-596,2 0-174,-6 0 0,4-4-2776,-3-1 2688,4-5 1004,1 2 0,19-63 0,4-14 0</inkml:trace>
  <inkml:trace contextRef="#ctx0" brushRef="#br0" timeOffset="81">10905 8956 7829,'8'-14'1264,"0"0"407,-3 0-1355,-3-1 1,9 6-1,-5 1 150,2 2 1,1-4 0,6 4 428,-1-2-790,0 5 0,-5-3 1,1 6-49,1 0-36,2 0 1,1 6 0,-2 3 0,0 4-149,-3 1 51,-6 0 1,3 1-1,-6-1-509,0 0 469,0 0 1,0 1-1,-1-1 1,-4 0 0,-6 0-508,-6 0 466,1-6 1,-5 5 0,6-4-316,-4 4 381,3-5 1,-9 3 0,6-6 0,1 0-1,2-1-187,2 1 257,6 0-195,-4-5 345,10 0 0,-3 0 1,12 0-1,5 1 1,7 2 342,3 2-261,-4 0 1,7 0 0,-4-1 406,1 0-470,-5 3 0,8 0 0,-6 4 0,0-3 0,0 0 31,0 0-84,0-5 0,-5 9-266,1-2 122,-1-4 0,0 0 1,0-6-1,0 0-437,1 0 359,-1-6 1,-5-2-1,1-6-267,1 0 389,2 0 0,-1-5 0,-1-2 0,-3 1 0,-2-1-14,-2 4 175,-3 1 0,-1-3-105,0 0-26,0 6 1,-1 7 0,-4 6 0,-5 0-140,-2 0 112,-2 6 0,-1 2 0,3 6 12,2 1 24,-2-1 1,5 0 0,-2 0 0,4 1-1,2-1-288,-2 0 191,4-6 1,-4 4-325,10-2 293,2 3 0,12-6 0,2-2 1,1-3-1,3-2-243,2 0 303,2-7 0,-1 4 0,1-6 207,-1-2-117,0-2 0,-4-1 0,-2 0 0,-1 0 0,-2 1 313,1 3-150,-10-2 1,9 10-73,-10-3-91,4 4 0,-4 1 65,1 0-154,-7 0 0,3 1 114,-6 4-555,0-3 226,0 4 195,0 0 10,0-4 33,-6 4 0,3-6 0,-7 0 0,-1 0 1,-1 0-5,-3 0 0,0 5 0,-3 1-19,-1 2 51,7-5 0,-1 10 0,3-3 0,-2 2 19,-2 2 25,6 1 1,-3-1 0,6 0 11,2 0-51,1 0 0,8-1 0,6-2 1,3-3-1,6-2 97,1-2-132,8-3 1,0-1 0,3 0 67,-3 0-23,-1-6 0,-1 3 0,-1-7 0,-3-1 0,-4-2 60,1-1-124,-12 0 0,10 0 1,-11 0 74,0-1-548,5 7 1,-12 1-593,4 2 908,-10 3 0,2-4 1,-6 6-475,-3 0 680,6 0 1,-2 0 331,3 0-41,-2 0 704,-1 0 234,1 0 86,7 0-2892,0 0 0,-12-6 0,-4-2 1</inkml:trace>
  <inkml:trace contextRef="#ctx0" brushRef="#br0" timeOffset="82">11858 9113 7888,'0'-14'831,"-5"4"0,1 1 1541,0-3-1795,3 6 0,1 1 1,0 10 785,0 5-1263,6 2 1,-3 3 0,5-1-1,0 2 173,0 2-242,1-2 1,1 5-1,-2-7 1,0 0-935,0 0 726,1 1 1,1-7 459,-1-4-153,1-2 1,4-2-1,0-2 1,0-2 696,0-6-781,-6-9 0,5-3 1,-5-5 348,0 3-358,4-2 1,-5 5 0,2-3-1,-4 5 135,-3 4-2302,4 0 247,-5 8 1,6 2-726,-7 10 1305,6 2 1303,-4 1 0,23 24 0,-1 0 0</inkml:trace>
  <inkml:trace contextRef="#ctx0" brushRef="#br0" timeOffset="83">12811 8814 7933,'14'-14'153,"-5"0"0,-1 0 0,-1-1 975,-4 1 1,-3 5 305,-5-1-1200,3 7 1,-10-3 0,2 6 0,-4 0 0,-3 1 24,-2 4-228,0-3 0,0 10 1,0-1 0,1 7 0,1-1 0,1 7 1,0 1 95,4 2-221,1 1 1,-2 1 0,4 1-33,4 3 0,-1-3 1,1 3-1,2-3 100,1-1 208,2-1 1,2 4 0,1-2-66,2-4 0,4-5 0,-3 1 0,1-1 117,-1-4-222,-1-1 0,0-7-936,-1 1 1,3-7-1691,-3 2 1896,-2-4 0,4-2-1402,-6-4 2119,0-3 0,-31-63 0,11 28 0,0 1 0</inkml:trace>
  <inkml:trace contextRef="#ctx0" brushRef="#br0" timeOffset="84">12469 9099 7940,'-8'0'3048,"-4"0"-1982,10 0-687,-4 0 1,8 0-1,2-2-61,6-3 1,4 4 0,3-4 0,4 3 19,1 2-727,2 0 0,4 0 1,1 0 309,-1 0-422,0 0 0,4 0 1,-2 0-1,-5 0 1,-1 0-1415,-2 0 1487,-4 0 1,-3 0 334,-5 0 243,-7 0 656,3 0 0,-7 0 231,-4 0 0,2 7 469,-7 2-1021,7 4 1,-8 1 0,6 0-48,2 0 1,2 1 0,1-1 26,0 0-430,0 0 1,0-4-170,0-1 45,0 1 151,0 4 41,0-6 0,0-8 0,0-10 0,0-2-452,0-3 243,0-5 1,1 3-1,2-6-124,2 3 0,6 1 0,-3 5 1,2 0-95,-1-1-155,0 1 0,6 1 0,-1 2-102,0 2 0,0 6 1,1-2-1,-1 3-2441,0 2 2485,0 0 0,-1 7 1,-2 1 536,-2 0 0,-5 4 0,2-4 0</inkml:trace>
  <inkml:trace contextRef="#ctx0" brushRef="#br0" timeOffset="85">13166 9056 10516,'0'-8'2971,"0"0"-1937,0 3-302,0 4 1,-6-6-595,-4 7 1,2 2 0,-1 1 0,-1 3-137,3 2-104,-6 2 1,10 4 0,-5 0-160,1 1 1,-2-1 0,4 0 0,2 0-439,2 0 498,1 1 1,1-3-1,4-1-91,4-1 1,4-7 0,1 2-1,0-4 141,1-1 201,-1 0 0,5 0 0,0-1 122,-2-4 1,-1-3 0,-2-6-1,-1 0 189,-4-1-225,4 1 1,-12 0-165,4 0 1,-5 0 0,-5 1-434,-4 3 349,-4 4 1,-6 6 0,0 0-324,2 0 0,-3 2 0,1 2-1200,1 6 1200,2-4 0,9 2-39,2-3 1,5-4 0,6 6-250,8-1 663,7-4 1,3 4 0,-1-6 90,3 0 1,0-5 0,3 0 0,-1 1 531,1-3-77,-7 6 1,-2-5 0,-5 6 111,-1 0 0,0 0 223,0 0-243,-6 0 0,-2 1 1,-6 4-50,0 4 1,0 4 0,0 1-1,0 0 524,0 1-950,0-1 0,-4-5 0,-1 1-111,2 1 0,0 0 0,-1 0-606,0-2 592,-1-5 0,5 3-320,0-2 178,0-3 1,0-7 0,0-9-408,0-2 386,0 0 1,2 2-1,2 0 147,6 0 0,-2-1 1,1 3-1,1 1-14,-2 1 30,4 7 0,-9-3 179,7 6 1,-1 0 0,6 0 446,-1 0-387,-6 6 0,-2 2-166,-6 6 0,5 0 0,-1 1-1033,0-1 762,-3-6 0,-1 0-52,0-4 1,2-2 0,2 3-386,6-4 538,-4-1 0,7-6 0,-2-4 47,6-2 0,-1-2 0,5 1 0,-2 2 31,0 1 362,0 1 1,-5-1-1,0 3-78,0 0 0,0 3 0,1 4 915,-1 0-748,0 6 0,-6 2-57,-3 6 1,-4 0 0,-1 0 0,0 1-331,0-1-216,0-6 0,0 4-2115,0-2 227,0-4 473,0 0-147,0-6 1755,-6 0 0,-59-37 0,23 13 0,-1 0 0</inkml:trace>
  <inkml:trace contextRef="#ctx0" brushRef="#br0" timeOffset="86">14517 8971 7905,'14'-7'63,"0"4"1,0-5 0,-1 0-1,-2 0 2036,-1-3-1239,-7 5 1,3-2-1,-8 5 740,-2-2-1483,-10 0 1,-2 5 0,-5 2 0,1 1 0,-2 4 82,-1 0 1,-3 8-1,2 4 1,-1-2 334,1-1-639,-3-2 0,16 5 0,-3 0-52,1-2 1,7 1 0,1-1 0,5 2 163,5-2 39,3-1 0,14-2 0,6 1 96,9-1 1,-1-5-1,0-1 1,-1-1 350,-3-4-346,-2-2 0,-4-1 0,-2 0 167,-5 0 0,-9-1 0,-4-2 124,0-2-505,-4 0 0,4 3-252,-6-2 1,-6 2-1,-4-3 1,-2 4-438,-3 1-690,1 6 0,-2-3 1,-1 7-386,-2 1 1830,0 1 0,-39 9 0,-12 1 0</inkml:trace>
  <inkml:trace contextRef="#ctx0" brushRef="#br0" timeOffset="87">10792 9539 7418,'-8'0'2926,"0"-1"-1069,3-4-853,4 3-525,-6-10-356,7 10 0,7-4 1,2 6-1,4 0 1,3 0-1,2 0 0,6 0 541,3 0-660,1 0 1,1 5 0,1-1 56,3-1 1,3-1 0,5-2 0,-1 0 181,-2 0-236,0 0 0,4 0 0,0 0 28,-5 0 0,3 0 0,-5 0 0,-1 0-32,1 0 50,5 0 1,-10 0 0,4 0 122,1 0-148,2 0 0,4 0 0,-2 0 0,-3 0 0,1 0 125,-1 0-111,2 0 0,3 0 0,-1 0 89,-2 0-159,-7 0 0,10 0 1,-4 0-1,-1 0 0,-3 0 49,-3 0-47,5 0 1,-4 0-1,6 0-48,-3 0 1,4 0 0,-4 0 0,-1 0 1,1 0 57,-3 0 0,5 0 0,-5 0-22,3 0 70,-1 0 1,2 2 0,1 1 0,0 1 0,-1 0 43,0-3-3,-5-1 1,11 0 0,-5 0-37,0 0-35,-1 0 1,-5 0-1,2 0 1,1 0-1,-1 0-82,-2 0 73,-2 0 1,5 0 0,0 2-83,-1 3 75,-2-4 1,-2 5-1,-1-6 1,-1 0-1,-3 0-113,3 0 118,0 0 0,3 0 1,1 0 16,3 0 14,3 0 1,4 0 0,-1 0-1,2 0 1,-1 0 124,1 0-134,0 0 1,2 0 0,-1 0-8,1 0 1,-5-4-1,0-1 1,0 2 15,-2 1 13,5 2 1,-6 0 0,3 0 31,-5 0 0,2 0 0,-2 0 0,-1 0 191,-2 0-223,-8 0 1,3 0 0,-6 0 124,-2 0-233,-1 0-72,-8 0-501,-2 0 1,-7 0-344,-4 0-500,3 0 0,-12 0 495,0 0 0,-2 0 0,-9 2 993,-5 3 0,-15 1 0,-8 2 0,-8 3 0,0 0 0</inkml:trace>
  <inkml:trace contextRef="#ctx0" brushRef="#br0" timeOffset="88">10692 9980 7923,'0'-8'220,"0"0"1,0 3 1054,0-4-745,0 3 1,0-2 0,0 3 1315,0-5-1467,0 4 1,-1 0-11,-4 6-251,3 0 1,-10 1 0,4 4 6,0 5 1,-5-1 0,2 4 0,-5 3 175,-3-1-214,0 7 0,0 1 1,1 5 40,0 0 1,-2 1 0,1-1 0,1 2 261,2 3-362,2-2 0,0 8 1,1-6 203,4-1-171,3-2 0,6-2 0,0 2 1,0 2-1,0 1 459,0-1-457,6-2 1,2-7-1,6 1 160,0 1-116,0-4 1,5 1 0,2-5 0,0 1 0,1-4 393,0-3-410,-5-2 1,8 4 0,-6-3 184,-1-6-109,-2 4 0,-7-6-120,0 2-99,-5-2 129,2-2-193,-6 0 1,0-2-317,0-2-1545,-6 2 1149,4-4-2389,-4 6-343,6 0 3560,0 0 0,-44-13 0,-12-3 0</inkml:trace>
  <inkml:trace contextRef="#ctx0" brushRef="#br0" timeOffset="89">11190 10079 7932,'8'-6'173,"-2"5"1,0-6 0,2 6 0,2-3 1205,-1 0 1,-4-3-228,4 3-857,-5 2 1,2-3 306,-6 10 0,0 3-309,0 6 1,-5 2 0,-1 1-1,-2 4 429,-3 1-651,5-5 1,-7 10 0,3-3 0,-2 1-1,-1 1 178,4-3-192,-4-5 1,5 7 0,-4-6-263,2-2 1,-1-1-1,5-3-959,-2-4 63,5 4 547,-4-12 0,7 4 1,2-10-1,1-4-2227,2-4 2426,12-1 1,-7-5 0,9-2-52,-4-1 0,4-1 406,0-6 0,2-7 0,3-7 0,-2-3 0,1 1 0</inkml:trace>
  <inkml:trace contextRef="#ctx0" brushRef="#br0" timeOffset="90">11289 10079 7932,'0'-7'1577,"0"0"1,0 6-791,0-4-289,0 3 1,2-4 616,3 6 1,-2 2 87,6 2-961,1 4 1,-1 8 0,1 1 330,1 2-445,-5 7 1,7-9 0,-4 7-1,2 1 1,0 2 389,-1 1-460,-7 1 0,8-1 0,-5-1-58,2-3 1,0 3 0,2-5-1,-6 0-748,-2-3 432,4-10 1,-4 4-1042,3-4 572,-4-2 1,-1-3-2530,0-8 2634,0-4 1,0-6 0,0-1-1320,0 1 1653,0 0 0,0-2 346,0-3 0,-31-28 0,-9-13 0</inkml:trace>
  <inkml:trace contextRef="#ctx0" brushRef="#br0" timeOffset="91">11289 10293 7937,'-14'0'1071,"0"0"-438,0 0 566,6 0 0,3 0 946,10 0-1825,9 0 0,8 0 1,7 0 708,-1 0-971,0 0 1,-4 0-1,-2-2 1,-1-1-1,-2-2-190,1 2 9,-10 1 0,9 2-1085,-10 0-1634,-3 0 1960,1 0 1,-58 13 0,-12 3 0</inkml:trace>
  <inkml:trace contextRef="#ctx0" brushRef="#br0" timeOffset="92">11872 10449 7317,'-8'0'574,"0"0"1,5-2 4177,-1-2-2990,-1 2-1430,5-4-114,0 6 0,0 1 0,0 4 174,0 5-386,0 2 0,-2 3 1,-1-1-1,-3-2 0,-1-1-525,1-1 4,-5-1 1,3 4 0,-4-2-294,2-1 1,-1-6 0,5 4-1061,-2-2-117,5 6 1985,-4-11 0,58-20 0,12-12 0</inkml:trace>
  <inkml:trace contextRef="#ctx0" brushRef="#br0" timeOffset="93">12213 10236 7844,'0'-14'487,"0"-1"1,0 1 612,0 0-673,0 0 0,0 4 1,2 2-1,3 2 1079,4 3-1240,-2 1 0,5 2 1,-2 0 340,2 0-529,3 0 1,-6 0-1,1 0 1,1 2 192,1 3-380,-4-4 0,0 12 30,-3-4 82,-4 4 1,6 1 0,-7 0 0,0 1 0,0-1 104,0 0-87,-7 0 0,-1 5 1,-6 0-1,0-1 1,0-3-47,0 0 34,-1-1 1,1 0-1,1 0-282,4 0 228,-4-6 0,12 5 1,-2-5-1,6 0 666,6-4-402,10-2 0,5-2 1,8 0 58,1 0 0,6 0 0,-2-2 0,-1-1 399,-3-1-567,-3-7 0,-3 9 0,-3-4-1014,-5-1 329,-10 6-713,-3-6 640,-6 7 1,-11 0 0,-3 2-1,-2 1 1,0 3-2437,2 2 3084,0-4 0,0 8 0,0-4 0</inkml:trace>
  <inkml:trace contextRef="#ctx0" brushRef="#br0" timeOffset="94">12711 10023 7918,'8'-7'1106,"-2"-1"0,-4-1-98,3-1-583,-4 7 0,10-5 0,-4 5 1,0-2 179,5 2 0,-1 3 0,0 5 0,-2 5 440,2 2-876,2 2 0,-1 5 1,0 2 130,-3 1 0,-1 2 0,3 4 0,-3 1 458,-2-1-477,-1 0 1,-5 2 0,0 2 258,0 1-417,0 0 1,-2-4 0,-2-1 0,-6 2-1,-1 2 424,2 1-500,-4-6 0,3-2 0,-5-6-48,0-2 1,-5-1 0,9-2 178,0 1-550,0-7 0,1-2-893,1-6-1157,6 0 1648,-4-6 0,7 2-993,0-5 1,2 6 0,1-4 1766,2 1 0,6-8 0,-3-8 0</inkml:trace>
  <inkml:trace contextRef="#ctx0" brushRef="#br0" timeOffset="95">10266 9724 7917,'-7'-8'166,"6"-5"0,-6 6 0,1-1 0,-3 3 2621,-4 3-2494,-1 2 1,0 0-1,-2 0 1,-2 0 0,-2 2-1,-2 3 1,-2 4 245,2 4 0,-3 1-513,6 0 1,4 0 0,8 1-1,-1-3 112,0-2 1,5 7-124,-2-3 1,10 4 0,4-4 0,5 0-99,5 0 127,-3 1 0,11-1 0,-5 0 0,0 0 0,-1 0 252,-1 1-162,-4-1 1,3 2-1,-10 1 91,-4 2-50,-3 0 1,-2 2 0,-3 2 0,-7 3 0,-9-1 699,-6-2-914,-4 1 0,-5 3 0,-4-2-47,-3-1 1,0-7-1,3 1 1,5-6-265,3-2-120,1-7 1,12 3 31,3-6 0,10-1-312,4-4 591,13-3 1,4-1-1,7 1 89,1 1 0,1-2 0,-1 4 0,-1 2 771,1 1-561,-5 2 0,6 0 1,-7 2 165,-2 3 0,-1 3 0,-2 7 0,-1 3 665,-4 1-716,4 6 0,-12-3 0,4 7 135,-3-1 0,-2 5 0,-2 2 0,-1 1 383,-2 4-584,-6-5 0,3 4 0,-6-6-151,0-1 1,4 3 0,2-4 0,1-2-78,-1-4-441,4-8 1,-2 4 0,6-7 10,0 0 0,6-6 0,6-3 1,5-4-1560,7-1 1547,2 0 1,3-1 0,1-2-409,3-2 0,0-6 1,8 3-1,4-1 889,-1-1 0,-5-5 0,4-5 0,2-3 0,0 0 0</inkml:trace>
  <inkml:trace contextRef="#ctx0" brushRef="#br0" timeOffset="96">13394 10520 7787,'0'-14'1452,"0"0"701,0 0-1682,0 6 1,0 8 0,0 9 0,0 5 0,0 4-1,0 1 447,0-2 1,-5-1-837,0-2 0,-4 2 1,2 1-1,-1 2-259,-3-1 0,3-7 1,1-2-1,-1 2-399,0 2-1367,-2 1 0,1-5-1439,-1 1 2228,7-7 1154,-10 3 0,18-18 0,-3-4 0</inkml:trace>
  <inkml:trace contextRef="#ctx0" brushRef="#br0" timeOffset="97">13948 9966 7734,'0'-15'679,"0"8"0,2-6 901,2 3-1215,-2 4 0,3 0 0,-10 7 523,-5 4-656,-2 3 0,-1 6 0,2 0 1,2 1-1,-2 1 119,-2 2 1,-1 0 0,0 6-1,-1-1 345,1-1-510,0 5 1,4-5 0,1 7-19,-2-1 1,5 1 0,1-1 0,3 0 357,2 1-332,0-1 1,0 1 0,0-1 247,0 1-343,7-1 1,0-1 0,6-3 0,-2-4 0,-1-1 479,1 0-774,-5-6 1,5-1 204,-6-2-834,6-4 0,-8 5-824,6-6 96,-5 0 661,2-5 1,-6-2 0,2-1-331,2-2-92,-2 0 1,6 5 1312,-4 0 0,4-37 0,7-11 0</inkml:trace>
  <inkml:trace contextRef="#ctx0" brushRef="#br0" timeOffset="98">14033 10222 7855,'0'-15'103,"0"6"1,0-1 826,0-1 1,0 3 1014,0-1-877,0 6-448,0-3-509,0 6 1132,0 0-1353,0 6 80,0-5 66,0 6-159,0-7-280,0 0 660,0 6-251,0-4 192,0 4 287,0-6 238,0 0-346,0 6 118,0-4 358,0 4-716,0 0 1,0-2-1,0 5 11,0 2 0,0 2 1,2 1-1,1 0-119,2 0 19,0 1 1,-5 4 0,0 1-228,0 2 153,0-4 1,4 4 0,1-5-1,0 2 1,0-2-375,-1-1 302,7-1 0,-3-1 0,6-2-513,1-2 437,5 2 0,-2-10 0,4 3 0,0-4 0,0-1-580,3 0 740,-4 0 0,-1-6 1,-6-3-283,1-4 306,-1-1 0,-1 0 0,-4-1 1,-3 1-1,-1 0 148,0 0-144,0 6 1,-5-5 0,-2 5 144,-3 0-202,-3-4 0,-7 9 0,-3-5 1,-2 1-1,-2 4 62,-4 2-34,-1 1 1,4 0 0,1 0-18,1 0 42,2 6 0,5-5 0,0 6 1,-1-2-141,1-1-141,0 1-214,6 1 485,2-4 1,7 4-1,6-6 1,5 0-1,7 0-94,3 0 136,-4 0 0,7-5 1,-4-1 193,1-2-159,-5-1 1,8-5-1,-6-1 1,-1 1-1,-3 0 537,0 0-446,-7-7 0,-2 5 0,-6-3-109,0 4 1,-2 2 0,-2 2 0,-7 3 103,-7 2-528,2 1 0,-10 5 0,2 0-11,-3 0 1,3 0-1,2 2 1,0 2-2002,0 6 1633,11 2 0,-8 3 1,11-1-1937,0 0 2024,2 0 656,6 0 0,31 26 0,9 6 0</inkml:trace>
  <inkml:trace contextRef="#ctx0" brushRef="#br0" timeOffset="99">14645 10549 7855,'6'7'97,"-4"0"0,6-7 897,-4 0 473,-2 0-577,10 0 0,-10-2-579,3-3 0,-5 4 215,-5-4-379,3 4-62,-4 1-259,0 0 44,4 0 1,-6 0-92,4 0 187,2 0-49,-11 0 113,5 0 0,-1-2 26,0-3 47,5 4 1,-2-7 51,6 3 0,0 2 25,0-7-40,0 7 35,0-3 0,6 6 503,4 0-497,-4 0 0,0 2 0,-4 2 183,3 6 1,-4 2 0,4 3 0,-5-1 787,-5 0-1086,4 0 0,-12 0 1,4 1-91,-4-1 0,-6 5 0,0-2 0,2-3 190,1-3-1091,-5-1 0,6-1-567,-4 1 1,3-7-2761,2 2 2519,6-4 1733,1-1 0,39-19 0,8-4 0</inkml:trace>
  <inkml:trace contextRef="#ctx0" brushRef="#br0" timeOffset="100">15071 10278 7855,'0'-14'-246,"-4"5"1,-1-1 3758,2-1-2736,1 5 0,2-2 0,-2 6 596,-2 2 0,2-1-1048,-3 10 1,4 6-1,-1 4 1,-1-1-33,-2 3 0,-1-4 0,3 7 1,-2 0 8,2-2-238,1 5 0,2-10 0,-1 5-103,-4-1 0,3-2 0,-2-5-367,2 0 450,2 0 19,0-6 1,0-3 0,0-10 420,0-4-637,0-4 0,5-7 0,0-6-120,-2-5 1,3-1 0,0-6-1,1 0-561,-1 2 703,-1 1 1,0 7-1,-1 1-44,-1 3 1,-1 4-147,-2 6 212,0 6 1,0 3-1,0 11 396,0 8 1,0 7 0,-2 7 0,-1 1 476,-1-1-689,-8 7 1,11-10 0,-5 4-223,-1-2 1,6-7-1,-4 1 1,3-2-1189,2 0 956,-6-7 0,4 1-921,-2-4 0,4-2-961,4-3 1000,-2-2 1,11-4 151,-4-2 1109,4-4 0,7-38 0,2-8 0</inkml:trace>
  <inkml:trace contextRef="#ctx0" brushRef="#br0" timeOffset="101">15370 10151 7855,'0'-10'271,"1"2"1,3 0 628,0 0 940,1 5-1187,-5-3 1,0 12 0,0 4 0,0 2 333,0 3-698,0-1 0,0 0 0,-2 2-87,-2 3 1,1-2 0,-5 5 0,1 0 174,4 0-287,2-4 0,-4 2 1,0-5-120,2-1 1,-3 0 0,1 0 0,2 0-455,1 1 257,2-7 0,-1 3-1212,-4-7 538,3 7 546,-4-9 125,6 4 0,0-7-159,0-4-654,0 3-460,0-10 471,0 10 642,0-4 147,0 0 481,0 4-20,0-4 757,0 6 2779,0 0-3442,0-7-15,0 6-38,0-6-89,0 7 1,2 0-320,2 0-142,-2 0 18,4 0 125,-6 0 135,0 0-84,0-6 157,0 5-227,0-6 162,0 7 0,0-1-19,0-4-129,0 3 79,0-4-441,0 6-1234,0 0 1,0-6 0,0-2 0</inkml:trace>
  <inkml:trace contextRef="#ctx0" brushRef="#br0" timeOffset="102">15242 10037 7990,'0'-14'1003,"0"-1"1,0 1 826,0 0-1029,0 6 0,1-3 106,4 6-731,-3 0 0,9 7 0,-5 3 0,2 4 0,3 4 0,0 1 0,0 0 928,-1 1-922,-1 5 1,4 2 0,-2 5 15,-2-3 0,-6 3 0,4-4 0,-2 4 210,-1 2-261,1-1 1,-5 0 0,0 1 201,0-1-255,0 1 0,-2-1 0,-2 1 0,-6-3 0,-2 0 286,-3-3-459,1-5 1,-5 7 0,-1-4 166,-2 1-80,4-5 1,-7 2 0,6-8 0,2-3 0,1 0 146,2 0-1593,-1-5 1,6 3 262,-1-6-275,7 0 1,-3-1 0,7-2-2417,4-2 3151,3 0 715,6-1 0,26-53 0,-17 21 0,0-1 0</inkml:trace>
  <inkml:trace contextRef="#ctx0" brushRef="#br0" timeOffset="103">15569 9880 7902,'0'-14'546,"0"0"1,0 0-1,0 0 5,0-1 1,0 1 0,1 1 413,4 4-815,3-4 0,6 12 0,2-4 131,3 3 1,2 2-154,2 0 1,4 7 0,-3 2 0,1 4 354,-1 1-398,-4 0 0,-4 5 0,2 2 0,-1-1 1,-3 2 251,-3 1-198,-8-6 1,4 8 0,-7-4 242,0 1-228,0-5 0,0 10 0,-2-5 1,-3 2-1,-4-2 120,-4-1-206,5-2 0,-3-5 0,7 0-263,0 0 140,3 0 0,1-4 0,1-1 1,4 1-257,5-2 301,9-2 0,-2-6 0,5 0-24,-1 0 58,4 0 1,-8-2-1,5-1 1,-1-3 86,-4-2 55,-1 5-447,-8-10 190,-2 12 1,-7-6 0,-4 7 0,-5 0-161,-2 0 219,-2 7 0,-5 1 1,-2 7-70,-1 4 67,5-3 0,-2 9 0,8-4 0,3 1 0,0 3 307,0 2-66,5 2 0,-4-1 0,7 1 355,0-1-378,7 0 0,-6 6 0,6-3 0,-3-2 1,1-4 383,-2 0-412,5-4 1,-6 4 0,3-5 581,-4 3-605,-7-6 1,-2 8-1,-6-4 1,-2-1-1,-2 1 358,0-4-363,-8-1 1,9-7 0,-7 1-69,-1 1-76,4-5 1,-4 1 0,6-7 0,2 0-1,1 0 117,2 0-1723,6 0 1068,-5 0-1031,12-7 1,-6 4 0,9-5 1584,3 2 0,28-37 0,13-4 0</inkml:trace>
  <inkml:trace contextRef="#ctx0" brushRef="#br0" timeOffset="104">5474 12013 7942,'0'-8'57,"0"-5"334,0 4-18,0-4 1,0 4 0,2 1 0,1 0 1488,2 0-1150,-1 5 0,-4-5 718,0 3-1147,0 4-59,0-6 1,0 9-69,0 3-6,0 3 1,0 1-1,0 1-21,0 1 1,0 1 0,0 2 0,0 1 168,0-1-215,0 0 0,0 7 0,0 1-11,0 0 0,2 5 0,1-4 1,2 4 73,-2 2-86,-1-1 1,-2 2-1,0 2-75,0 1 1,0 5 0,1-3 0,2-1 45,2 1-14,0-2 1,-5 0-1,0 1-1,0-3 1,0-1 0,2-1-1,1-1 150,1 0-38,1 7 1,-5-5 0,0 3-43,0-3 0,0-1 0,2-1 0,1 1 186,2-1-178,-1 1 1,-2-6 0,1 1 6,2 1 0,4-3 0,-4 2 1,-2 0 242,-1-2-274,4 5 0,-4-10 0,2 7-26,-2 1 1,-2-4 0,0-2 0,0-4-196,0 0 178,0-1 1,0-5-243,0 1 0,-2-7-72,-2 2 169,2-4 1,-4-2-771,6-4 1,0 2-432,0-7-77,-7 1 0,6-1 0,-4 1-289,4-2 1685,-6 4 0,6-30 0,-6-3 0</inkml:trace>
  <inkml:trace contextRef="#ctx0" brushRef="#br0" timeOffset="105">5503 11928 8051,'-5'-15'598,"0"1"1,0 2 1138,-1 2-1022,5 4 0,-6-1-452,7-2 1,2 3 0,3 1 0,4 3 245,4 2-386,7 0 1,2 0 0,7 0 8,-1 0 1,2 0-1,2 0 1,4 0 169,5 0-300,-1 0 1,13 0-1,-4 0-1,2 0 1,-4 0 0,4 0 0,-2 0 75,-3 0-48,-8 0 0,3 0 0,-2 2-278,7 3 196,-8-4 1,9 5-1,-9-6 1,5 0-1,4 0-65,5 0 70,-9 0 1,6 0 0,-9-1 22,1-4 0,6 4 0,-8-4 0,4 3-355,-2 2 358,-1 0 1,-2 0 0,0 0-16,1 0 1,-4 0-1,0 0 1,-2 0-104,0 0 123,6 0 0,-2 2 0,5 1 65,1 2 27,0-1 0,1-4 0,3 0 0,4 0 0,-1 0 281,-2 0-337,2 0 1,-5 0-1,4 0 64,0 0-78,-5 0 0,0 0 0,-8-1 0,1-2 0,-1-2 65,3 2-207,-4 1 1,2 2 0,-4 0 83,5 0 0,4 0 1,4 0-1,3 0 97,2 0-53,-6 0 0,11 0 0,-4 0 0,3 0 19,2 0 1,-2 0 0,-3 0 0,-3-1 0,-1-2 101,-1-2-217,1 0 0,-6 5 0,-1 0 23,-3 0 66,3 0 0,-4-5 1,4 1-1,-3 0 1,-5 3-139,-3 1 99,5 0 1,-10-2 0,3-1 48,-1-2 0,-2 1 0,2 4 0,-1 0 1,-1 0 33,5 0 1,-10 0-1,6 0 168,-3 0-166,1 0 0,0 0 1,-2-2-1,-2-1 1,-2-2 134,-2 2-130,-2 1 1,-2 1 28,-2-4 25,-4 4-79,-6-6 131,0 7 68,0 0 1,-4 2-165,-1 3 90,0-4 0,5 12-22,0-4 230,0 4 1,0 3 0,0 1 0,0 2 930,0-2-1057,0 5 0,0-4 0,0 6 330,0 1-525,0 2 1,0 1 0,0 1 0,0-1 0,0 0 308,0 1-251,0-1 0,0 1 0,0 1-86,0 3 0,0-3 0,2 3 0,1-3 77,2-1-73,-1-1 0,-4 2 1,0 2 32,0 1 0,0 0 0,2-5 0,1 1 94,2-1-140,-1 1 0,-2-1 0,1 0-144,2 1 0,0-1 1,-4 1-1,2-1-510,2 1 496,0-1 1,0-1 0,-1-2 39,0-1 0,-3-5 1,-1 5-1,0-1-23,0-1 94,0-1 1,0-7 0,0 2 53,0 3 1,-1-3 0,-3 3 0,0-4-91,0 0 58,3-1 0,-4-5 0,0 1 12,2 1 1,2-3 0,-1 0 0,-1 0-103,-2-1 66,0-3 1,4 7-95,-4-7 1,2 7-26,-6-1 151,5-4 0,-4 1 1,5-6 50,-1 4 1,-3-4 0,2 6 72,-4-1-89,3-4 1,-7 4 0,4-6 104,-4 0 0,-8 2 1,-2 1-1,-4 1-3,-2 0-90,-5-3 1,-3-1-1,-7 2-4,-3 3 0,-5-4 1,-8 4-1,-2-2-13,2 2-115,1-4 0,3 7 0,-3-5 26,-2 2 0,7 5 0,-3-6 0,3 1-161,4 1 209,-6-4 1,6 4 0,-5-6-35,2 0 1,0 2-1,4 1 1,-3 2-357,-7-2 375,2-1 1,-6-2 0,6 0-25,0 0 0,-6 4 0,-2 1 1,1 0-186,2 1 212,4-4 0,-4 6 0,-1-5 17,-2 1 0,5 3 0,-3-4 0,1 2 34,1-2-5,-1-2 1,7-1 0,1 0 67,2 0 0,4 0 1,-2 2-1,-1 1 78,1 2-71,-2 0 1,-5-5 0,0 0-114,0 0 0,3 0 1,-1 0-1,-3 0-281,-1 0 247,1 0 1,-4 1 0,0 2 2,2 2 67,2 0 0,9-5 0,5 0 0,4 0 0,2 0-94,2 0 106,-5 0 0,11 5 1,-5-1-1,0-1 0,-1-1 186,0-2-182,1 0 1,5 0-1,-2 2-4,-1 2 0,0-2 0,5 3 0,-1-4 2,1-1-99,-1 0 0,6 0 0,0 0 4,3 0 0,1 0 0,5 0-118,0 0-53,6 0-194,1 0 0,9 0-842,3 0 786,3 0 1,6-1-1,0-2 513,0-2 0,57-32 0,-28 18 0,0-1 0</inkml:trace>
  <inkml:trace contextRef="#ctx0" brushRef="#br0" timeOffset="106">7422 11984 7965,'-8'-6'4,"0"5"1,4-4-1,-4 2 1,-2-1 676,1 0 94,6-1 0,-5 3 952,3-2-842,3 2-47,-4-11-594,6 12 189,0-5-344,0 6 1,0 6-1,0 3 1,0 4 306,0 1-278,0 0 0,0 5 1,0 2 198,0 1-224,0-5 1,0 10 0,0-3 0,0 3-1,0 1 456,0 1-433,0-1 1,0 2 0,0 2 55,0 1-68,0 6 0,0-2 0,0 5 0,0 1 0,0 0 374,0-1-396,0 1 0,0 0 0,0-1 100,0 1-135,0 0 1,0-1-1,0-1 1,0-1-1,0-2 147,0 1-178,0-4 0,0 4 0,0-5-62,0-3-2,0-1 1,0-1 0,0-1 0,0-1-1,0-2-214,0-1 186,0 0 1,-2-1-1,-1-1 42,-1-1 97,-1 4 0,5-3 0,-2 5 1,-1-2-1,-2-2-26,2-3-87,2-1 1,-1-3 0,-1 1-135,-2 2 1,0-5-545,5-4-414,0-1 447,0-1-1541,0-1 743,0-7 692,0 0 0,2-5-697,3 0 944,3-6 1,-1 8 553,-2-7 0,41-50 0,-18 22 0,-1-1 0</inkml:trace>
  <inkml:trace contextRef="#ctx0" brushRef="#br0" timeOffset="107">8503 11913 8190,'8'0'810,"-2"-1"0,-5-2 389,4-2-572,-3 0 1,10 0 65,-2 1-485,3 5 0,-6 7 1,-2 6-1,-3 2 1,-2 3 690,0 5-732,0 3 0,0 7 0,0 4 65,0 3 1,0 8 0,0 3 0,0 2 337,0-2-382,0 4 1,0-6-1,0 7 346,0 0-411,0-7 0,6-1 1,2-6-1,0 0 0,-2-1 548,0 1-547,-4 0 0,4-2 0,-6-2-79,0-1-1,0 0 1,0 3 0,-1-3-65,-4-5 48,3-3 1,-4-1-1,5-1-66,-4 0 0,3 1 0,-2-2 0,0-2-83,0-1 1,2-7 0,-4 8-86,6-6-1,0 0-784,0-4 31,0-8 5,0 0 394,0-7 1,0-7 0,0-2-458,0-4 178,0-1 0,0-2 0,0-1 1,0-4-1,-3-1 840,-7-3 0,-37-40 0,13 27 0,0 0 0</inkml:trace>
  <inkml:trace contextRef="#ctx0" brushRef="#br0" timeOffset="108">5474 12510 7072,'-8'0'3747,"2"0"-3034,6 0-552,6 0 1,-2 0 0,5 0 0,2 0 0,2 0 0,1 0 0,2 0 650,3 0-727,3 0 0,13 0 0,2 0 0,6 0 0,3 0 474,1 0-515,7 7 0,-3-6 0,4 6 0,-3-3 0,-5 1-47,-2-2-43,4-1 0,-5 3 0,3-1-35,-3 0 1,4-3-1,-1-1 1,1 0-4,1 0 98,-5 0 1,5 0 0,-7 0-6,1 0 5,-7 0 1,10-1-1,-3-3 1,1 0 0,0 0 38,-1 3 0,6 1 0,0-2 0,3-1 133,-4-2-174,-4 1 0,3 2 0,2-1 0,0-2 0,0 2 70,-3 1-77,-2 2 1,-1 0 0,1 0 74,3 0-76,-2-6 1,4 5-1,-8-4 1,-2 3 0,-1 2-52,2 0 16,-6 0 0,6 0 1,-5 0-1,1 0 0,3 0 19,2 0 11,2-6 0,0 4 0,-1-2-2,1 2-1,0 2 0,6-5 0,1 1 0,1 0 0,-2 3-9,0 1 58,-5 0 0,10-2 0,-8-1-43,-5-2-29,1 1 1,-7 4-1,4 0 1,-2 0 0,-1 0-83,0 0 106,2 0 0,0 0 1,0-2-23,2-3 53,1 4 1,0-6 0,-2 7-1,-1 0 1,2 0 89,1 0-137,8 0 1,-5 0 0,5 0 12,0 0 13,-5 0 1,16 0-1,-4 0 1,0 0-1,1 0 344,2 0-324,1 0 1,-5-4 0,-3-3 263,-4-1-278,-4 5 1,-8-5 0,-4 5-1,-7-2 1,-8 1-105,-6-3-178,-4 6-283,-7-5 1,-7 6-1536,-2 0 1571,-4 0 1,-7 0-1,-4 0 516,-3 0 0,-36 5 0,-16 2 0,22-2 0,0 1 0,0-1 0</inkml:trace>
  <inkml:trace contextRef="#ctx0" brushRef="#br0" timeOffset="109">6541 13136 7927,'7'-6'2109,"-2"-4"-1178,3-2-489,-6 4 1,4-5-1,-8 5 1,-2 0 413,-6 3-737,4 4 1,-8 7 0,1 2 0,-4 2 0,-1 1 478,3 4-602,0 0 0,-1 7 1,1-5-1,-1 4 0,3-1 25,1 1 2,5 4 1,1-9 0,8 4 17,2 1 19,4-5 1,13-1-1,2-5 1,6-1 0,2-1 180,3-3-190,5-3 0,-9-2 0,2 0 0,-5 0 0,-5 0 217,-2 0-530,-1 0 0,-11-2-421,-3-3-206,-4 4 1,-1-7-1113,0 3 215,0 4 0,-1-6 1786,-4 7 0,10 13 0,-4 3 0</inkml:trace>
  <inkml:trace contextRef="#ctx0" brushRef="#br0" timeOffset="110">8033 13065 7341,'-14'-14'363,"6"6"1,-4-5 0,4 4 2653,0-4-2635,2 5 1,6 3 0,0 10 0,0 5 775,0 2-871,0 2 1,0 2-1,-2 2 1,-1 1 0,-2 0-2,2 1 0,1-3 0,1 6 0,-2-1-182,-2 0-17,0-5 0,5 4 0,0-7 0,0 0-174,0 0-83,0 1 25,0-8 124,0 0 0,0-9 0,0-3 0,0-4-57,0-4-235,0-7 0,0 2 0,2-5 38,2-3 0,-2 0 1,3-1-1,-2 1-441,2 3 319,-4 5 0,6-2-2002,-7 6-42,0-1 1872,0 14 1,0 7 568,0 13 0,12 44 0,4 7 0</inkml:trace>
  <inkml:trace contextRef="#ctx0" brushRef="#br0" timeOffset="111">9142 13051 7328,'7'-8'1512,"-4"0"767,6 3-1599,-5-3 0,2-1 326,-6-1-953,-6 7 1,-4-2 0,-7 9 0,-4 2 82,-1 2 0,3 1 0,-3 5 0,0 1-181,0-1 20,4 0 0,-7 0 1,6 1 3,2-1 1,6 2 0,3 1 0,1 2-40,4-2-17,2-1 1,9-2 0,6-1 59,8-4 31,5 4 1,1-10 0,1 5-1,1-2 1,0-2 79,-2-3-88,4-1 0,-12-1 0,4-3-77,-5 0 0,-8-6 1,-3 4-63,-2-2-613,-1 5 0,-7-4-244,-2 7 1,-6 0 0,-9 0-1,-3 2 990,0 3 0,-19-4 0,-8-1 0,-2 4 0,1-1 0</inkml:trace>
  <inkml:trace contextRef="#ctx0" brushRef="#br0" timeOffset="112">6526 12695 7850,'0'-8'189,"-1"2"0,-2 4 1,-2-2 1442,2-6-756,1 4 1,2-2 492,0 3-1150,0 4 1,-1-6 39,-4 7 0,3 2 0,-4 3 0,1 4-17,0 4-140,-6 1 0,5 5 0,-5 2-154,2 1 1,-1 0-1,-4 3 1,1-3-448,4-1 405,-4 4 1,10-9-1,-5 3-244,2-3 0,1-2 0,3-2-379,-2-2 628,2-4 1,-3-6 75,10 0 1,3-6 0,5-4-1,-2-4-105,-2-5-28,1 3 1,5-10 0,3 2 71,1-3 1,-5-1 0,-5-1 0,3 1-2,0-1 76,2 1 1,-1-1-1,-2 3 159,-1 2 0,-6 8 0,4 7 224,-1-2-313,4 4 1,-10 2 0,5 10 226,1 5 1,-4 4 0,5 3-1,0 4 664,0 1-783,-5 2 0,5-1 1,-5 1 30,2 1 1,1-3-1,-3 1 1,3-3 353,2-3-668,-5 6 0,5-8-94,-3 4 1,-3-8-815,2-1 487,-2-7-233,-2 3 0,0-7-540,0-4 847,0 3 0,0-6 1,-2 5-980,-2-1 0,1-6 1430,-7 5 0,-25-31 0,-11-3 0</inkml:trace>
  <inkml:trace contextRef="#ctx0" brushRef="#br0" timeOffset="113">6441 12795 7100,'-8'0'2629,"2"-7"0,12 4-1955,4-6-408,9 6 0,-2-4 0,5 7-130,-1 0 0,2-4 0,-2-1 0,-1 2 156,1 1-397,-2 2 0,-5 0 0,0 0-420,1 0 0,-6-1-1311,1-4 217,-7 3 118,3-4 748,-6 6 753,0 6 0,-19 8 0,-5 9 0</inkml:trace>
  <inkml:trace contextRef="#ctx0" brushRef="#br0" timeOffset="114">612 9184 7913,'8'0'-1544,"3"-2"1515,-7-3 542,1 4 0,-5-7 0,0 3 570,0-4-416,0 2-517,0 1-73,0 0-171,0 4 1,-1-4-250,-4 6-70,3 0-17,-4 0 163,6 0-225,0 0 1,-19 13-1,-5 2 1</inkml:trace>
  <inkml:trace contextRef="#ctx0" brushRef="#br0" timeOffset="115">583 9226 6230,'-8'-6'259,"2"3"526,6-6-288,0 5 1,0-4 883,0 4-762,0 2-101,0-11-342,0 6 1,-1-3 81,-4 1-259,3 5 0,-6-2 113,4 6 1,0 0-185,-5 0 55,-1 0 1,1 2-11,0 2 1,4 4 0,-3 7-1,0-1 89,0 0-37,5 0 1,-8 0-1,6 1 104,2-1-138,1 0 0,2 2 0,0 1 1,0 2 10,0-1-125,7-3 0,-4-2 1,6-2-116,2-1 162,-4-7 1,5 3 0,-2-6-1,2-2 1,3-2-157,-1-6 79,6-2 0,-4-7 1,3-2 90,-3-1 1,-2-2 0,-1-4 0,-2-1-114,-2 1 228,-5 0 1,2-7 0,-6-3-68,0-3 0,-2 3 0,-1 2 1,-3 1 275,-2 3-103,-2 2 0,1 5 453,-1 6-508,1 0 0,0 17 0,1-1 0,1 6 0,4 7 249,2 3-129,1 7 1,0-2 0,0 5 617,0 2-621,0 2 1,1 2 0,2-2 0,2-1 0,0 0 561,1-1-679,-4 5 0,6-8 0,-5 7 408,1-1-465,8 0 1,-11-1 0,5-1 0,-1-3 0,0 1 184,-2-2-257,-1-1 1,2-7 0,1 0 116,-2 0-92,-1 0 1,-2-4 190,0-1-41,0-5 0,0 0 488,0-8-809,0 2 1,-2-11 0,-1 4-3070,-2-4 1842,1 5 0,-1 0-2540,0 4 3938,0 2 0,24-17 0,5 3 0</inkml:trace>
  <inkml:trace contextRef="#ctx0" brushRef="#br0" timeOffset="116">839 9482 7888,'0'-14'143,"0"5"1,0-1 0,0-1 1305,0-2-619,0-1 1,0 5 899,0-1-1373,0 7 0,0-2 51,0 10 1,0 3-250,0 6 0,0 0 0,0 1 0,0 0 369,0 4-487,0-3 1,2 10 0,1-8 0,2 0 0,0-1-1138,1 2 965,-5-3 0,12 0 0,-3-7-74,2 2 1,-2-3 0,1 0 0,3-2-381,3-2 532,2-3 0,-5-2 1,2-4 22,3-5 0,-8-2 0,3-2 1,-2-2 102,-5-3 64,6 3 0,-11-5 0,2 7-47,-2 0 0,-4 1 1,-2 2-1,-6 3 112,-2 2-175,-3-5 1,1 9-1,-2-2-58,-3 2 1,4 2-1,-4 0 1,3 2-142,2 2 118,-1-2 0,1 6 1,0-5-1,1 3 1,2 1-276,2-1-562,6-1 391,-4 1 554,14-4 0,1 4 0,6-8 0,2-2 0,1-4 177,2 0-202,6-5 0,-4 5 1,2-7-1,-2-3 1,-4-1 503,-3 2-420,4 1 0,-12 2 0,4 0 356,-6-1-541,-2 1 1,-8 5 0,-5 1 0,-7 1 0,-7 4-1992,-7 2 1647,2 1 1,-9 6-1,6 4-303,1 2 1,7 4 0,4 3 718,5 5 0,37 15 0,19 5 0</inkml:trace>
  <inkml:trace contextRef="#ctx0" brushRef="#br0" timeOffset="117">1365 8828 7897,'15'-14'235,"-6"5"1,-1-1 0,-2-1 1536,-3-1-1552,-1 4 0,-4 1 1,-2 7-1,-6 2 0,-2 3 1,-3 4 344,1 4 0,-5 6-443,0 0 1,0 6-1,3-1 1,-1 2 435,-2 3-486,0-1 0,10 1 1,-1 1-1,1 1 0,-1 4 15,1 1-118,6 2 1,-4 0 0,7-1 36,0-3-4,7 6 1,1-12 0,6 2 0,0-6-1,0-5-240,0-6 90,1 1 0,-1-11 1,0 5-462,0-2-82,0-1 0,1-5 1,-1-2-1,0-1-1496,0-2 1493,-6 1 694,5-3 0,14-38 0,11-17 0</inkml:trace>
  <inkml:trace contextRef="#ctx0" brushRef="#br0" timeOffset="118">1564 9084 7451,'0'-8'-1207,"0"0"2211,0 4-1049,0 2 0,0-6-1154,0 4 1199,0 2 0,-19 8 0,-4 10 0</inkml:trace>
  <inkml:trace contextRef="#ctx0" brushRef="#br0" timeOffset="119">1536 9042 7761,'0'-8'963,"-5"0"870,0 3-1114,1 4-1990,4-12 428,0 11-500,0-4-112,0 12 1455,0 2 0,6 44 0,2 10 0</inkml:trace>
  <inkml:trace contextRef="#ctx0" brushRef="#br0" timeOffset="120">1564 9027 6163,'-8'0'2724,"2"-1"-824,6-4-1156,0-3 1,-1 0 312,-4 4-702,3 2 0,-6 4 1,5 2-79,-2 6 0,-1 2 1,1 4-1,-2 2-21,-1 1-223,-5 6 1,7-5-1,-5 6-155,1-3 1,5-1 0,-4 2 0,-1-5-932,3-3 673,0-2 1,7 0 0,-1-1-352,-4-4 0,5-4 222,0-10 246,0-2 1,13-9 0,-4-3 130,4-5 0,1-7 0,-1-3 0,-2 1-158,-2-2 567,1 5 1,2-4 0,-1 7 391,-1 3 1,-6 4-493,6 5-45,-7 7 0,10 5 120,-4 13 0,2 1 0,0 13 0,-3 1 751,-1 2-764,4 1 1,-5 1 0,5-1 12,-2 0 1,-1 1 0,3-2 0,-3-2 67,-1-1-542,4-7 1,-10 4-1,4-7-83,-3 0 1,-2-5-217,0 1-755,0-7 0,0 2 389,0-10 0,-7-3 0,-2-6 1,-4 0-1422,-1 0 2308,0-7 0,-1 5 0,0-3 0,-4 3 0,3 4 0,-5 1 0,2 3 0,0 2 50,1 1 1,3 5-1,1 0 470,0 0 1,4 0 1523,1 0-968,6 0 0,-2 0-625,10 0 1,3 0 0,7 0 0,3 0 23,1 0-684,6 0 1,-9 0 0,4 0-303,1 0 0,-5-5 1,4 0-1,-1 1-1327,0-3-7,0-1 1845,-5 0 0,13-61 0,-12 29 0,0 1 0</inkml:trace>
  <inkml:trace contextRef="#ctx0" brushRef="#br0" timeOffset="121">1806 8885 8023,'6'-8'120,"2"-4"0,0 9 0,-1-5 1252,-1 1-840,-5 3 1,7 4-1,-3 0 1464,5 0-1684,2 6 1,-2 2 0,-1 8 619,2 3-653,-4 3 1,4 6-1,-7 1 1,1-1 0,0 0 1147,0 1-1296,-1-1 0,-4 1 1,0-1-353,0 1 0,-1-1 1,-2-1-1,-4-3-1982,-1-5 1700,-1-4 1,-1 4-1,1 0-1001,-2-1 1,-2-7-1,-3-2 1504,-3 2 0,-9-4 0,-8-1 0</inkml:trace>
  <inkml:trace contextRef="#ctx0" brushRef="#br0" timeOffset="122">640 10435 7851,'-8'6'2152,"2"-3"-696,6 7-1286,6-7 0,2 3 1,6-7-1,1-2 1,0-4-1,4 1 1,4-2-462,-1 0 0,3 5 0,-5-3 1,1 1-2212,0 0 1645,-9 0 0,-1 7 857,-6 3 0,-7 3 0,-7 7 0,-10 3 0,-5 1 0,2 1 0,-2-1 0,-1 3 0,-2 0-49,5-1 0,2-8 0,7-2 310,4-2 549,-4 1 1,13-2 1654,0-4-2184,6-2 1,13-4 0,2-2-400,1-6 0,-3 2 0,4 0 1,1 0-1490,-2 0 1320,-1 5 0,-2-8 287,0 7 0,6-8 0,-3 5 0</inkml:trace>
  <inkml:trace contextRef="#ctx0" brushRef="#br0" timeOffset="123">1181 10392 8184,'-13'-14'2946,"3"0"-2166,4 6-394,6 2 0,0 7 0,0 4 0,2 4 142,2 4 1,-2 6-1,3 0 1,-2-2 59,2-1-635,-4 5 1,6-6 0,-7 4-60,0-3 1,0-2 0,0 1-678,0-1 634,0 0 0,0-5-226,0 1 108,0-7 1,0 2 0,0-10-1,-2-4-936,-3-4 1050,4-1 0,-6-7 0,7-2 184,0-4 1,2 3-1,3 2 1,3 0 235,-1 0-258,6 4 1,-5-2 234,6 6 1,0 6-1,1 3 1,-1 3 704,0 2-755,0 7 1,-4 2 0,-2 9 54,-2 0 0,-1 6 1,-5-3-1,0-1 724,0 1-968,0 4 0,0-9 0,0 3-713,0-3 0,0-2-611,0 0 822,0-6 1,-2-2 22,-3-6 1,4-6-1,-4-5 1,3-5-96,2-3 537,7-6 1,-4 7-1,6-5 17,2-3 0,2 4 0,1 0 0,1 2 794,-1 2-569,0 9 0,0-2 111,0 6 0,1 0 1,-3 7-1,-1 3 746,-1 4-830,-7 4 0,8 6 0,-6 1-18,-2 2 0,3-3 0,-1 3 0,-2-1 261,-1-4-635,-2-1 0,1-2 0,2 1-352,2-1 0,2-2-525,-3-2 561,4-4 1,6-6 0,-1-1 252,-3-4 1,2-3-1,-2-8 1,2-3 251,2-4-44,1-4 0,-1 0 0,-1 2 198,-4 1 0,2 7 1,-5-2 1414,2 3-874,-5 8-373,4-5 1,-7 13 0,0 0 180,0 8-521,0 5 0,0 1 0,0 0-32,0 0 1,0 1 0,1-1-197,4 0-337,3 0 1,1-4-1,1-2 44,1-2 0,2-1 1,1-5-1,0 0-136,0 0 581,1 0 1,-1-5 0,-2-1 584,-2-2 1,-2 3 215,-4-4-237,-2-1 442,4 2 1,-6 3 724,0 10-1378,0 3 1,-1 6 0,-2 1-110,-2-1 1,-1 5-1,2 0 1,0-2 195,1-1-485,1-2 0,2-5 0,-2-1 282,-2-1-1168,2 4 1,-4-11 28,6 0 734,0-7 1,1-8 0,2-4-587,2-5 741,6-3 0,-8-1 0,7-1 1,1 1-1,2-1 327,1 1-210,-6 6 0,4 1 0,-2 9-25,2 2 0,3 4 0,-1 7 0,0 4-62,0 5 725,1 2 0,-3 9 1,-1 1 744,-1 0-1332,-7 5 0,8-10 0,-6 5 0,-2-1 0,-2-4-1615,-1-1 823,0-8-651,0 5 841,0-12 0,-1 6 0,-4-7 0,-4 0 0,-6-2 507,-4-3 0,-19-35 0,-9-16 0,11 14 0,1 1 0,-1-1 0</inkml:trace>
  <inkml:trace contextRef="#ctx0" brushRef="#br0" timeOffset="124">1735 10165 8087,'0'-14'625,"0"6"0,0-5 0,0 4 1708,0-4-1262,0 5 0,0-5-1329,0 4 1,0 1-610,0-2-465,0 7 1,0-1 1331,0 8 0,0 29 0,0 13 0</inkml:trace>
  <inkml:trace contextRef="#ctx0" brushRef="#br0" timeOffset="125">2659 9937 7962,'8'-8'581,"3"0"0,-6 4 1382,-2-6-1652,-1 4 0,-2 1 0,0 10 0,-2 4 0,-3 6 0,-4 4 277,-4 4 0,-6 4 1,0 2-1,2 1 33,1 3-439,2-3 0,0 12 1,1-1 35,4 5 0,2 3 0,7-3 0,0 1 409,0-1-582,0 5 1,8-13-1,6 0 339,8-7-369,-1-2 1,11-2-1,-4-4 1,2-5 0,-2-6 129,-4-2-121,-3-7 1,-7 3 0,0-6 32,0 0-834,-6 0 651,-1 0-77,-7 0 1,-5-1-1122,0-4-888,0 3 1,1-6 2211,-1 4 0,0-4 0,5-6 0</inkml:trace>
  <inkml:trace contextRef="#ctx0" brushRef="#br0" timeOffset="126">3071 10378 7962,'-7'-22'486,"-4"0"1,4 4 0,1-1 0,-2 2 1397,0 1-1347,5 8 1,-10-3 0,4 7 18,-4 0 0,-1 3 1,0 2-1,0 4-48,-1 5-425,1 2 1,0 4-1,0 1-24,-1 2 0,1 5 0,2-3 0,2-1-137,5 1-9,4 4 1,-4-9-1,0 3-240,2-3 0,8-7 1,4-1-1,4-2-910,1-3 1015,0-1 0,5-4 1,2-2-435,1-6 582,-5-2 0,9-9 1,-7-3-1,-2-3 1,-1-1 29,-2 0 1,0-1 0,-4-6 0,-2-3 384,-2-3-253,-1-1 1,-5-1 0,-2 0 0,-1 2 0,-2 5 1097,2 8-853,-5 5 0,5 11-158,-6 2-84,5 10 1,-2 11 0,6 12 0,0 7 0,0 4 737,0 6-431,0 1 1,0 0 0,0-2 427,0-1-573,0 0 1,0 3-1,0-3 1,0-5-1,0-4 291,0-5-574,0 2 1,5-10-1607,0 3 507,-1-9 591,-4-4 0,0-8-929,0-2 0,0 0-2577,0-5 3158,7 6 0,-6-5 886,4 3 0,15 4 0,4-6 0</inkml:trace>
  <inkml:trace contextRef="#ctx0" brushRef="#br0" timeOffset="127">3199 10534 7962,'0'-14'490,"0"0"1,-4 0 845,-1 0 316,-6-1-211,9 7-1219,-4 2 1,6 9 0,0 5 81,0 6 0,0 5 0,0-1 0,0 1 466,0-2-711,0 5 0,5-6 1,-1 3-9,0-3 0,2-2 0,0 0 0,1 0-197,-1 1-217,5-8 0,-3 4 0,6-4 135,0 1 1,1-5 0,-1 2 0,0-5-393,0-5 528,0-3 1,1-6 0,-1 0 126,0-1 1,-1 1 0,-4 0 0,-4 0 239,-4-1-182,-1 1 1,-6 2 0,-3 1-68,-4 1 1,-7 7 0,-4-2-1,-1 4-85,1 1 59,-3 0 0,6 0 1,-2 0-187,4 0 0,5 1 1,3 2-497,1 2 467,7 0 1,-2-5 197,10 0 0,4 0 0,10-2 0,3-1 38,1-2 191,3-6 1,-8-1 0,4-7-99,-2 1 0,-1-2 1,-4 1-1,-3 1 654,-2 3-556,-4 0 1,-6 6 0,-2 1-221,-2 2 1,-6 1-1,-9 5 1,-4 0-1220,-4 0 908,-2 0 0,6 6 0,0 4-562,3 2 1,1 3-1,6-1 1,2 2 880,2 3 0,25 9 0,1 8 0</inkml:trace>
  <inkml:trace contextRef="#ctx0" brushRef="#br0" timeOffset="128">3654 9980 7975,'0'-14'409,"0"-1"1,0 1 858,0 0-718,0 6 0,-6 2 1,-2 7-177,0 4 0,-3 3 0,5 6 0,0 0 186,-1 1-390,-4 5 0,3 2 0,-4 7 19,2-1 1,-2 1 0,4 1 0,-2 1 246,1 2-336,6 7 1,-4-8-1,7 4-178,0-1 51,7-2 1,-4-2-1,8-1 1,3-4 0,3-4-574,1-5 523,4-1 0,-6-2 1,3-1-207,-4-4 0,0-2 0,-1-7-1294,0 0 405,-6 0-1905,-2 0 3077,-6 0 0,-12-7 0,-4-1 0</inkml:trace>
  <inkml:trace contextRef="#ctx0" brushRef="#br0" timeOffset="129">3427 10449 7975,'-8'-8'-864,"0"2"1,5 4 743,-2-2 399,0 2 1,5-6 614,0 3-207,0 4 0,2-12 754,3 4-870,-4 2 0,7 1 0,-5 4 577,2-2-735,0 2 17,-5-4-307,0 6 0,-2 0 0,-2 0 0,-6 1 274,-3 4-257,6-3 1,-6 10 0,3-2-22,-2 2 1,-2 3 0,-1 0-1,1 3 267,0 1-323,6 6 1,-3-8-1,5 6 199,-2-3-299,5 5 0,-4-9 0,7 5 1,0-2-1,2 0-296,3-2 265,3-1 1,6-4 0,0-1-268,0-1 233,0-7 0,5 3 0,2-6 0,-1 0 0,1 0-12,-4 0 108,-1 0 1,-2-1 0,1-2 97,-1-2 0,-5-1 629,1 1-178,-7-3 354,3 0-788,-6 2 1,-1 6-1,-4 0 1,-5 0 102,-2 0-219,-2 0 0,-5 0 1,0 0-100,1 0 19,-4 0 1,5 0 0,-5 0-1,0 0 1,1 0-595,0 0 575,3 0 1,0-2 0,2-1-51,4-2 126,1 1 0,-2-3 0,4-2 0,4-4-241,3-1 81,9-7 0,0 6 0,8-6 58,-1 0 1,6 6 0,3-6-1,0 2-197,1 0 381,-7 0 0,4 10 0,-7 1 11,0 2 0,0-4 1,1 5 379,-1 2-156,-6 2 54,-2 1 256,-6 0-462,0 0 0,-6 4 47,-4 1 0,-2 5 0,-3-6 0,1 1-113,0 1-50,0-4 1,-5 11-1,0-5-16,2-1 1,1 6 0,2-3 0,-1 1 134,1-2-125,0 4 0,0-5 1,1 7 22,4 4 0,-3-3 0,8 3 1,1-3 138,1-2-213,2 0 1,2 1 0,2-1 18,6 0 0,2-1 1,4-4-1,3-3-76,5 1 82,-4-6 1,6 6 0,-6-7-32,2 0 1,-3 0 0,3 0-1,-1 0-85,-4 0 184,-1-7 1,-2 6-20,1-4 147,-1 3 1,-6 1 837,-4-4-762,-2 3 0,-4-4-31,-2 6 0,-4 0 0,-6 0 1,-2 0-191,-3 0-151,3 0 0,-6 0 1,3 0-119,-5 0 1,2-1-1,-2-3 1,1-2-500,1-2 478,-5 5 0,11-10 0,-3 6 24,3-1 0,2-10 1,1 4-1,4-2-296,4 0 293,4-4 1,12 4 0,4-4 197,6-1 1,7 5 0,4-3 0,-4 4 357,-2 0-217,-3 7 1,4-3-1,-3 5 306,-5-2 0,-8 5 162,-2-2-28,-5 4-214,2 1 0,-8 1 1,-2 2-126,-6 2-208,-9 6 1,3-8-1,-4 7-69,-1 1 0,5 2 1,-4 2-1,1 3 44,0 1 123,0 0 0,5-4 0,1 3-38,4 1 0,-2 4 0,6-2 0,0-1 343,-1 1-349,4-2 1,-2-5-1,10 0 135,8 1 0,2-3 1,6-1-1,0-3 336,0-1-438,2-3 1,3-4-1,-2 0 22,-1 0 0,-2 0 1,2-1-1,-5-2-98,-4-2 12,-7-6-67,5 9 500,-12-10 8,6 10-476,-7-4 1,-7 6-189,-2 0 0,-4 0 0,-1 0 0,-2 0-249,-3 0 152,4 0 0,-8 0 1,6 0-113,-2 0 1,0 0-1,3 0 1,-1 0-700,-2 0 971,0-7 0,5 4 0,1-6-59,4-2 0,-2-2 1,6-1-1,2 0-342,1-1 494,2-5 0,7-2 0,2-7 4,4 1 0,7 4 0,2 2 0,2 1 227,0 4-104,-7-5 0,4 11 1,-7-2 65,0 5 0,0-1 0,0 4 181,1 2-42,-7 1-155,-2 2 1,-6 2 0,-2 1 0,-2 3 336,-6 2-329,-3 2 1,-2-1-1,-3 1 8,-1 1 0,-1 2 0,2 1 1,-1 0 116,2 0-289,1 0 0,2 5 1,0 0 20,0-1 0,1-3 0,4 1 0,2 2-187,1 1 143,4 0 0,-2-5 1,10 0-70,8 0 0,2-1 1,8-2-1,-1-3-563,-1-2 419,5-1 1,-5-5 0,5 0-414,-3 0 1,1 0 0,-6-2-1,-1-1-1990,-3-2 2059,0-6 1,-6 10 0,1-4-916,1 3 1517,-5 2 0,-6-6 0,-8-2 0</inkml:trace>
  <inkml:trace contextRef="#ctx0" brushRef="#br0" timeOffset="130">3939 10037 7931,'6'-14'170,"-4"-1"1,4 1-1,-4 0 1,1 0 0,1-1 1563,0 1-1410,-3 6 1,1 2-1,1 8 1,2 2 0,-2 6-1,-3 2 1311,-5 3-1483,4 5 1,-11-2-1,6 5 1,0 1-1,-2 0 226,0-1-301,-1 1 1,-1 3 0,1-2-174,-2-1 0,3-7 0,0 2 0,0-1-785,0 1 697,5-4 0,-4 1-539,7-6 343,0-7 1,2 2-173,3-10 440,3-3 0,4-13 1,-1-1 33,-1 0 127,-1-5 0,6 5 1,-3-8-1,-1-1 0,-1-3 252,1 3-109,-5 7 0,5-1 0,-5 6-69,2 2 1,-3 1-1,5 3 173,1 4-133,1 2 1,2 14 0,1 4 121,-1 6 1,0 5-1,-1 7 1,-2-1 494,-2 0-621,1 1 1,-1-2 0,-1-2-1,-2-1 0,4-2 0,-5 2 0,-2-6-64,-2-2-546,-1-2-1973,0 1 856,0-7 205,0-2 0,0-8 406,0-2 1,0-4 956,0-7 0,-25-30 0,-6-9 0</inkml:trace>
  <inkml:trace contextRef="#ctx0" brushRef="#br0" timeOffset="131">3967 10193 7392,'-8'0'-810,"-3"2"3401,6 2-1383,1-2-546,4 4 0,8-6 1,4-1 935,6-4-1753,1 3 1,-4-5 0,3 3-182,1 0 1,4-6 0,-4 4 0,-1 0-487,-2-1-751,-2-4 1,0 8 1572,0-6 0,13-33 0,3-11 0</inkml:trace>
  <inkml:trace contextRef="#ctx0" brushRef="#br0" timeOffset="132">4337 9852 7931,'14'-14'540,"-6"0"1,3 4 0,-5 2 389,2 2-417,-5 1 1,5 5-12,-3 0 0,1 6 1,5 4-1,-1 4 1381,1 5-1539,-5 3 1,5 7 0,-6-1 790,-2 0-949,-1 7 0,-2-5 0,0 5 0,0-2 1,0 0 499,0-1-810,0-2 1,-2-2 0,-1-1 37,-2-3 0,-1-4 1,3-5-1,-3-1-1739,-2 0 1004,4-6 0,-8 3 0,4-5-1366,0 2 1,-5-3 2186,4 5 0,-42-14 0,-10 3 0</inkml:trace>
  <inkml:trace contextRef="#ctx0" brushRef="#br0" timeOffset="133">2602 11530 8002,'-8'0'2263,"4"0"1126,8 0-3139,11 0 1,7-5 0,6 0-1,1 2 1,1 1 0,1 2 0,4-1 596,1-4-882,-4 3 0,3-5 0,-7 3 0,-1 0 0,-3 0-2058,-5 3-1182,-4-5 515,-7-2 2760,-1 0 0,-64-30 0,21 18 0,1 0 0</inkml:trace>
  <inkml:trace contextRef="#ctx0" brushRef="#br0" timeOffset="134">2816 11345 10602,'7'0'3043,"0"0"-2451,-7 0-225,6 0 1,-4 6-1,2 3 1,-2 4 0,0 3 658,2 3-970,-2-3 1,4 9-1,-6-5 113,0 3-272,7 0 0,-6 1 0,4-2 0,-4-1 0,-1-4-571,0-1-317,0-2 1,0 0-1604,0 0-335,0-6 2929,0 5 0,32-56 0,8-6 0</inkml:trace>
  <inkml:trace contextRef="#ctx0" brushRef="#br0" timeOffset="135">3498 11416 7972,'0'-14'380,"0"-1"1,0 1 600,0 0 0,-2 6 1,-2 3 291,-6 4-1044,-2 1 0,-7 1 0,0 4 0,0 6 1,0 5 479,0 3-580,0 6 1,5-3 0,-1 5-2,1-3 1,2 6 0,2-5 0,5 0 88,4 2-184,1-6 1,1 4 0,4-6 24,5-2 1,8-2 0,6-4 0,5-4 229,4 0-258,-3-2 0,0-5 0,-8 0-78,-2 0 1,-1-5 0,-4 0 0,-3 0-594,-2-1 250,-4 4 1,-6-5-2687,0 2-753,0 3 2920,0-4 910,-6 6 0,-15 0 0,-9 0 0</inkml:trace>
  <inkml:trace contextRef="#ctx0" brushRef="#br0" timeOffset="136">3882 11217 7972,'-6'-14'111,"2"-1"1,-3 1-1,-1 1 1,1 2 1206,1 2-922,-5 6 1,8-4 0,-7 7 0,1 2-1,-1 3 1,1 6 1242,-2 6-1197,4 5 0,-5 7 1,2-1-52,-2 1 1,-3 4 0,3 2 0,1 1 914,1 3-1060,1-4 0,1 1 0,3-4-166,4 1 1,1 5-1,0-6 1,1-4-84,4-3 14,3-7 1,8 7-1,1-8-199,2-4 1,5 0-1,-4-7 1,1 0-1477,-1 1 1219,-1-3 0,-5-4 1,1 0-1245,-1 0 1,0 0-259,0 0 1005,1 0 1,-3-1 0,-1-2 941,-1-2 0,-13-38 0,1-4 0</inkml:trace>
  <inkml:trace contextRef="#ctx0" brushRef="#br0" timeOffset="137">3967 11402 7972,'-6'-15'295,"4"7"0,-6-4 1882,4 2-413,2 4-305,-4 0-979,-1 12 1,6 3 0,-4 9 556,4 1-867,-6 6 0,4-4 0,-5 4 1,2-1-1,3-1 454,1-1-680,2 5 0,0-6 0,0 2 1,2-4-1,2-3-528,6-2 427,3 1 1,5-7 0,3-4-259,1-2 1,2-2-1,4-2 1,-1-2-436,-3-6 802,3-3 0,-12-2 0,4-3 82,-3-1 1,-3-4 0,-4 4 0,-4 1-43,-3 3 136,-9 7 1,-1-5 0,-7 5-36,-4 0 1,-5 2 0,-8 6 0,-1 1 145,2 4-214,1-3 1,1 10 0,2-4-159,4 0-52,2 5 1,8-10 0,2 5-325,2-2 280,6-1 0,3-5 0,11 0-138,6 0 354,5 0 1,7-11 0,1-3-1,1-2 1,1-1 217,-5-2-109,1 3 0,-12-5 0,3 5 47,-3-3 1,-4 4 0,-2-4 0,-5 3 225,-4 2-251,-7-1 1,-7 8 0,-7 2-206,-2 3 0,-2 2 1,-5 0-1,1 2-1419,0 3 1199,-1 2 0,7 8 1,3-1-754,3 0 1,8 0-1,4 1 1,2-1 1059,2 0 0,38 7 0,9 1 0</inkml:trace>
  <inkml:trace contextRef="#ctx0" brushRef="#br0" timeOffset="138">4479 11544 7972,'8'0'3566,"-2"-7"-2101,-6 0-340,0-1 0,-1 3 679,-4 10-1713,3-4 1,-10 17 0,4-4 0,-2 3 0,1 2-268,-2 0-204,-2 0 0,4 0 0,1 2-658,1 1 0,-2-5 1,3 2-2564,-2-3 846,5-2 2755,-4-6 0,14-2 0,32-56 0,-12 18 0,0 0 0</inkml:trace>
  <inkml:trace contextRef="#ctx0" brushRef="#br0" timeOffset="139">4749 11359 7972,'0'-14'286,"-5"4"0,-1 2 1714,-2 2-1215,5 1 0,-10 5-46,4 0 1,-4 7 0,-1 2 0,0 4 839,0 1-1340,-1 6 0,6-4 1,1 5 251,2-1-406,1-4 1,5 6 0,0-4 0,2 1 0,2-2-405,6-1 293,9-8 1,3 3 0,6-7-750,1 0 1,-1-3 0,1-1 0,-1 0-2727,0 0 2920,-5 0 0,2-1 0,-6-3-2114,-2 0 2695,-1-7 0,-21-29 0,-4-14 0</inkml:trace>
  <inkml:trace contextRef="#ctx0" brushRef="#br0" timeOffset="140">4977 11188 7972,'0'-14'968,"0"0"0,1 6 0,2 2 642,2-1-1105,0 6 0,1-6 0,4 7 0,4 0 1430,5 0-1624,-3 7 0,6 5 0,-5 7 106,2-1 0,0 4 1,-5 2-1,-1 2 650,-4 3-841,4-1 1,-11 2 0,2 2 142,-2 1-354,-8 0 1,-2-1-1,-8-2 1,-1-3-1,-4 0-223,-1-1-79,4-4 0,-2 2 1,6-8-1287,0-3 0,-1-4 0,3 2-2558,2-1 2794,4-7 1,4 3 1336,-2-6 0,8-25 0,-2-7 0</inkml:trace>
  <inkml:trace contextRef="#ctx0" brushRef="#br0" timeOffset="141">5233 11018 7963,'0'-14'328,"-5"-1"1,0 1-1,2 0 1,1 0 1825,2-1-1895,0 8 0,2 0 0,3 7 0,4 0 1,4 0-1,3 0 0,1 0 899,2 0-1069,6 0 1,-3 7 0,5 2 0,-2 4 0,-1 1-33,1 0-16,-4 0 0,-1 2 0,-5 1 0,-1 2 1,-1 0 140,-4 2-17,-3-5 0,-6 6 0,0-5-10,0 2 0,-8 5 1,-6-4-1,-8 1 319,-5-1-435,-1 6 0,4-9 0,2 5-121,1-1 77,3-2 1,3 0 0,3 1-1,2 1 1,5-1 75,4-2-85,1-3 0,3 4 0,5 0 79,6-1-98,4-2 1,0-7-1,3 0 1,1 1-1,2-1 39,-2 1 18,-2-7 0,-5 3 1,-3-4 39,-2 3 99,2-4 1,-10 12-1,3-4 1318,-4 4-1202,-7 8 0,-3-6 0,-9 4 788,-1-3-907,-6 5 0,8-6 0,-6 4 0,3-3 1,1-2-130,-2 1 5,6-1 0,-6 0 1,7-1 14,0-4-251,-1 4 1,-4-10 0,-1 5 0,-2 0-1,-3-2-1055,-2 0 11,-2 5 0,6-7 1,0 5-441,3 2-1967,1-5 3651,5 7 0,18-18 0,6 4 0</inkml:trace>
  <inkml:trace contextRef="#ctx0" brushRef="#br0" timeOffset="142">7820 12610 7593,'-8'-6'124,"2"4"0,4-6 758,-2 3 35,2 4-295,-4-5-317,6 6-94,0 0-146,6 0-49,-4 0 1,10 0-1,-2 0-68,2 0 1,3 0-1,0 0 1,3 0-67,1 0 119,0 0 1,0-5-1,1 0-4,2 2 0,-3 1 0,3 1 0,-1-2 89,-4-2-73,-1 0 0,-6 5 16,-1 0-13,1 0 120,-3 0 0,0 2-127,-7 2 0,-5 0 1,-1 3-1,-2 0 48,-3-4-36,-2 5 1,-1-2 0,0 4 27,-1-6 0,0 4 0,-3 2 18,-1 2-58,0-4 1,5 3 0,2-4-13,2 1 1,-3-4-224,4 6 188,-4-7-329,5 10 223,2-12 128,6 5-41,0-6 672,0 0-845,6 0 247,2 0 0,7 0 1,-1 0-19,0 0 1,-5 0-1,1 0 1,1 0-7,2 0 31,1 0 0,0 0 1,0 0 5,0 0 1,1 0 0,-1 2 0,0 1 22,0 2 27,-6 6 0,0-8-12,-3 7 1,-4-1 0,4 5 128,-3 1-141,-2-8 0,-2 5 0,-3-6 32,-4 2 1,-4-4 0,-1 4 0,0-1 136,0-4-187,-1 5 1,1-7-1,0 6 10,0-1 1,-5-4-1,0 2 1,2-2 35,1-2-52,8 0 1,-5 0 0,4 0 74,-4 0 0,4 0 26,-1 0 68,1 0-274,1 0 50,1 0-1404,7 0 755,0 0 672,7 0 0,13 6 0,10 2 0</inkml:trace>
  <inkml:trace contextRef="#ctx0" brushRef="#br1" timeOffset="143">9739 13056 7900,'7'0'-27,"-1"0"212,-6 0 0,4-2 497,0-2 157,1 2-18,-5-3-12,0-1-53,0 5-475,0-5 1,-6 6-12,-3 0 0,2 0 0,-1 0 54,-2 0-308,-2 0 0,0 0 0,-1 1-106,0 4 0,0-3 121,0 7 1,0-5-1,0 3 1,1 1 130,-1-1-225,0-4 0,4 8 0,1-4 0,-2 2 0,0-1-122,1 2 157,4 2 0,0-4 1,1 1 49,1 1 0,2-3 0,1 1 30,0 2 9,0 2 0,0-4-57,0 1 0,1-6 1,2 2 44,1 1 267,1-4-390,-5 3 1,1-5-1871,3 0 1374,-2-5 0,5 3-1507,-3-2 2077,-2-3 0,9-29 0,-4-12 0</inkml:trace>
  <inkml:trace contextRef="#ctx0" brushRef="#br0" timeOffset="144">9238 12773 7406,'7'-13'-19,"3"5"0,-4-1 0,0-1 2024,0-1-1542,-2 4 0,-3-3 1,2 4 908,1-1-429,1 4-472,-5-8 0,-5 8-236,1-6-4,0 6-243,4-2 1,-2 5 0,-2 0-177,-4 0 34,2 0 1,-6 1 78,4 3 94,-4 3 1,0 2 0,-1-2-1,0 0 1,0-1 231,0 0-217,0 4 1,1-5-1,0 5 90,4-1-103,-4-1 0,6 1 0,-2 0 0,2 1 47,1 1-18,3 2 0,-4 0 0,8-2 360,2-2-372,-2 2 1,9-5 0,-3 4-1,4-2 1,1 1 161,0-2-191,-1 4 0,-3-8 0,0 4 112,1-1-37,1-2 1,2-4 0,0 0 0,-1 0 0,1 0 344,0 0-364,0 0 1,0 0 0,0 0 122,-1 0-252,1 0 0,-4 0 1,-1 0-290,2 0 317,-4 0 25,0 0 117,-6 0 0,-2 0 1,-2 0-1,-4 2-92,-4 2-44,-1-3 0,-4 9 0,0-5-381,1-2 327,2-2 1,1 0 0,-1 2-1,-2 2 1,-1-3-59,2 0 125,0-2 1,1-2-1,-2 0 58,-1-3-50,0-5 0,4 5 0,0-7 0,1 1 0,-1-3 89,0-1 78,6 1 0,1 0 0,6-2 158,0-1-245,0-6 1,3 5 0,4-5-1,6 3 1,3 1 162,2 4-186,-4 0 0,9 2 0,-4 1 103,1-1-173,-5 0 0,8 6 1,-4 1-1,-1 2 1,1-1 19,-3 3-61,-2 0 0,-1 4-59,-1 2 3,-4-3 0,2 11 1,-6-4-763,-1 4 512,-2-5 0,-2 4-283,-4-2 0,3-2 0,-7 2 1,0 1-2726,2 1 2613,2-4 764,-1 4 0,5 19 0,-5 12 0</inkml:trace>
  <inkml:trace contextRef="#ctx0" brushRef="#br0" timeOffset="145">11446 12368 8302,'-8'0'-80,"2"-6"861,6 4 1,-5-6 779,0 4-437,0 2 509,5-4-901,0 6 503,0 0-856,7 0-280,1 0 1,6 0 0,0 0 79,0 0 0,0 0-41,1 0 1,5 0 0,2 0-1,4 1-140,2 4 35,-3-3 1,16 4 0,-3-6 0,2 0 0,-1 0-60,-1 0-73,0 6 1,9-4 0,-1 3 96,-5-4 1,0-1 0,-7 0 0,-1 0 126,1 0-113,-10 0 1,8 0 0,-12 0-2,2 0 1,-4 0-1,2 0 1,-1 0-29,0 0 17,0 0 1,-5 0-1,1 0-42,-1 0 1,0 0-1,0 0 1,1 0-5,-1 0 35,0 0 1,0 0 0,0 0 36,1 0 0,-6 0 1,1-1-3,1-4 316,-5 3 20,0-4-64,-6 6-54,0 0-201,0-6 1,-1 4-1,-2-4 11,-2 0-77,-6 4 0,8-9 0,-7 5-264,-1-2 1,-6 3 0,-2-3 0,0 0-321,-2 0 554,5-1 1,-9-4-1,6 2 63,2 2 1,-4-1 0,2-3 106,2 4 28,1-4 1,7 12-1,1-6 134,1 1-412,3 5 160,10-6 1,2 9 0,6 1 45,0 2 0,1 6 0,0-2 0,3 4 112,1 1-163,0 0 1,-5 1 0,0-1 23,0 0 0,-1 2 0,-2 1 0,-2 2 157,3-2-124,-6-1 1,2-1-1,-5-1 188,2 0 0,-2 0 0,-8 0 0,-4-1 824,-4-4-1013,-8 4 0,-1-5 1,-6 5-120,-1-4 0,1 2 0,0-6 0,-1-2-253,1-1-105,6 4 1,1-4-2017,7 2 1,3-2 1517,6-2 0,76 19 0,-20-7 0,-1 0 0</inkml:trace>
  <inkml:trace contextRef="#ctx0" brushRef="#br0" timeOffset="146">6654 12411 8348,'0'-14'-84,"0"6"1,-1-3-1,-2 4 0,-2 0 1,0-3-1,0 1 1,-1 1 1096,-2 1-934,-1 3 0,-6 2 0,1-1 0,-2-2 0,-1 2 1,-3 3-1,-3 3 0,-3 3 0,-4 2 899,-4 3-904,1 2 1,0 1-1,-2 1 1,1 0 0,-1 3 338,3 1-413,2 6 0,2-8 0,1 5 0,2 1 0,1-1 205,-1 3-206,4 2 1,1 1 0,7 1-21,3-1 0,-1 7 1,5 1-1,0 2-104,-1 0 153,3 0 0,4 0 0,0-2-57,0-1 0,1 3 1,2-5-1,2-1-23,-2-2 29,5-2 1,-6-1 0,3-2 18,-4-1 1,-1-2 0,0 5 0,0 0-9,0 3 10,0 1 1,0-1-1,0 2 4,0 1 0,0 5 1,0-5-1,2-1 74,2-2-64,4-2 1,13 1 0,3-1 56,2 0 1,3-4 0,1-2 0,3-1 317,5-4-252,3-1 0,2-3 0,-1-2-56,1-2 1,0-4-1,1 3 1,0-2 151,-1-3-252,3 5 0,-15-6 0,7 4 54,2 0 0,1-4 0,0 4 0,-2-1-101,-1 0 9,0-1 0,5 1 0,-1 0 48,1-2 0,0 3 0,-1-1 0,1-2 60,0-1-41,-1-2 0,1 5 1,1-1 6,4 0 0,4-3 0,6-1 0,1-1 30,-4-4-40,-1 3 0,1-9 0,-1 5 7,-2-2 0,-11-2 0,0-4 0,-3 0 21,-2 0 62,2-7 0,3 4 0,-1-5-29,-2 1 1,-1-4-1,4 1 1,1-3 94,0-1-78,-9 0 0,13-1 0,-11-1-17,1-3 1,-7 1 0,1-4 0,-3 1 377,-7 4-353,-9 1 1,0-2 0,-6 2 49,-2 3 0,-1 2 1,-4-4-1,-3 1 167,-4 0-244,-4-1 1,-6-1 0,-1-1-102,-2-3 0,-2-5 0,-4 1 0,-1-3 154,1-2-77,-1 7 1,-1-5 0,-1 5-12,-3-1 0,0-2 0,2 6 0,-3 1 46,-1 2 29,4 2 0,-9-1 1,3-1-62,-3-3 1,0 8 0,2-4 0,1 4-32,-2 3 24,-1-5 1,-1 6 0,-1-2-24,0 4 1,-4 3 0,-2 2 0,-2 0-7,-2-1-15,4 7 0,-7-4 0,6 4-113,-1 0 1,-10-3 0,-1 6 0,-6 2-522,-3 1 423,-6 2 1,-2 7 0,36-2 0,0 1-49,1 2 0,-1 1 0,3-1 0,1 2 0,-35 13 0,4 4-621,4 5 253,0-2 1,6 9 0,4-4 39,6 1 0,4 2 0,6 6 1,6 2-855,4 2 1449,-2-1 0,23-4 0,-4-1 0</inkml:trace>
  <inkml:trace contextRef="#ctx0" brushRef="#br0" timeOffset="147">18213 12226 8162,'-8'-14'550,"2"6"1,6-5-1,0 4 631,0-4-281,0-1 0,0 5-229,0-1-577,0 7 1,0-2-1,2 8 119,2 2 0,-2 6 1,3-1-1,-4 2 62,-1 2-249,7 1 1,-6 0 0,4 3 106,-3 1 1,-2 5-1,0-4 1,0 2-6,0 3-32,6 2 0,-5 2 0,4-1-93,-3 1 0,-2-1 0,1 0 1,3 2-47,0 4 51,7-4 0,-9 4 0,4-4-191,1 4 0,-4-4 1,5 3-1,0-3-491,-1-2 654,-3 1 1,3-1 0,-3 1-24,0-1 1,1-4 0,-5-2-1,0 0-103,0 0 211,0-5 0,0 9 0,0-7-68,0-2 1,0 3 0,0 1-1,0 0 165,0-1-162,0 5 1,0-9 0,-1 3-78,-4-3 1,3 3-1,-3 1 1,4 1 59,1-1 30,0 6 0,0-10 0,0 4 17,0 1 0,0-1 1,0 5-1,0-2 15,0-3-13,0 5 0,0-4 0,0 3 20,0-5 0,5 1 1,-1 1-1,0 1 130,-3 3-89,-1-4 0,0 4 0,0-5-29,0 2 1,2 1 0,1 0-1,2-2 102,-2-1-44,-2-4 0,1 5 0,1-6 55,2 4 1,0-8-1,-5 4-196,0-3 125,0 1-209,6-5 146,-5-2-63,6-6 0,-7-1-619,0-4 0,0 2 0,0-7 0,0-1-3350,0-1 3989,0-3 0,0-62 0,0 30 0,0 1 0</inkml:trace>
  <inkml:trace contextRef="#ctx0" brushRef="#br0" timeOffset="148">18171 12198 10371,'0'-8'523,"1"0"0,4 5 383,5-2-851,8 0 1,-2 1 0,5-1 0,-1 2 0,4 1 0,3 0 0,3-1 271,3-1-325,3-1 1,4 5-1,1 0 1,3 0 0,2 0-1,3 0 1,2 0 150,-1 0-139,5 0 0,-4 0 1,6 0-1,0 0 1,0 0 104,-1 0-77,1 0 0,0-2 0,2-1 228,2-2-243,-2 1 0,-1 4 1,-6 0-1,0 0 1,1 0 138,-1 0-181,-7-7 1,9 6-1,-6-4 72,-3 3 1,1 2 0,-2 0 0,1 0-86,-4 0 59,-8 0 1,8 0-1,-3 0-35,3 0 0,3 0 0,2 0 0,5 0-49,4 0 88,5-6 1,9 4-1,-1-2 5,-1 2 0,-7 2 0,0-1 1,-5-3-39,-3 0-56,-12-1 0,5 5 0,-10 0 28,2 0 0,-4 0 1,5 0-1,0 0-14,-2 0 38,-1 0 0,-2 0 0,3 0-7,5 0 0,0 0 0,11 0 1,1 0-46,-3 0 109,12-6 0,-10 4 1,8-3-29,-6 4 1,-5 1 0,-7 0 0,-1 0-59,-3 0 27,-3 0 0,-7 0 1,2 0-11,4 0 1,-3 0-1,7 0 1,2 0-14,1 0 24,1 0 1,1 0 0,1 0-3,4 0 31,-4 0 1,5-5 0,-8 0 0,0 2-1,-2 2 34,1 1-59,4 0 1,-14 0 0,5 0-7,0 0-27,-5 0 1,0 0-1,-8 0 1,0 0-1,-1 0-163,-1 0 87,-1 0 1,-3 0-1,1 0 127,2 0-32,0 0 1,2 0-1,1 0 1,1 0-1,1 0 11,1 0 27,-4 0 0,4 0 1,-4 0-71,1 0 71,-5 0 0,5 4 0,-4 1 0,1-2 0,0-1-24,1-2 5,-4 0 0,5 0 0,-7 0 9,0 0 0,0 0 0,0 0 29,1 0 49,-7 0-81,4 0 437,-10 0 105,4 0-571,-6 0 40,0 0-107,6 0 26,-4 0 0,11 0 0,-4 0 88,4 0-154,-5 0 1,4 0 0,-2 0-376,2 0 347,-4 6-22,-1-4 267,-1 4-165,-5-6 129,6 0 414,-7 0-191,0 0 0,0 6 435,0 4-542,0-4 1,-2 5 0,-1-5 26,-2 2-104,1 2 0,4-1 0,0 1 0,0 1 290,0 1-388,-7 3 1,6-6 189,-4 1 0,3-1-75,2 5-330,0-6 0,0 0-95,0-3 264,0-4 53,0 6 45,0-7 1,-1 5 568,-4-1-454,3 1 0,-4 1-75,6 4 0,0-2 0,0 1 0,0 2 237,0 2-325,0-5 0,0 9 0,0-3 22,0 2 1,-1 2-1,-3 0 1,0 5-17,1-1 17,1 5 1,2-5 0,0 6 0,0 1 0,0 1 0,-2 1 0,-1 2 83,-2-1-98,1-2 0,4-2 1,0 2-12,0 4 14,0-4 0,1 4 0,2-5 1,2-1-1,0 1 66,1-1-93,-4 0 1,6-4 0,-5-2-18,2-1 0,-1 4 0,-2-3 0,1 0-132,2-3 180,0 3 1,-5-6 0,0 5 76,0-1 0,0-2 0,0 5 0,0 1 137,0-2-220,6 5 0,-5-6 0,4 4 9,-3-2 1,-2 1 0,0 5 0,0-3 80,0-2-181,0 3 1,0-6 0,0 4-21,0-1 1,0-1 0,-2 4 0,-1-2-299,-2-1 269,1-7 0,4 6 0,0-6 70,0 2 0,0 0 1,0-5-1,1 0 155,4 0-172,-4 1 0,6-1 62,-7 0-31,0-6 1,0 0 0,0-3 172,0-4 16,0 6 0,-2-7 0,-3 0 451,-4 0-518,-4 0 0,-7 1 0,-5 2-57,-7 2 0,-6 6 0,-11-1 0,-6 2-29,-5 2 32,-8-6 0,1 5 0,-8-4-833,35-2 1,-1-1 809,-4-2 1,0 0 0,1 2 0,0-1-1,-3-2 1,0-1 0,1 0 0,-1 0-1,1 1 1,1-1-44,-1 1 0,0-1 25,-6 1 0,1-1 0,7-2 0,0 0 0,-4 0 1,-1 0-29,2 0 0,1 0 0,3 0 0,-1 0 0,-1 0 0,-1 0 0,1 0 0,0 0 16,0 0 0,0 0 22,-1 0 0,2 0 0,1 0 0,0 0 1,1 0-1,-1 0-19,0 0 0,1 0 22,-4 0 1,0 0 0,3 0 0,1 0 0,-2 0 0,1 0 0,2 0 0,0 0 0,0 0-1,0 0 19,-1 0 0,0 0-3,-4 0 1,0 0-1,3 0 1,1 1 0,-2 1-1,-1-1 18,2 2 0,-1-1 0,4 1 0,-2 0 0,-3-1 0,-1 0 0,1 0 0,1 0 27,1 0 0,1 0-34,0-2 0,2 1 0,-31 1 0,0 1 17,0 2 1,-1-1-1,1-4 1,2 0-271,3 0 189,-4-6 1,10 4-1,-6-2-54,-2 2 1,4-3 0,3 1-1,1 0-586,-2 3 619,10-5 1,-3 4 0,12-3-89,1 4 0,4-4 1,1 0-1,3 0-284,2-1 180,8 5 0,-1-10 1,6 6-346,2 2 1,1-4-1,3 1 592,4-2-520,2 5 0,9-5 1,3 5-1114,4-2 0,5-6 1639,5 2 0,29-55 0,-18 26 0,0-1 0</inkml:trace>
  <inkml:trace contextRef="#ctx0" brushRef="#br0" timeOffset="149">18313 12823 8239,'-14'0'-1263,"-1"0"2877,1 0-350,6 0 0,0 0 547,4 0-1616,2-6 0,2 4 0,10-2 0,4 2 0,5 2 1059,4 0-1115,4 0 0,2-2 0,1-1 13,3-1 0,-1-1 1,5 5-1,3 0 205,1 0-363,2 0 1,1 0-1,3 0 344,5 0-313,4 0 1,1 0 0,1 0-1,4 0 1,2 0 13,1 0-13,5 0 1,-12 0 0,4 0-196,-4 0 140,5 0 0,-4 0 0,1 0 0,-5 0 0,-3 0-122,2 0 169,8 0 0,1 0 0,3 0-22,-4 0 51,3 0 1,-5 0-1,4 0 1,0 0-1,-4 0 240,-2 0-242,-1-7 0,-5 6 0,-1-4 283,-2 4-326,-8 1 0,-2 0 1,-6 0-1,-1 0 1,-1 0 6,3 0-44,-4 0 1,6 0 0,-3 0 80,5 0-101,3 0 0,3 0 0,4 0 0,2 0 0,2 0-63,1 0 142,5 0 0,-4 0 0,3 0-15,-2 0-15,0 0 0,-3 0 0,-1 0 1,-4 0-1,-4 0-131,-4 0 118,-7 0 1,9 0 0,-3 0-116,3 0 126,2 0 1,-1 0 0,1 0 0,1 0 0,2 1 76,2 4-74,-1-4 1,-3 6 0,2-7 29,1 0-43,7 0 0,-10 0 1,5 0-1,0 0 0,5 0-37,6 0 53,11 0 0,-3 0 1,3 0-1320,-1 0 1406,-7 0 0,5 0 0,-8 0 1,-5 0-1,-8 0-278,-7 0 78,-5 0 0,-2 0 1,0 0-8,-1 0 95,-2 0 1,-2 0 0,2 0 0,2 0-1,1 0-32,-2 0 45,-1 0 0,-3 0 0,-1 0 9,-3 0-165,-5 0 1,-3 0 316,-5 0-1075,-7 0-755,3 0-130,-6 0 426,-6 0 780,5 0 1,-12 0 0,3 0 606,-2 0 0,-28-8 0,-10-3 0,-5-1 0,1 0 0</inkml:trace>
  <inkml:trace contextRef="#ctx0" brushRef="#br0" timeOffset="150">20033 12226 8239,'14'0'726,"-4"0"1,-1 0 626,2 0-1132,-4 0 0,-1 6 0,-6 4 0,0 4 0,0 5 0,0 5 0,0 3 467,0 1 1,0 5-489,0 0 1,0 7 0,0-2 0,0 3 443,0 2-557,0-1 1,0 2 0,2 2 0,1 3 0,2 0 579,-2 0-542,-2 5 1,4-4 0,0 7 27,-2 0 1,0-5-1,0-1 1,2-1 311,-2 1-329,-1-5 1,3 7 0,-1-5 231,-1-2-464,5-2 1,-5-6-1,5 0 1,-1 0 0,-3-2 285,3-3-199,-6-3 0,7-2 0,-5 1 0,2-2 0,0-2 313,1-1-234,-4-1 1,4 0-1,-6-3 113,0 1 0,0-10 1,0 3-647,0-1-292,0-7-870,0 6-65,0-10 913,0 4 1,0-7-1276,0-4 2052,0 3 0,12-28 0,8-15 0,-1 1 0,1 1 0</inkml:trace>
  <inkml:trace contextRef="#ctx0" brushRef="#br0" timeOffset="151">21469 12240 8202,'14'0'384,"-4"-4"0,-1-3 0,2 1 400,2 0-562,-5 1 1,5 6 0,-5 4 0,1 6 141,0 7 0,-5-1 0,0 8 1,0 5 748,0 7-857,-2 4 1,4 3 0,-6 5 164,0 8 0,-1 6 1,-3 8-1,-2 2 967,-2 3-1095,5-4 0,-8 7 0,6-6 653,2-2-730,-5 3 1,7-15 0,-4 2 0,2-2 0,0-4 936,-2-3-987,0 3 1,4-10-1,-3 2-20,0-3 1,-6 2-1,5-2 1,1-4 182,-3-4-179,6 4 1,-6-10-1,7 3-117,0-3 0,0-2 1,0-1-1,0-3-265,0-5-531,0-4 243,0-7 0,0-3 44,0-10-699,0-3 0,0-1 0,-1-2-359,-4-5 1,2 0 0,-5-6 1533,2 2 0,-31-37 0,-2-5 0</inkml:trace>
  <inkml:trace contextRef="#ctx0" brushRef="#br0" timeOffset="152">20886 11359 7803,'8'0'1954,"-1"0"-1405,-1 0 1,-5 1-1,4 4 1,-3 6 1206,-2 7-1561,0-3 0,0 12 0,0-3 0,-2 3 1,-1 3-1,-3 1 0,-1 3 130,1-3 1,0-1-1,3-1 1,-2-1-185,2 1-106,1-7 1,1-2-373,-4-6 0,3-4 283,-3-1 45,4-5 1,1-4-72,0-10 0,-5-7 0,0-2 0,1 1-653,-3 3 635,6-6 1,-10 10 0,6-3 77,2 1 1,0 7-127,-2 1 455,-3 3 1,0 4-143,3 3 1,4-2-1,1 6 1,0 2 483,0 2-385,6 1 0,2-4 0,6-2-317,0-2 1,5-1 0,2-5 0,-1 0-1243,1 0 823,4 0 1,-3-7-1,5-2-398,-3-4 1,3-1 0,-4 0-1,3-2-2763,-3-3 3631,4 3 0,-17-23 0,2 1 0</inkml:trace>
  <inkml:trace contextRef="#ctx0" brushRef="#br0" timeOffset="153">7223 14216 8033,'0'-14'150,"0"0"1,0 0 0,0 0 1400,0-1-712,0 7 1,0 1-57,0 2-605,0 3 0,0 9 0,0 11 0,0 6 0,2 1 831,2-1-867,-2 6 1,4 0 0,-6 3 30,0-3 1,5 4-1,0-1 1,-2 0 74,-2 2-99,-1-5 0,0 4 0,0-5-75,0-1 0,0 1 1,0-2-1,0-4-331,0-4 54,0-3-507,0-2 1034,0-6-472,0-8 0,-6-3 0,-2-7-31,0-1 1,-9-1-1,4-2 1,-1-1-26,-2 1 134,12 0 0,-15 1 1,11 2 21,0 2 1,0 6-81,3-2 181,4 3 1,-6 4 234,7 3 0,0-2 1,2 5-1,1 0 370,2-1-521,6-3 1,-2 7-1,9-7-93,1 0 0,1-3 0,-2-2 0,2-3-1175,2 0 785,-4-7 1,2 4 0,-6-4-988,1 2 1,4-1 0,-2-4 1332,-4 0 0,-18-19 0,-11-5 0</inkml:trace>
  <inkml:trace contextRef="#ctx0" brushRef="#br0" timeOffset="154">5759 15240 8299,'0'-14'723,"0"0"1738,0-1-2212,0 7 1,0 4-1,0 8 1,0 8-1,0 5 1,0 7-1,-2 4 383,-3 5 1,4 5-1,-4 8 1,3 1 259,2-1-497,0 5 0,0-1 0,0 7-58,0 0 0,0-2 0,2-1 1,1-4 367,2-1-588,0-1 0,-1-7 0,1-3-75,-2-5 0,4-9 0,-3-5 0,-1-4-1203,-1 0-583,-2-7-1620,0-2 2855,0-6 1,2-2 0,1-2 0,3-6 0,2-3-1506,3-1 2014,-5-6 0,7-21 0,-5-12 0</inkml:trace>
  <inkml:trace contextRef="#ctx0" brushRef="#br0" timeOffset="155">5773 15197 11761,'-8'-14'-659,"2"0"3254,6 0-730,-7 6-318,6-5 0,-6 5-529,7-6-757,7 0 0,5 4 0,10 1 725,5-2-856,-1 5 1,16-7 0,1 5 0,9-2 0,10 1 864,9-2-851,-30 8 0,1 0 0,2-3 1,1 1-1,1 1 0,1 1-88,-1-1 1,0 0 0,-1 3 0,0-1 0,-2 0-1,1-1 1,-1 2 0,1 1 66,-2 0 0,1 0-6,-2 0 1,0 0 0,30 0 0,0 0 170,0 0-812,0 0 1,-1 0-1,-1 0 1,1-2 0,3-1-936,-1-2 1363,-29 3 1,0 0-1,36-5 1,-36 4 0,0-2-693,-1 2 0,-1-1 765,2-3 1,0 1-1,2 2 1,1 0-1,2-3 1,1 0-1,2 0 1,0 0-1,-1-1 1,1 1 53,-1 0 1,1 0-5,-1 0 0,-1 0 1,-1-2-1,-1-1 1,-1 0-1,0 1 23,-3 0 0,1 1 0,-4 2 0,0 1 0,28-5 0,-3 1-1092,-2 1 1034,5-5 0,-3 7 0,6-5-50,0 1 68,0 1 1,2-5 0,-1 1 0,-1 2 0,-6 1 193,-5-1-230,-9 5 1,-2-2-1,-10 5 271,-6-2-97,-6 0-103,-19 5-169,-1 0 0,-9 0 856,-3 0 0,4 2-287,-4 3-59,3-4 1,-2 12 0,-1-4 191,2 4-351,1 1 1,2 2 0,0 2 0,-2 2-1,-1 1 859,-1-1-832,-1 5 0,5-4 1,0 4 404,0-1-470,0 6 1,-5 0 0,0 5 0,1-1 0,-1 4 509,0 3-641,-6 2 0,10 0 0,-6-1 57,1 1 0,4 6 1,-2 2-1,2 1 472,2 0-488,0-6 0,2 7 0,1-4 326,1 2-438,1-5 0,0 1 1,1-8-1,1-1 0,-1 2 113,-3 1-229,-1-5 1,-2-1-1,0-7 131,0 1-20,0-7 0,0 5 1,0-5-1,0 0 1,0-3-96,0-3 182,-7 4 0,-1-4 82,-6 3 1,0-5 0,0-3-1,-2-1 655,-3 1-611,3-5 1,-12 1-1,1-6 51,-5 4-216,-7-4 1,-2 6 0,-8-7 0,-3 1 0,-5 3 75,-3 0 0,-8 1 0,-3-5 0,-8 0 1,0 0-142,37 3 0,0 0 0,0-2 1,-1 0-1,-5 1 0,-1 1 1,-1-2-1,-1 1 0,-1-1 1,0 1-61,1 0 1,-1 1-37,-1-1 1,-1 0-1,0 1 1,0-1 0,-3 1-1,-1 1 130,-1 0 0,0-1 1,4-1-1,1 0 1,-1 0-1,1 0 1,1-1-1,1 0-11,0-1 1,0 0 9,2 0 0,-1 0 0,-4 2 0,-1 1 0,4-1 0,0 0-1,1 0 1,0 0 1,0 1 0,0 1 0,2-2 0,-1 0 0,-1 1 1,1 1-1,-1 0 0,1-1 0,0-1 0,0 1-304,3 0 0,1 0 279,2-3 0,-1 1 1,1 5-1,-2-1 1,1-1-1,-1 0-70,-1 3 1,1-1 34,1-4 0,1 1 0,1 6 0,1 1 0,-32-1 0,6 4 0,8-1-348,6-2 477,5 3 1,13-12 0,2 5-156,4 1 1,7-6 0,1 4 0,1-3-287,4-2 248,1 0 1,6 0-1,1 0-669,-2 0-243,5 0 0,-2 0-1688,3 0 390,3-7 0,2 4 2364,10-6 1,34-20-1,10-9 1</inkml:trace>
  <inkml:trace contextRef="#ctx0" brushRef="#br0" timeOffset="156">3370 9042 7829,'0'-22'411,"-6"1"0,4 2 1,-3 0 1389,4 2-1352,1 7 0,0 5 155,0 10-451,0-3 1,0 10-1,0-2 1,-2 3-1,-1 2 231,-2 4 1,1-3-1,2 5 1,-1-2 375,-2 0-619,0 0 0,4-1 1,-2 1-7,-2-1 1,0-1 0,5 1 0,0 1 262,0-2-453,-6-1 1,4-7 0,-2 1-266,2 1 0,2-3-218,0 1 344,0-6-1522,0 4 1,0-9-383,0-3 1459,0 4 1,5-12 638,-1 4 0,7-42 0,-3-11 0</inkml:trace>
  <inkml:trace contextRef="#ctx0" brushRef="#br0" timeOffset="157">3143 9056 7963,'-15'0'399,"1"-2"1106,0-2-693,0 2 0,6-6 544,3 3-1222,3 4 0,4-7 1,4 5 93,9-2 1,5-1 0,9 2 0,-1 0-77,0 1-237,1-5 0,-1 6 0,1-3-1022,-1 4 937,1 1 1,-6-5 0,-1 0 0,1 2 0,-3 2-781,1 1 243,-2-7 1,-5 6 0,0-4-495,0 3 811,0 2 1,-4-1-1,-1-2 390,2-2 0,-61 13 0,-15 8 0</inkml:trace>
  <inkml:trace contextRef="#ctx0" brushRef="#br0" timeOffset="158">3086 9383 7963,'0'8'1342,"0"-2"137,0 0-957,0-4 1,1 4 0,4-6 0,4 0 0,6 0 2141,4 0-2352,9 0 0,4-4 1,6-3-48,1-1 1,2 0-1,0-3 1,-3 3-142,-5 2-245,-3-5 1,-3 10 0,-3-4-1845,-5 3-406,-3 2 0,-7 0-2247,1 0 4618,-7 0 0,-10-6 0,-8-2 0</inkml:trace>
  <inkml:trace contextRef="#ctx0" brushRef="#br0" timeOffset="159">3669 9013 7963,'0'-8'855,"0"-4"0,0 2 88,0-2 94,0 4 1,0 0 928,0 3-1284,0 3 1,0 9-98,0 12 0,0 6 1,0 3-1,0 1 657,0-1-1212,0 7 0,0-5 0,0 3 334,0-3-740,0-1 0,0-1 1,0-1-1,0-2 0,0-3-1051,0-1 28,0-2 0,0-10-1904,0 1 2474,0-7 0,-2 3 0,-3-6 0,-4-1 829,-4-4 0,-1-9 0,0-2 0,0-5 0,-1 1 0,1 4 0,0-4 0,1 5 0,2 3-318,2 2 851,6 4 0,-5 1 0,4-1 2294,0-2-2244,-1 5 1,11-4 0,4 6-1,4-2 1,5-4 1923,5 0-2417,-4 3 1,7-7 0,-5 5-667,0-2 244,5 5 0,-11-3 1,3 6-1,-2-2 1,1-1-3034,1-2 350,-7 0 3015,1 5 0,26-25 0,15-6 0</inkml:trace>
  <inkml:trace contextRef="#ctx0" brushRef="#br0" timeOffset="160">4081 8999 7963,'0'-8'1320,"5"-5"-776,-1 4 957,1-4 0,-3 4-841,2-1 0,4 2-1,7-1 1,0 3 552,4-1-1112,-3 6 1,9-6 0,-4 9-156,1 3 40,2-4 0,-2 17 1,-3-4-1,-5 3 0,-4 4-80,-6 3 46,-2 9 0,-8-3 0,-6 5 65,-5-1 0,0-4 0,-7 3 1,0-3 349,2-1-153,2-7 1,5-1 348,1-7-392,6 0 1,4-6-1,11-5 1,11-6-1,10-8 807,7-7-1469,9-4 0,7-5 0,4 2-3504,-3 2 3013,-3 5 0,-12-1 1,-6 10 982,-6 4 0,-55 10 0,-19 3 0</inkml:trace>
  <inkml:trace contextRef="#ctx0" brushRef="#br0" timeOffset="161">3370 12510 7778,'-6'-14'585,"3"0"1934,-7 0-2057,7 6 1,-3 3 0,6 10 0,0 4 0,0 4 0,0 3 0,0 3 321,0 4 0,0 0 0,0 2 0,0 3 47,0 4-477,6 1 0,-4-5 0,2 1-286,-2-1 1,-2 1-1,0-1 1,0 1-754,0-1 110,0-6 1,0-1-3383,0-7 1599,0 0 1879,0-6 0,5-8 1,1-9 478,2-4 0,-5-58 0,0 28 0,0 1 0</inkml:trace>
  <inkml:trace contextRef="#ctx0" brushRef="#br0" timeOffset="162">3157 12567 7782,'-8'-6'713,"2"4"0,4-9 1040,-3 7-1009,4-7 0,-6 7 1,9-5-1,4-1 1683,8 3-2133,1-6 1,13 10 0,-1-5 529,5 2-805,1-6 0,0 11 0,2-4 0,-1 4 0,1 1-1677,-3 0 978,-2 0 0,-8 0 0,-3 1-3294,-3 4 3339,-8 3 0,-2 6 0,-6 0 0,0 0 635,0 1 0,-33 17 0,-16 7 0,-3 3 0,1 1 0</inkml:trace>
  <inkml:trace contextRef="#ctx0" brushRef="#br0" timeOffset="163">3171 13036 7837,'0'8'0,"-2"-1"2121,-2-7-1509,2 6 1,-3-4 0,10 2-1,6-2 1,7-4 2456,5-2-2597,4 2 1,2-11-1,-1 4 337,0-4-1007,1-1 0,-1 5 1,1-1-1,-2-1 0,-4 0-781,-4 1-358,-3 4 0,-2 1 0,0 1 1337,1 1 0,-1-5 0,0 0 0</inkml:trace>
  <inkml:trace contextRef="#ctx0" brushRef="#br0" timeOffset="164">3782 12553 7899,'-6'-8'1335,"4"-4"1,-4 4-149,6-7 948,0 8-1639,0 0 0,0 9 0,-1 3 0,-3 6 1778,0 6-1662,-1 5 0,5 7 0,0 1 1245,0 3-1599,0 3 0,0 0 1,1-1-1,3-2 0,0 0 586,0-1-1302,3-2 1,-3-3 0,5-2-317,2-1 0,-3-7 0,2 1-3241,1-7 2872,1-5 0,2-8 161,1-2 0,-1-6 1,0-9-1,-1-4-2177,-4-4 2442,-2-2 717,-1 1 0,-26-4 0,-9-2 0,0-4 0,1 0 0</inkml:trace>
  <inkml:trace contextRef="#ctx0" brushRef="#br0" timeOffset="165">3711 12752 7899,'-6'8'425,"4"-2"1225,-4-6-344,6 0-570,-6 7 1,6-6 0,0 4 0,9-5 620,9-5-1549,-3 4 1,11-10 0,-6 4-429,2-1-1257,2 5 0,0-8 1877,-1 6 0,26-31 0,11-3 0</inkml:trace>
  <inkml:trace contextRef="#ctx0" brushRef="#br0" timeOffset="166">4138 12553 7926,'0'-14'1184,"6"0"1,-4-1 955,2 1-1773,4 0 1,-1 0 0,4 1-1,-2 2 1,4 3 1233,4 2-1254,-1-5 0,9 9 0,-4-2-173,1 2 1,-5 2 0,2 2 0,-3 2 222,-2 6-530,-6 2 1,3 7 0,-8 2-99,-4 1 170,-5 2 1,-10 4-1,-3 1 1,-3-1 0,-2 0-339,0 1 37,1-1 1,0-6 0,4-3 105,4-3 1,7-2 0,3 1 0,3-1-208,2 0 832,7-6 1,7-2-1,10-6 27,3 0 1,1 0 0,0 0 0,1 0 367,-1 0-546,-6 0 0,-6 0 303,-6 0-317,-7 0 1,-9 7 0,-13 2 152,-7 4-1484,-8 1 1,-1 0 0,-5 2 0,4 1 0,3 2 1126,6-1 0,-39 16 0,-4 4 0</inkml:trace>
  <inkml:trace contextRef="#ctx0" brushRef="#br0" timeOffset="167">3214 15226 7853,'-15'0'146,"1"0"1,-2 0 0,-1 0 0,-2 0 2118,2 0-1675,7 0 0,2 0 0,7 0 0,1 0 0,6 0 1413,5 0-1738,10 0 0,6 0 0,7 0 0,1-2 0,1-1-155,1-2 0,-6 1 1,2 4-1,-4 0-807,-5 0-589,-4 0 0,-6 0 0,1 0-160,-1 0 243,-6 0 1,-4 0 0,-8 1-663,-6 4 1865,-2-4 0,-7 11 0,0-8 0,1-1 0,2-1 0,2 0 0,0 1 0,0 1 1369,6 1 1182,-5-5-318,5 0-175,0 0-1538,2 0 0,6 8 1,0 5-1,0 6 1368,0 3-1576,0 2 0,0 4 0,0 0-175,0 1 0,0 4 0,0 0 0,0-1-803,0-2 504,0-2 1,0-4 0,0-2-615,0-1 0,0-3 0,0-3-1214,0-1 1534,-6-6 0,3-2 0,-7-6 140,-1 0 0,-1 0 0,-3 0 1,1 0-102,0 0 1018,6 0 1,0-5-210,3 1 0,4-3 0,-2 3 628,6-6-606,11 4 1,2-5 0,4 6-45,1 2 0,-5-3 0,4-1 0,1 1-1243,2 0 547,-2 1 0,4 0 0,-6 0-860,-1 2 1,2 0 0,-1 0-1,-2-2-2300,-1 2 3006,-2-5 0,1 5 480,-1-7 0,19-50 0,-14 22 0,0-1 0</inkml:trace>
  <inkml:trace contextRef="#ctx0" brushRef="#br0" timeOffset="168">3725 15268 7853,'0'-9'782,"0"-1"0,0 6 1783,0-6-942,0 7-614,0-3 1,0 7 0,0 6 709,0 7-970,0 0 0,0 13 0,-1-2 294,-4 7-666,4-2 1,-6 5-1,7-5 1,0 1-1,0 2 303,0-1-677,0-2 0,0-3 1,0-2-517,0-1 1,0-7-1,0 2-359,0-3-3035,0-8 2011,0-2 0,0-7 68,0-4-84,0-3 1,0-6 1911,0-1 0,-2-29 0,-2-14 0,0-5 0,0 1 0</inkml:trace>
  <inkml:trace contextRef="#ctx0" brushRef="#br0" timeOffset="169">3654 15439 10055,'-8'0'5879,"2"0"-3921,19 0-1683,-4 0 0,18-2 1,-3-1-338,3-1 0,1-6 0,1 4 0,-1-1-1907,0 1 1069,-5 1 0,2 1 0,-6-1-1438,-2 2 1,-1 1 585,-2 2 1752,-6 6 0,-8 28 0,-8 11 0</inkml:trace>
  <inkml:trace contextRef="#ctx0" brushRef="#br0" timeOffset="170">4237 15368 8012,'0'-28'-165,"0"1"1,0 3-33,0 5 6650,0 3-2773,0 2-3216,0 6 0,0 5-261,0 12 0,0 2 1,0 13-1,0 1 1126,0 2-1202,0 2 1,0-1 0,0-1-118,0-3 0,0 1 0,0-4 0,2-1-105,3 1-588,-4-9 1,12-1 0,-4-6-33,4-2 0,3-1 1,1-4-1,4-4-36,1-8 582,-5-1 1,8-13 0,-6 1 119,-1-4 1,-2-1 0,-4 7 0,-2 3 625,-6 1-31,4 2 201,-6 5 1,3 8 0,-10 7 281,-5 12-413,4 7 1,-5 10 0,6 3 260,2 5 1,-3 2 0,1-1 0,2-1 704,1 2-1181,2-5 0,-4 4 0,-1-6-57,2-1 1,1-4 0,2-4 89,0-5-1182,0-10 232,0-2 1,0-9 0,0-3 0,0-4-5435,0-4 4591,0-7 1,0 4-2069,0-3 3427,0 3 0,25-23 0,7-7 0</inkml:trace>
  <inkml:trace contextRef="#ctx0" brushRef="#br0" timeOffset="171">18498 14885 8092,'0'-15'388,"0"1"0,0 0 1305,0 0-1477,0 6 1,1 2-1,2 7 1,2 4-1,-2 4 1,-1 6 1730,-2 3-1651,0 5 0,0 5 1,0 0-1,0 1 1,0 1 859,0 3-835,0-3 1,0 11 0,0-3 20,0 3 1,0 3 0,0 2-1,-2 3 669,-2 2-779,2 1 0,-11 0 1,6 2 3,-1 4 0,-3-6 0,4 4 0,1-6 494,0-4-595,1-2 1,5 2 0,0-2-102,0-3 0,0-8 0,0 1 0,0-4-116,0-2-44,0 0 1,0-4 0,0-2-237,0-1 169,0-2 0,0-5 1,0 0-1200,0 0 204,0-6-1148,0-1 1524,0-7 0,0-2 1,0-3-3944,0-4 3096,0-10 1659,0 3 0,12-61 0,-4 34 0,0 0 0</inkml:trace>
  <inkml:trace contextRef="#ctx0" brushRef="#br0" timeOffset="172">18498 14870 8048,'8'0'3953,"4"-6"-3243,-4 4-497,6-4 0,1 1 0,0 1 1,4 1-1,7 1 0,5 2 0,7-2 1000,3-2-1092,14 2 0,-1-4 0,14 6 1,3 0-1,5 0 572,3 0-665,2 0 1,-4 0 0,-4 0 28,-5 0 0,-2 0 0,5 0 1,0 0-45,0 0-133,0 0 1,0 1 0,0 2 270,1 2-127,-1 0 0,-2-5 0,-1 0 0,-3 0 0,0 0 25,-1 0-120,9 0 1,-2 2 0,2 1-1567,-5 1 1618,4 1 1,4-5 0,-35 0 0,0 0 0,1 0 0,0 0 0,39 0 71,-2 0-25,-38 0 1,0 0 0,38 2 0,-37-1 0,0 1-28,-2 0 1,0 1 51,2-1 0,0 0 0,31 3 1,4 0-1,0 0 0,2-1 208,0 1-219,-37-3 1,0 1 0,37 2 0,-37-2-1,1 0 57,0 1 1,0 0-119,2-3 1,1 1-1,-2 2 1,-1 0-1,2-2 1,0-1-1,-1 1 1,1 1-1,-1-2 1,0 1-60,1-1 0,0-1 83,1 0 0,-2 0 0,30 5 0,-6 0-209,-8-2 134,0-1 1,-7-1 0,7 2-1,1 2 1,-1 0-600,-1 1 618,-2-4 1,-1 6-1,0-5-76,-4 2 100,-3-1 1,-6 1-1,1 1 1,0 1 0,-1-1-121,-7-3 96,-4 5 1,-9-6 0,-1 4 184,-1 0-97,-8-4 0,-1 4 1,-2-6-48,2 0 53,-4 0 1,5 0-1,-4 2 946,4 3 1,1-4-723,0 4-30,-6-4-12,-1-1-173,-7 0-60,0 0-55,0 7 412,0 1 1,0 7-1,0 3 180,0 1-348,0 6 0,0-3 1,0 7-1,0-1 1,0 2 779,0 3-821,0-3 0,0 7 1,0-4 11,0 5 1,0 1 0,0 1-1,0-2 89,0 1-117,0 2 1,0 8 0,0 2 38,0-1 1,0 5 0,0-2 0,0 2 278,0 2-402,0 0 0,0-7 0,0-3-6,0-2 1,0-1-1,0 0 1,0-1 22,0-7-10,0 2 1,-5-8 0,0 3-110,2-3 1,0-8-1,0-3 1,-2-3-217,2-2 192,1 1 1,-3-1-126,1 0 0,-1-5-90,5 1 31,-6-7 186,4 3 1,-6-4-1,3 1 18,-4 2 61,3 6 0,-7-9 0,5 4-14,0 0 1,-9-4 0,1 2 0,-5 0-206,-4 0 201,-2-2 1,-3 4 0,-3-6-153,-5 0 0,-4 0 0,-4 0 1,-3 0-215,-2 0 326,5 0 0,-9 0 1,3 0-31,-3 0 0,-8 0 1,-4 0-1,-2 0-153,-2 0 249,-7 0 0,38 0 0,-2-1 0,-4-1 1,-1 1-45,-3-2 0,0 1 0,-2-1 1,0-1-1,0 3 0,0-1 1,-2 0-1,-1 0 242,-1 0 1,0 0-268,-5 1 0,2 1 1,4 0-1,1 0 0,-1 0 1,1 0 127,2 0 0,1 0 0,4-2 1,1-1-1,0 1 0,2-1 1,1 1-1,0 0 120,3-2 0,0 1-145,-38 2 0,9-7 1,1 5-41,2-2 1,1-1-1,-3 2 1,3-2-135,2-2 162,-5 5 0,2-5 0,-7 5 1,0-3-1,4-1 44,-1 1 55,7 1 1,-2 1-1,5-3-69,-1-1 0,-1 5 0,4-3 0,-2 1 6,-2 0-48,0 1 1,5-1 0,1 0-29,-1 2 0,-5 1 1,-3 2-1,-3 0-348,-4 0 321,4 0 1,-2-4 0,4-1-168,-4 2 0,-1 0 0,2 0 0,2-4-406,6-1 471,2 5 1,1-5-1,0 5 141,1-2 0,3-1 0,13 3 0,3-2-345,5 2 419,-4 1 0,12 1 1,-3-2 108,1-2 1,2 0 0,-1 5 0,4-1-308,2-4-258,1 3 0,9-4-1199,1 6-1267,6 0 1903,3-6 1,12 2 0,9-3 947,1 0 0,33-16 0,13-1 0</inkml:trace>
  <inkml:trace contextRef="#ctx0" brushRef="#br0" timeOffset="173">20332 14927 8107,'0'-8'1742,"0"-4"383,0 2-1685,0 4 1,0 6 0,0 11 0,0 6 0,-2 7 0,-1 3 0,-2 3 1540,2 3-1668,2 3 0,1 7 0,0 1 0,0 4 1,0 4 202,0 3 0,0 2 1,0 0-1,0 0 587,0 0-899,0 6 0,0-10 0,0 4-52,0-1 1,0-1-1,1 2 1,2-2 326,2-3-324,0 3 0,-4-9 1,3 5-41,0-2 0,3 3 0,-4-5 1,2 1 46,-2 1-314,5-5 0,-7 5 0,4-7 26,-4 1 1,4-7-1,0-1 1,-2-2-206,-1 1 318,-2-1 0,-2-11 0,-1-3-276,-2-3-386,0-2 5,5-6-165,0-2 1,0-8 0,0-2-1347,0-6 327,0-2 0,5-4 1,0-2-274,-2-1 2127,5-6 0,6-16 0,8-11 0</inkml:trace>
  <inkml:trace contextRef="#ctx0" brushRef="#br0" timeOffset="174">21839 14927 8126,'0'-14'667,"0"0"0,0 0 0,0-1 1347,0 1-992,0 6 1,0 0 97,0 4-868,6 2 1,-4 2 0,4 11 0,-1 6 0,0 7 854,-2 3-897,-2 8 0,-1 1 0,0 7 212,0-1 1,0 7-1,0 2 1,0 1 567,0 0-637,0 7 0,-4 1 0,-3 4 299,-1 0-352,5-3 0,-9 1 1,4 1-1,-2 0 1,1 0 624,-2-3-756,-2-1 0,0-4 0,2-1-1,2-2 1,4-6 0,-3 1-1,2-4-52,3-5-156,-5 3 0,6-6 0,-4 2 4,0-3 1,4-9 0,-3-3-1,4 0-125,1 0 4,-7-11 1,6 8-188,-4-9-120,3-4 181,2 0 115,0-6 1,0-6-2858,0-3 1921,0-4 1,5-1-371,0-1 1,1 1 0,-3 0 0,2 0 1473,-2 0 0,-45-45 0,14 24 0,0 1 0</inkml:trace>
  <inkml:trace contextRef="#ctx0" brushRef="#br0" timeOffset="175">18526 15382 7954,'-22'0'336,"2"-6"1,5 4 0,1-2-1,0 2 1744,0 2-374,6 0-464,1 0-1067,7 0 0,2 0 0,3 0 0,4 0 0,4 0 354,1 0 1,0 0 0,2 0 0,1 2 530,2 2-850,7-2 1,-4 4 0,8-6 68,3 0 0,-3 0 0,5 0 0,-2 0 407,0 0-583,7 0 0,1 0 1,6 0 340,-1 0-461,-2 0 1,0 0 0,4 0-1,2 0 1,2 0-216,1 0 213,-8 6 0,11-4 0,-4 3-140,3-4 143,-4 6 0,2-6 0,-5 6 0,-2-3 0,-2 1-86,-2-2 81,1-1 1,-2-2-1,-1 0-96,-2 0 144,-7 0 0,13 0 0,-4 0 0,-2 0 1,0 0 114,-2 0-139,2 0 0,9-5 0,1 0-5,-2 2 0,-2 0 0,-2 0 0,3-2-3,2 2 25,-3 1 1,4 2-1,-9 0 58,-1 0-84,0 0 1,3 0 0,-1 2 0,-2 1 0,1 2 64,2-2-53,-5-1 0,9-1 1,-6 2 13,1 2-18,-1 0 1,4-5-1,-1 0 1,1 0-1,0 0 10,-1 0-43,1 6 0,6-4 0,3 2 69,3-2 0,-2-2 1,-3 0-1,-1 0-127,-3 0 36,-2 0 1,4 0 0,-1 0 27,-1 0-14,-2 0 1,-1 0 0,1 0-1,3 2 1,4 1-173,-1 2 196,6-1 1,-4-4 0,8 0-42,1 0 10,-5 0 1,-1 2-1,-1 1 1,4 2-1,4-2-348,-2-2 282,-2-1 0,-1 0 0,-2 0-43,-2 0 117,2 0 1,-11 0 0,3 0-1,-2 0 1,-3 0-381,1 0 406,0 0 1,4 2-1,2 1-82,2 2 110,-6 0 0,11-1 1,-4 1-1,2-2 0,-1-1 114,-1-2-145,1 0 0,3 5 0,1-1 31,0 0 7,-6-3 1,-2-1-1,-7 0 1,1 0 0,-2 0-76,-3 0 1,3 0 0,-9 0 0,6 0-139,1 0 132,8 0 1,-2 0 0,2 0 0,-3 0 0,-1 0-118,0 0 171,-7 0 1,-1 2 0,-8 1-65,-4 2 0,-2-1 1,-7-4-267,-6 0-83,-2 0 36,-6 0 1,-1 0-330,-4 0 396,3 0 0,-2 0 42,8 0 0,4 0 1,8 2-1,1 1-380,2 2 503,0 0 0,-5-5 0,1 0-381,-1 0 1,-1 1 0,-2 2-1150,-2 2 1047,-6 0 1,2-5 631,-10 0 0,-66-19 0,25 7 0,-1 0 0</inkml:trace>
  <inkml:trace contextRef="#ctx0" brushRef="#br0" timeOffset="176">11915 12923 8540,'8'-22'468,"-2"1"1,-1 7 0,0 0 0,-2-1 2856,-2 1-3058,-1 0 0,-1 6 0,-4 5 0,-4 6 0,-6 7 0,-2 2 0,-4 4 0,1 3 1079,-1 5-1262,-4-4 1,8 7 0,-5-5 0,1 2 0,4-2 317,1-1-538,2 4 1,1-9 0,2 3 0,3-4-725,2 0 250,1-1 0,5-5-407,0 1 958,6-7 0,2 3 259,6-6 0,1 2 0,-1 3 1052,0 4-983,-6 4 0,-2 1 0,-6 0 236,0 0 1,0 0 0,0 1 0,0-1 483,0 0-1023,-6 0 1,-2 5 0,-6 0 66,0-1 1,-5-4 0,-2-3 0,1-2-66,-1 2-426,2-4 0,5 4 0,0-6-794,-1-2 262,1-2 837,6-1 1,4-4 0,8-3 172,6-1 1,4 5 0,3-2-1,4 4 486,1 1-331,2 0 0,-2 0 0,-2 0 964,1 0-809,-5 6 0,4 2 1,-5 8-1,-3 3 1,-1 5 1908,-1 2-1957,-7 3 0,3 1 0,-4 1 1,1 4-1,2 0 616,-2 0-853,-2-2 0,-1-5 0,0-1-161,0-3 0,0 1 0,0-6-415,0-2-884,0-7 1,2-4 152,3-6 0,-2 0 0,6 0 0,2 0-2793,2 0 3487,1-6 0,5 3 1,2-7 567,1-1 0,9-17 0,6-7 0,5-4 0,0 1 0</inkml:trace>
  <inkml:trace contextRef="#ctx0" brushRef="#br0" timeOffset="177">12455 13122 8506,'-14'-8'902,"4"-3"1,3 4 1740,0 0-1990,-4 3 1,8-2 0,-6 6 0,-2 0 0,-2 3 992,-1 7-1088,-1-1 0,3 18 1,1-3 42,1 3 0,1 6 0,-5 2 0,-1 1 1174,1 3-1515,0 2 1,6 2 0,2 0-70,-1-1 1,6-1 0,-2-3 0,6-6 8,6-7-120,4 2 0,1-11 1,2 3-535,3-3 1,-3-8 0,3-4-1,-4-2-1680,0-2-972,-1 0-980,0 0 1768,0 0-1564,1 0 3882,-8 0 0,-7 0 0,-7 0 0</inkml:trace>
  <inkml:trace contextRef="#ctx0" brushRef="#br0" timeOffset="178">12910 13122 8335,'0'-14'586,"-5"4"1,1 1 0,-1-1 2063,-1 2-2354,4 2 1,-6 6 0,3 1-1,-3 4 1,-1 5 835,0 2-828,5 9 0,-8-4 1,4 7-1,-2 1 1,1 0-1,-1 1 1,1-3 1205,-1 3-1447,7-6 0,-8 2 0,5-4-315,-2 1 0,5 0-439,-2-5 398,-3 0 1,7-8-274,-4-6 325,10-6 0,3-8 1,6-2-1,0-3 1,0-3-1183,0 0 1257,1-5 1,0 3-1,3-7 138,1-2 0,0 1 0,-5 7 0,-1 3 412,-4 1-218,4-4 0,-5 15-84,6 1 0,-5 6 1,-1 4-1,0 6 1229,0 7-977,-5 0 1,8 14-1,-6-1 258,-2 5 1,0 1 0,0-6 0,2-2 728,-2-1-1229,-1 0 1,-1-2 0,3-3-374,0-4 1,1 0 305,-5-1-3214,0-6 1894,0-2 0,0-7 1,0-4-3449,0-5 3770,-6-2 1,3-3 972,-7 1 0,-37-38 0,16 21 0,0 0 0</inkml:trace>
  <inkml:trace contextRef="#ctx0" brushRef="#br0" timeOffset="179">12839 13278 8128,'0'8'1120,"0"0"854,0-3-1075,0-4 0,2 6-504,2-7 0,4-2 0,6-1 0,1-3-65,-1-2-640,6 4 0,-2-7 0,4 5-558,-2-2 1,4 3 867,-5-4 0,25 6 0,2-4 0</inkml:trace>
  <inkml:trace contextRef="#ctx0" brushRef="#br0" timeOffset="180">13351 13292 10669,'8'0'4866,"-2"0"-3802,-6 0-530,0 0 0,0 7 0,0 2 386,0 4-885,0 1 1,-5 0 0,-1 2-628,-2 3 0,-1-3 0,-6 4 1,1-1-3556,0 0 3479,0 0 1,1-5 0,2 1 667,2-1 0,5-32 0,-2-7 0</inkml:trace>
  <inkml:trace contextRef="#ctx0" brushRef="#br0" timeOffset="181">13607 13065 8135,'0'-14'3522,"0"-1"-2173,0 1-1077,6 6 0,2-3 0,6 5 1,2 0 559,3-1-764,-3 3 1,6 4-1,-5 0-53,2 0 1,5 1-1,-5 4 1,-2 3-135,-1 0 13,-8 4 1,3-4 0,-6 6-454,-2 1 549,5-1 1,-7 5 0,4 0 0,-3-2 0,-4-1 205,-3-2-131,4 0 1,-7 1-78,3-1 0,4 0 0,-6 0 322,1 0-194,4-6 1,-4 0 479,6-3-283,0 3 0,0 1 0,0 1 708,0 1-646,0 2 0,-6 1 394,-4 0-702,-9 0 1,4-1 0,-6-2 0,0-2 0,-1 1-515,0-2-281,-5 4 0,10-10 0,-7 3-21,-1-4-734,4-1 1,1 5 0,6 0-1403,0-2 2885,6-8 0,39-60 0,-7 23 0,0-1 0</inkml:trace>
  <inkml:trace contextRef="#ctx0" brushRef="#br0" timeOffset="182">13948 12951 8131,'6'-22'444,"-4"2"0,11 5 2784,-4 1-2669,4 0 1,-4 4-1,1 2 1,1 2 1356,1 3-1576,3 1 0,-1 4 0,0 3 683,0 4-773,0 4 0,-1 3 1,-2 3-1,-1 6 1,-1 5 1152,-1 3-1143,5 7 1,-12-9-1,4 5 1,-3 1-1,-4-1 631,-3 4-798,-3-6 0,-6 6 1,0-7-94,0-1 0,-2-2 0,-2-2 0,0-1 12,0-3-785,2-4 1,2-6 0,0 1-18,0-1-2370,-1-6 0,8 4 3160,2-2 0,22 2 0,7 3 0</inkml:trace>
  <inkml:trace contextRef="#ctx0" brushRef="#br0" timeOffset="183">14446 13520 8045,'-7'-8'3841,"6"2"-2368,-6 6-1055,7 0 0,-6 0 0,-2 1 1,-1 4-1,-1 3 734,-1 0-1151,5 4 0,-7-4 0,4 5-473,-4-4 1,4 4-853,-1-4 1,1 4-2571,-6 1 3894,1 1 0,32-14 0,7-2 0</inkml:trace>
  <inkml:trace contextRef="#ctx0" brushRef="#br0" timeOffset="184">15057 12965 8045,'0'-8'298,"0"-4"0,-2 4 0,-1-2 2001,-1 1-1920,-8 6 0,9-3 0,-6 6 1,-2 0-1,-2 0 0,-1 1 1217,0 4-1379,0 3 1,-1 8 0,1 1 0,0 3 0,0 3 147,-1 2 0,1 3 0,0 4 0,0 1 214,0-1-465,6-2 0,1 3 0,7 0-51,0-1 1,0-2 0,0-2 0,0-1-463,0-3 336,7-4 1,1-6-463,6 1 172,0-8 1,0 4-1,0-6 1,1-2-1,-1-1-1983,0-2 757,0 0 1,1-5 1578,-1 0 0,25-25 0,7-1 0</inkml:trace>
  <inkml:trace contextRef="#ctx0" brushRef="#br0" timeOffset="185">15313 13235 17389,'-8'0'1262,"0"0"-1192,3 0-969,4 0 0,-5 2-1915,6 3 1700,0-4 569,0 6 0,1-7 536,4 0-62,-4-7 0,7 4 153,-3-6 1,1-1 0,5-4 703,-1 0 190,-7 0 0,8-1-147,-6 1 69,6 0 1,-10 4 158,4 1-879,-10 6 0,-2 1 0,-9 9 700,-3 0-675,3 9 0,-9 0 0,4 3 0,1-2 1,-1 1 466,4 1-644,1 6 1,3-9-1,4 3-136,4-3 56,4-2 0,1 0 0,0 0 0,1 0 0,4-1-392,4-3 226,4 2 1,6-9-1,1 5-788,3-1 730,0-3 0,1-4 0,-2 0 0,0 0 0,-1 0-962,-1 0 510,-1 0 1,-9-1-211,-1-4-2831,1 3 3771,-2-4 0,-15 6 0,-9 0 0</inkml:trace>
  <inkml:trace contextRef="#ctx0" brushRef="#br0" timeOffset="186">15597 13392 8045,'8'-6'3005,"-1"2"-1739,-7-5 2347,0 6-541,0-4-1424,0 7-1654,0 0 353,0 7-360,0 1 1,0 1 0,0 1-139,0 1-216,0 1 1,-5-2 0,0-1 0,2 2-318,1 2 477,2-5 0,-4 0 240,-1-4-397,0-2 0,5 3-610,0-10 880,0-9 1,0-2 0,0-3 101,0 3 1,0 1-1,0-3 989,0-1-891,0 0 0,0 10-280,0-1 448,0 7 1,2-2 0,1 10-1,2 5 1,-2 2 816,-2 2-1039,-1 7 1,0-5 0,0 4-585,0 1 50,0-5 0,0 4 0,0-6 0,0 1-1923,0-1 221,0 0 0,0-4-909,0-1 3093,0-6 0,32-47 0,7-19 0</inkml:trace>
  <inkml:trace contextRef="#ctx0" brushRef="#br0" timeOffset="187">15910 13150 8056,'0'-14'319,"-1"6"0,-3 2 2029,0-1 554,-1 6-809,5-5-1580,0 6 0,0 1 452,0 4 0,0 3-616,0 6 1,0 0 0,1 0-1,3 1 486,0-1-817,1 6 0,-5-4 1,0 3-1,0-2-139,0 2-215,0 4 0,0-6 200,0-3 1,0-3 9,0 3 1337,0-6-1223,0-1 1,0-20-1,0-4-1141,0-4 908,0-6 1,0 4 0,0-9-655,0-1 789,0 0 0,0 11 0,0 1 0,0 2 0,2 2-423,2 4-2,-2-1 0,4 14-314,-6 0 1011,0 6 1,0 8-1,0 2 1,0 3-1,0 3 21,0 0-907,0 5 1,0-9-1,0 4 84,0-2 0,0-1 1,0-5-1,0 1 640,0-1 0,26-19 0,5-4 0</inkml:trace>
  <inkml:trace contextRef="#ctx0" brushRef="#br0" timeOffset="188">16322 12994 8057,'0'-14'2889,"0"6"-1640,0-5 532,0 5-260,0 0-1182,7 2 0,-1 8 0,5 2 181,-1 6 1,-1 4 0,5 3-1,0 4 758,1 1-930,-7 2 1,3 4 0,-7 1 309,0-1-415,-3 7 0,-1-5 0,0 3 0,0-3 0,-1 0 522,-4 3-645,-9-3 1,-2 3 0,-3-7-386,3-3 0,-3-5 0,0 1 0,2-4-1410,1 0-1346,8-1-477,-5-6-1086,12-2 4584,-12-6 0,43-38 0,3-9 0</inkml:trace>
  <inkml:trace contextRef="#ctx0" brushRef="#br0" timeOffset="189">16692 12795 8057,'6'-22'1073,"-4"1"0,6 7-64,-3 0-601,-4 6 1,7 1-1,-3 7 1,3 2 823,0 3-997,4 3 1,-4 6 0,6 2 0,1 1 0,-1 2 1112,0-2-1210,0 6 0,0-8 0,1 4-91,-1-3 1,-5-2 0,1-1-1,-1-2-128,-1-2 69,5 1 1,-7-1 0,5-1-330,-1-1 257,-7-3 1,10 1 0,-4 0 0,4-4-273,1-4 360,0 2 0,0-12 0,-1 4 66,-4-4 18,4 5 1,-7-5 0,5 6-1,-3-3 437,-1 1-738,-3 5 0,-5-2 139,-4 6 0,-4 0 0,-10 2 0,-5 4 212,-3 8-108,-1 0 1,-1 13 0,1-3 440,-1 3-351,1 8 1,4 1-1,1 5 1,0-2-1,4-1 768,5 2-597,3-5 1,3 6 0,4-5 429,2 0-593,2-1 0,5-8 0,1-2 0,2-1 0,3 0 528,2-2-681,1 5 0,0-10 0,0 5 56,0-1 1,1 2 0,-1-4-12,0-1 30,-6-3 0,0-5 322,-3-1-202,-4-5 0,-2 2 0,-14-6 0,-7 0 0,-6 0 1167,-5 0-1384,3 0 1,-10 0-1,5 0 319,-1 0-936,5 0 0,-3 1 0,11 3 1,4 0-1,3-1-4545,2-1 3630,-1 4 0,3-2 1,1 3 1578,1 0 0,1-15 0,-5-8 0</inkml:trace>
  <inkml:trace contextRef="#ctx0" brushRef="#br0" timeOffset="190">13635 13022 7953,'-14'-8'252,"6"0"0,2 5 0,-1-1 0,0-1 1740,-1-2-1592,1 6 1,3-7 0,-1 3-1,3-4 1,4-4 0,4 1 1802,2 2-1965,2 4 1,9 1 0,1-1 0,2-1-1,3-1 688,2 1-773,-5 3 1,5-2 0,-5 6 0,2 0 0,-2 0 434,-1 0-457,4 0 0,-9 6 0,1 4 29,-6 3 1,0 1 0,-6 0-1,-2 2 292,-1 3-319,-2-4 1,-5 11-1,-3-6-34,-4 2 0,0-3 0,-8 3 0,-1 1-99,-2-1-13,2-5 1,-6 4 0,5-7-18,0 0 0,-3-4 1,4-3-1,2 1-225,4 0 50,-3-5 0,15 4 136,-6-7 0,5-2 0,1-1-177,6-2 194,5 0 1,8 1-1,3-1 87,5 2 1,-2-3 0,2 1 0,1 2 333,2 1-277,-5 2 1,3 0-1,-6 2 74,-2 2 1,-1 3 0,-2 4 0,-1-2 499,-3 2-370,-4 2 0,-6 7 1,-2 3 63,-2-1 0,-4 5 0,-8-5 0,-2 1 306,-1 1-474,1-7 1,-3 9-1,-3-7-73,-3-2 1,1-6 0,0-3 0,3-2 290,-3-3-510,6-1 0,-5-2 1,6 0-657,1 0 1,2-5 0,4-1 0,2-2-1763,6-3 1731,2 5 1,4-5 0,2 4-4579,6-1 5365,2 5 0,28-16 0,6 4 0</inkml:trace>
  <inkml:trace contextRef="#ctx0" brushRef="#br0" timeOffset="191">19422 15539 7710,'1'-10'200,"3"1"0,2-1 0,0 1 1242,1-1 288,-3 7 209,-4-3-1103,0 6-683,0 0 0,-4 6 1,-3 3-1,1 4 1,-2 1 583,0 1-533,-1 5 1,-1-3-1,1 7-38,-2 1 0,-2 1 1,-1-1-1,0-1-61,-1 1-85,1 2 1,0 0 0,0-4-144,-1-4 0,6-3 0,1-2-646,2 1 564,1-1 1,5-8-198,0-6 0,5-11 0,1-8-320,2 2 477,1-5 1,6 1 0,-1-4 84,0 1 1,0 0 0,1-4-1,-1-2-339,0-3 582,0 9 0,0-9 0,1 11 11,-1 0 1,-5 0 0,1 4 505,1-1-128,-5 7 6,1 5 0,-6 9 251,4 3-415,-4-4 1,10 12 4,-6-4 1,2 2 0,-4 0-1,1-1 470,0 1-543,4-5 0,-7 7-101,4-4 1,-4-1 0,1 0 0,1 0 244,2 0-451,0-5 1,-5 5 22,0-3-94,0-4 177,0 6-611,0-7 1101,0 0-494,0-7-149,0 6 65,0-6-61,0 7-1097,0 0 1187,6 0-203,-4 0 1,5-4-395,-2-1 638,-3 0 1,6 5 0,-5 2 356,2 3-387,-1-4 1,-4 7 47,0-3 1,0 3 0,-1 4 40,-4-2-39,3 2 0,-6-8-67,4 5 1,1-1 0,-5 3-13,1-2 78,3-5-19,-3 8-6,-1-4-30,-6 0 0,6 0 10,4-3-22,2-4 30,2 6 0,-2-7 43,-2 0 31,2 0-44,-4 0 31,6 0-717,0 0 594,-7 0 30,6 0 23,-5 0 92,6 0 1,-2 0 36,-3 0 163,4 0-117,-6 0-220,7 0-641,0 0 482,7 0 236,1 0 0,6-2-13,0-3 1,0 4 0,0-4 0,1 3 42,-1 2-41,0 0 1,0 5 0,0 1 83,1 2 1,-3-3 0,-2 5 0,-4 1 659,0 1-592,-4 2 0,4 2 1,-9 2-82,-6 1 1,-1 0 0,-10-5 0,-1 0-376,-3 0 242,-2 0 1,2-4 0,0-2-43,-1-2 0,-2-1 1,0-5-1,2 0-756,1 0 694,7 0 1,-2-2 0,8-1-260,1-2 0,7-6 0,-2 2-511,4-4 66,1-1 0,1 4 0,4 3-231,5 0 1,2 3 1079,3 4 0,18 18 0,5 6 0</inkml:trace>
  <inkml:trace contextRef="#ctx0" brushRef="#br0" timeOffset="192">20957 15610 7710,'7'-8'717,"-6"-5"0,6 10 0,-6-5 1802,4 2-2033,-3 1 0,4 7 1,-6 2-1,0 6 1,0 4-1,-2 3 1700,-2 2-2022,2 7 1,-6-9-1,5 5 1,-2-1 0,2-4 40,1-1-168,-4-2 1,4 0-1,-4 0-83,0 1-9,4-7-294,-4-2 226,6-6 1,0-6-1,0-6 1,0-5-1,2-5-534,2 0 711,-2-5 0,6 7 0,-5-6 66,2 3-69,-1 5 0,-4-2 0,0 5-99,0 1-159,0 6 0,0 4 135,0 8 96,0 4 1,0 11-1,-1 0 1,-2 0-1,-2 0-297,2 0 69,-5 6 0,6-9 0,-4 3-467,0-3-773,4-2 1,-4 0-1,6 0-2700,0 1 4144,0-1 0,6-13 0,2-2 0</inkml:trace>
  <inkml:trace contextRef="#ctx0" brushRef="#br0" timeOffset="193">22337 15723 7710,'0'-14'583,"1"5"0,2-1 1,2-1 1431,-2-2-711,-1 6-62,-2 0-953,0 7 0,0 2 746,0 3-859,0-4 0,0 12 165,0-4 1,0 4 183,0 1-475,0 0 1,-2-1 0,-1-2-52,-2-1 20,1-7 1,4 9 0,-2-2-183,-3 2 81,4-4 0,-6 5 100,7-4-82,-6 4 1,4-3 0,-2-1-234,2 2 233,2-5 0,-5 2 319,1-3 308,-1-3-597,5 4 1,0-8 9,0-2 1,0 0 0,0-5 0,0-2 9,0-2-67,6-1 1,-4 0 0,2-2-24,-2-3 0,3 3 0,0-4 0,-1 1-215,3 0 212,-6-6 0,12 7 0,-4-4 46,4 2 1,1-4-1,0 5 1,1 2-49,-1 1 75,0 8 1,0-3 0,0 6 53,1 2 0,-1 1 0,0 2 146,0 0-125,1 0 0,-6 0 0,-1 2 150,-2 3-116,-1-4 1,0 12-1,-1-4 277,0 4-298,-3 1 0,-1 0 86,0 1-79,0-1 1,-1 0 0,-4 0-1,-5 0-48,-2 1 2,-2-1 0,-1-5 0,1-1-116,0-1 0,0 2 0,-1-3-232,1 2 305,6-5 1,0 4-94,4-7 0,4 0 1,0 0-336,8 0 528,4 0 0,4 0 1,1 0 111,2 0 1,2 0 0,-4 0 0,2 1 171,-1 4-102,-3-3 0,-5 10 1,-1-2 54,2 2 1,-4-2-1,-2-1 1,-4 2 910,-1 2-969,-6 1 1,-4 1-1,-9-1-58,-4 0 0,-4-1 1,-2-2-1,2-3-281,4-2 21,-4-1 1,6-5-1,-4-2-279,1-3 1,2-1 0,0-5 0,6 1-1681,5-1 1188,8-1 0,-8-2-332,6-1 0,2 7 0,8 4-2141,4 2 3311,-2 2 0,-7 13 0,-8 3 0</inkml:trace>
  <inkml:trace contextRef="#ctx0" brushRef="#br0" timeOffset="194">19507 16150 7695,'8'-14'1608,"-2"4"1,-6 1 832,0-2-1962,0 4 1,0 3 0,0 8 1108,0 6-1479,0 2 0,-4-2 0,-3-1 0,-1 4 0,-1 3-44,1 3 1,-5 0 0,4-5 0,-2 0 3,1 0 10,-2 1 0,5-1 1,-4 0-210,2 0 1,4-4-1,-3-1-376,2 2 219,-5-4-44,9-1 0,-4-8-589,6-2 720,6-4 1,2-7-1,6 1-25,1 0 1,0-5-1,3-1 1,1-1-406,-2 0 652,-1 3 1,-2-1-1,0 0 147,1 1 0,-1 2 0,-2 2 0,0 2 501,-3 2-208,-6-3-45,10 12 0,-10-5 536,6 6-745,1 0 1,-2 6 0,-2 3 177,0 4 1,-4-2 0,4 2-1,-1 2 411,0 1-617,0 0 1,-1-2-1,1 2-61,-2 3 0,4-3 0,-3 3 0,-1-3 250,-1-2-329,-2 6 0,5-9 0,-1 4-12,0-3 1,-3-4-847,-1 2 107,0-1-868,0-1-97,0-2 1199,0-6 1,0-1-1518,0-4-591,0 3 909,0-10 1676,-6 10 0,-40-36 0,-16-1 0</inkml:trace>
  <inkml:trace contextRef="#ctx0" brushRef="#br0" timeOffset="195">19450 16292 7714,'-8'0'1840,"1"-2"-870,2-2 83,3 2 0,-4-6-446,6 3 1,1 4-1,6-4 372,7 4-441,0 1 0,11-5 0,-4 0 154,1 2-608,-4 1 1,8 2-1,-4 0 1,2 0-1,-2 0-73,-1 0-193,-2 0 0,0 0 1,0 0-95,-2 0 1,-1 0 0,-2 0-512,0 0-27,-6 0-1168,-1 0 264,-7 0-2207,0 0 3202,-7 0 723,6 0 0,-50 7 0,-4 1 0</inkml:trace>
  <inkml:trace contextRef="#ctx0" brushRef="#br0" timeOffset="196">12725 13932 8445,'-8'0'1585,"1"0"-559,2 0 0,6-1 7,4-4-886,3 3 0,20-4 0,1 6 0,10-2 0,12-1 0,12-3 0,10-1 325,-34 5 0,2-2-399,7-1 0,1-1 1,-2 3-1,0 0 1,5-3-1,1 1-181,-3 0 1,1 0-1,-2 3 1,0 0 199,-2-3 1,1 0 0,-1 1 0,-1 0 0,33-5 0,-14 4-533,-13 3 420,-14 2 0,-10 0 0,-9 0-383,-3 0 273,-8 0 79,-8 0-360,-8 0 222,-6 0 1,-7 0 0,-3-1-487,-3-4 0,-7 3 0,-6-2 0,-6 2-1360,-6 2 1600,-3 6 0,-3-4 0,-2 4 129,-2 1 1,-3-4 0,7 5 0,2 0-308,1 0 593,0-5 1,-2 9 0,0-2 206,0 2 0,5-2 1,2-1-1,-1 2 1107,0 2-910,-1 1 1,8-1 0,8-2 1751,9-2-1151,6 1-703,13-2 1,15-2 0,12-4 108,6 2 1,16-2 0,6 3 0,9-5 845,5-5-1019,10 3 0,5-9 0,-35 8 0,0 0-108,0-1 1,1 0 0,1 0 0,0-1-1,-2-1 1,1-1 0,1 1 0,2 1 203,2 0 1,1 1-269,-2-1 0,-1 0 0,-2-1 0,-2-1 0,29-2 145,-12 4 1,-14-1 0,-12 1 170,-7 2-599,-11 1 1,-14 2 119,-9 0 1,-4 0 596,-1 0-317,6 0-48,2 0 0,4 0 3,-2 0 35,2 0-400,-4 0 35,6 0-2246,0 0 0,-57 13 1,-14 3-1</inkml:trace>
  <inkml:trace contextRef="#ctx0" brushRef="#br0" timeOffset="197">7607 4592 5925,'8'-6'-24,"-2"2"24,-6-5 0,-19-45 0,-5-15 0</inkml:trace>
  <inkml:trace contextRef="#ctx0" brushRef="#br0" timeOffset="198">20943 16164 7781,'0'-8'3323,"0"0"-1722,0 4-724,0 2-368,0-4 0,-1 6 60,-4 0-484,3 0 1,-4 1 0,4 4 17,-2 4 1,0 4-35,-5 1 0,4 5 1,-3 2-1,0-1 179,1 1-326,3 4 0,-7-9 0,7 4 0,-1-1 0,0 0-725,0-1 560,1-9 0,4 4 151,0-4 0,6-2 0,3-3 0,6-2 184,4-2 37,-4 0 0,12-2 0,-5-2-84,1-6 0,-1-1 1,-5 0-1,2 2 19,-2-2 127,-1 4 1,-6-5 0,-1 2-26,2-3 1,-5 4 0,1-1 202,-1-1-288,-4 5 1,4-7 52,-6 4 1,0 1 217,0-1-136,0-1-102,0 2 1,-2 2-225,-2 6 132,2 0 207,-4 0 1,6 6 0,0 4 0,0 2 684,0 3-688,0-1 0,0 0 1,0 0 48,0 0 0,0 5 0,0 0 0,0 0 319,0 2-443,0-5 1,0 4 0,0-6-102,0 1 1,-2 4 0,-1 0-307,-2-2 219,1-8 14,4 4 476,0-11-311,0 4-453,0-6 1,0-2-1154,0-2-1093,0 2 0,0-6-2512,0 3 5069,6 4 0,2-6 0,6 7 0</inkml:trace>
  <inkml:trace contextRef="#ctx0" brushRef="#br0" timeOffset="199">22550 16278 7745,'8'0'332,"0"0"0,-5-2 1082,1-3-400,1 4-431,-5-5 1,0 4-29,0-3-223,0 4 410,0-6-483,0 7-77,0 0 1,-1-4-79,-4-1-2,3 0 1,-6 5 80,4 0-36,2 0 1,-11 0 0,4 0 395,-4 0-413,5 0 1,-4 0-31,2 0 0,2 0 0,1 2 0,-1 1 95,0 2-113,5-1 1,-5-4-221,3 0 52,3 0 0,-6 5-337,4 0 430,2 0 1,-6-5 87,4 0-20,2 0 12,-4 6 454,6-5-254,0 6-179,0-7-566,0 0 431,6 0 236,-4 0 143,4 0 325,-6 0 96,0 0-734,6 0-11,-4 0 0,6 0 0,-4 0 0,6 0 0,2-2 0,3-1 57,-1-2-92,0 1 0,0 4 1,1 0-1,-1 0 0,0 0-88,0 0 68,0 0 0,1 0 0,-1 0 0,0 0-82,0 0 97,-6 0 1,5 0 17,-4 0 0,-1 0 67,2 0-58,-7 0 1,8 1 16,-6 4-12,-1-4-21,-4 6 1,0-6-14,0 4 10,0-3-227,0 4 355,0-6 0,-1 0 21,-4 0-141,3 0 1,-9 2 2,7 2 1,-3-2-87,3 3 73,2-4 1,-4 1-32,6 3 1,-2-4 29,-3 4-12,4-4 0,-5 1 97,6 3 1,-2-2-12,-3 6 78,4-5-136,-6 8 1,7-9 220,0 7-211,0-7 1,-4 5-13,-1-3 1,-1-4 0,2 6-1,-2-3-220,-2 1 201,-1 0 1,-1-4 0,1 2-64,-2 2 1,3 0 0,-2-5 109,-1 0 66,-1 0 1,2 2 108,1 2 0,4-2-132,-5 3-54,7-4-278,-3-1 2,6 0-541,0 0 683,6 0 220,2 0 1,8 0-93,3 0 1,-3 0 0,3 0-1,-2 0 107,2 0-79,-3 0 0,4 0 0,-5 0-6,-1 0 0,0 2 0,0 1 0,0 2 27,1-2-7,-7 5 1,4-5 27,-2 6 1,-4-4 0,-1 5 306,-4 1-315,-1-5 1,-1 2 0,-4-5 138,-5 2 1,-2 4 0,-2-2 0,-2-1-159,-3 0-91,3-1 0,-9-5 0,6 1-115,1 4 1,-2-3 0,1 3 0,2-4-152,1-1 255,-5 0 0,5 0 0,-3 0-17,4 0 1,0 0 0,1 0-54,0 0 322,6 0-470,-4 0-311,10 0-47,-4 0-367,6 0 0,0-1-601,0-4 1101,0 3 0,0-6 1,0 4-22,0-6 1,0 2 0,0-1-1,0-2-398,0-2 880,0-1 1,0-2 0,0-1 93,0-2 0,4-5 1,3 3-1,-1 1 205,0-1 42,5-4 1,-7 9 1116,5-3 0,-1 4 145,1 0-595,-2 7-611,-1 2 0,-4 8 0,2 2 866,-2 6-1007,-8 9 0,2-2 0,-3 5-28,0-1 1,-2 3 0,2-4-1,1 1 419,0-1-525,1-1 1,0 0 0,1 0-3,0-2 1,-2-1 0,1-2-1,2 1 171,2-1-462,1-6 1,-2 3 3,-3-6 225,4 6 556,-6-10 1,7 4-170,0-10 1,0 2-1,2-6 1,1-2-221,2-2-209,0-1 1,-4-7 0,2-3-183,2-2 1,1-1-1,-2 1 1,0 4-387,-1 2 499,-1-5 1,-2 9 0,0-3-353,0 3 0,0 7-554,0-1 674,0 7 0,0 8 240,0 9 0,0 10 0,0-2 1,0 1-41,0 1-145,0-7 1,0 9-1,0-6-233,0 2 0,0-4 0,0 1 0,0-4-2522,0 0 1997,0-1 1,0 0-1,2 0 1011,2 1 0,30-14 0,11-2 0</inkml:trace>
  <inkml:trace contextRef="#ctx0" brushRef="#br0" timeOffset="200">12754 3170 8012,'-8'-6'367,"2"-2"0,6-1 0,-2 1 0,-1 0 0,-2 0 1867,2-3-1415,1 4 1,1-4-305,-4 7 1,2-1-483,-7 5 1,6 0 0,-6 0 0,-1 2 18,-2 2 1,4 4 0,-1 6 0,-1 1-46,-1-1-11,-2 6 0,-1 1 0,3 4-140,2-1 1,-1 0 0,6 2 0,2 0-101,2-3 95,1-5 1,0 7-1,1-4 174,4 1 1,3-10 0,8 3 0,1-4 339,2-4-285,6 0 1,-4-7 0,4-2 203,-1-3 1,-5-2 0,3-8 0,-2 1 1197,-2 0-1223,-2-7 0,-4 4 0,-2-7 57,-6-1 0,-2-2 0,-2-1 0,0-1-169,0 1-150,-6 6 0,-2-3 0,-8 6-252,-3 1 0,2 9 1,-5 4-1,-1 3-1747,1 2 875,-1 0 1,1 7 0,3 4 255,3 6 0,3 1 0,2 5 1,3 2-943,2 2 744,1-5 1069,5 5 0,38 21 0,9 12 0</inkml:trace>
  <inkml:trace contextRef="#ctx0" brushRef="#br0" timeOffset="201">13337 3042 7965,'0'-14'408,"0"5"0,0-1 1223,0-1-874,0 5 0,-7-5-128,-2 6 1,-4 0-577,-1 5 0,5 0 0,-1 2 0,-1 1 1,0 3-1,0 2-174,1 3 90,1 2 0,-4 1 1,2 0 47,2 1 0,1 3 1,-3 3-1,3 0 221,2-1-187,-5 5 0,7-3 1,-4 8 27,2 4 1,1-4 0,4 3 0,-2-3-52,-2-2-102,0 1 0,5-1 0,2-1-107,3-3 1,-2-4 0,6-6 0,2 1-507,2-1 517,1-6 0,0 0 0,1-5-121,-1 2-69,0-1 1,-5-4 0,1 0 0,1 0 0,2 0-2209,1 0 2568,-6-6 0,-2-2 0,-6-6 0</inkml:trace>
  <inkml:trace contextRef="#ctx0" brushRef="#br0" timeOffset="202">13436 3199 8125,'0'-8'2888,"0"0"-2324,0 3 1,0 5 518,0 0-790,0 0 0,0 18 1,0-3-65,0 6 0,0-2 1,0 5-1,0 1 20,0 2-135,0-5 1,5 3 0,0-4-130,-2 1 0,-2-5 0,-1 2-184,0-3 822,0-2-317,0-6 0,0-3 1,0-10 67,0-5-444,0-9 0,0-3 1,0-6 273,0 0-351,0-7 0,0 5 0,0-3 0,0 4 1,0 4-262,0 1-356,0 13 0,0-13-2360,0 10 2490,0 3 0,0 13 177,0 12 1,0 0-1,0 7 1,0-1-1284,0 4 1300,0-4 440,0 7 0,26 2 0,5 7 0</inkml:trace>
  <inkml:trace contextRef="#ctx0" brushRef="#br0" timeOffset="203">13806 3241 7965,'0'-14'0,"0"0"0,-2 0 1982,-2-1-988,2 1 1,-6 0-106,3 0 0,2 4 0,-6 2-9,-2 2-756,4 1 1,-5 10-1,4 3-67,0 5 0,-5-2 0,5 9 1,0 1 453,4 2-503,2-2 1,-3 4-1,1-4-187,0 1 0,4-5 0,5 2 0,3-3-308,0-2 391,5 1 1,-1-6-1,7-1 95,-1-2 1,2-1 0,-1-7 0,0-2 436,2-6-318,-6-2 0,1-3 0,-6 1-123,1 0 0,-5-7 0,-1-1 0,-4-1-738,-1-1 574,-6 6 1,-2-7-1,-8 6-208,-3 2 1,4 6-1,-6 3 1,2 2-752,0 2-522,0 3 213,5 1 1,1 1 1436,4 4 0,47-3 0,17 4 0</inkml:trace>
  <inkml:trace contextRef="#ctx0" brushRef="#br0" timeOffset="204">14005 3028 7965,'8'-14'450,"4"0"1,-8-2 0,5 0 371,2 2 137,-5-4 1,7 15-500,-3-6 1,2 6 0,2 0 0,1 6 1103,-1 6-1228,-6 4 0,4 6 1,-4 1 1172,0 2-1147,-1 8 0,-7 2 0,0 6 0,0 0 0,0 0 963,0 0-1261,-7-7 1,-1 9 0,-6-6 12,0 3 0,0-6 0,-1 1 1,1-5-232,0-3 234,-7-7 0,6 3 0,-4-7-1392,3-3 1,6-4-2199,1-6 1495,-1 0-292,3 0 0,0-2-281,7-2 2588,0-4 0,26-13 0,5-1 0</inkml:trace>
  <inkml:trace contextRef="#ctx0" brushRef="#br0" timeOffset="205">14744 3398 7881,'-8'-7'89,"0"6"0,5-5 0,-3 1 4605,-2 0-2297,5-6-1481,-3 9-902,6-4 1,1 6-1,2-2 1,4-1-1,1-3 127,3-2-329,1 5 1,2-10-1,1 4 1,-1-4-1,2-1-422,3 0 561,-4-7 1,6 5-1,-7-4 1,0 1 0,-1 0 561,-3 2-247,-4 1 0,-1 2 1191,-1-1-1207,1 7-203,-11 2 0,3 14 0,-7 5-72,-1 4 1,3 4 0,0-2 0,2 3 150,3 0-163,1 5 0,2-12 0,0 6-35,0 0 0,2-6 0,1 4 0,3-3-250,2-2 120,2-6 1,9-1 0,1-6-26,2 4 1,0-5-1,4 0 1,-3-8-170,3-5 328,-6-7 0,7 2 1,-5-5 18,0-3 0,-1-5 0,-7-4 0,0-1 263,0-4-158,-6 5 1,-1-6-1,-7 5 126,0 0 0,-2 1 1,-1 8-1,-3 5 606,-2 8-643,5 6 0,-5 8-130,3 0 1,3 6 0,-4 4 0,1 2 68,1 3 46,-1 5 0,5 2 0,0 5 107,0-3 1,0 3-1,-2-5 1,-1 1 930,-2 1-986,1 0 1,4 3-1,0-2-26,0-1 0,0-5 1,0 4-1,0 1 47,0-2-148,0-1 0,1-7 0,4 0-275,4 0 1,6-6 0,2-1 0,3-3-754,3 1 634,0 0 0,6-10 0,-1-3-46,1-5 1,-1 2 0,0-9 0,1-1-371,-1-2 826,1-4 1,-7 0 0,-3 2-118,-3 1 0,-8 5 0,-4-3 0,-2 1-114,-2 4 365,0 7 0,-6-1 0,-4 7-20,-3 1 1,-6 1-1,-1 4 1,-1 2 116,1 6-274,1 2 0,5 7 0,-1 0 25,1-1 0,5 2 1,1-1-1,2 0 433,2 2-386,3-6 0,1 6 0,1-7-51,4 0 0,8 5 1,7-1-1,2-4-113,4-3-232,1-8 1,6 4 0,1-7-48,3 0 0,-1-2 0,2-3 0,-5-4-676,-3-4 828,-8-7 0,4 2 0,-7-4-86,-2 2 1,-6-4 0,-3 3 0,-2 1 96,-3-1 705,-1 2 234,-2 5 1,-6 6 0,-4 3-215,-2 4-456,-3 7 0,6 2 1,1 6 73,2 0 0,1 5 0,5 0 0,0 0 702,0 2-621,0-5 0,0 4 0,0-6-73,0 1 1,0-1 0,1 0 139,4 0-637,-3-6 456,4 5 1,-1-13 46,0 0-257,-1-6 0,-4-10 1,0-2-235,0-1 0,5-6 1,1 1-1,1-4-669,-1-5 840,5 3 0,-3 0 1,6 8-15,0 1 0,1 2 1,-1 5-1,0 1-490,0 4 498,1 3 0,-6 6 0,0 0-555,3 0 0,0 6 0,2 3-1630,1 4 671,-7 1 0,3 0 1663,-7 1 0,7 5 0,-3 2 0</inkml:trace>
  <inkml:trace contextRef="#ctx0" brushRef="#br0" timeOffset="206">16351 3156 7881,'-8'-14'1280,"-3"4"1,5 2-162,-2 2-509,5 1 1,-10 1 0,3-1 69,-2 2 1,-2 1 0,-1 2 0,1 0 531,0 0-1120,0 6 1,-1 2-1,1 7-197,0-1 70,0 0 1,0 0 0,1 2 0,3 1 0,6 2-189,2-1-2,2-2 0,0-2 0,2 0-250,2 0 1,4-1 0,8-2 0,2-3-621,0-2 946,8-1 0,-9-7 0,5-1 196,-1-2 0,2-6 0,-4 2 0,-1-4 939,-2-1-833,-8-7 0,4 6 1,-4-4 158,0 3 1,-2 2-1,-6-1 1,0 1 626,0 0-421,0 6-466,0-4 0,-4 12 0,-3 0-35,-1 7 57,5 6 0,-5 1 0,5 0-44,-2 1 0,1-1 1,4 0-1,1 0-311,4 1 132,3-8 1,6 5 0,0-6-158,0 2 0,5-5 1,2 2-1,0-5-547,-1-5 703,5-3 1,-4-6-1,3 0 90,-5-1 11,-4-5 1,0 2-1,-1-5 1,-2-3-1,-1 0 272,-1-3-108,-7 1 1,3 1-1,-6 3 825,0 5-814,0 3 1,-1 9-1,-2 3-3,-2 8 166,-6 10 0,9 8 0,-2 6 243,2 1 0,2 1 0,0 1 1,0 3 615,0-3-1036,0-1 1,0-6-1,0-2-98,0-2-263,0-1 1,0-4-1,0-1-577,0 0 88,0-6 1,0-3 58,0-10 170,-6-3 0,4-8 0,-4-1 0,1-4 0,0-1-1018,2-3 1369,-5-2 1,7 0-1,-4 4-271,3 4 432,2-3 1,2 6-1,3-3 1,4 5 258,4 4-184,7 4 1,-4 6 0,5 0 951,-1 0-827,-4 0 0,9 0 0,-6 1 1,0 2-1,0 2 540,0-2-603,0-1 0,-5 3 1,0-1 39,1 0 0,-6-3 0,-1 1 0,0 1 244,0 2-308,-5-1 1,5 1 0,-5 1 99,2 2 0,0-3 1,-4 5-1,2 1 273,2 1-419,0-4 0,-5 5 0,0-4 293,0 4-511,0-5 1,5 4 0,1-2-983,2 3 867,-5-6 1,10 0 0,-4-7-410,4 0 567,-5 0 0,4 0 1,-2-2-1,2-1 0,3-3-162,-1-2 196,0-2 1,-5-4-1,1 0 288,1 0 152,-5-1 1,2 6 628,-3 0-1145,-4-1 439,6 2-188,-7 2 0,0 12 0,0 4 1,0 2 316,0 2-392,0-6 0,5 5 0,1-5 131,2 0-298,1 4 1,1-8 0,1 4 0,3-2 0,3-3-208,1-1 286,-2-2 1,3 0-1,-1-2-255,0-3 402,-2-3 0,-7-1 1,-1-1-1,-2-1 0,-2-1-181,-3-3 60,-1 1 1,-6 2 0,-4 1-287,-2 1 346,-9 7 1,4-3 0,-5 6 0,0 0 0,1 0 204,0 0-199,2 0 0,5 0-396,0 0 138,0 0 0,7 0-60,7 0 169,7 0 1,13 0 0,4-2 71,3-3 1,1 2 0,2-5 0,2 2 249,1 3-68,0 1 1,-4-3-1,-2 1 122,-4 1 0,-2 1 0,-7 4 1,0 1 401,0 1-377,1 7 0,-7-3 170,-4 7 0,-1-1 0,1 0 265,0 0-713,1-6 1,-6 3-540,-4-6 0,3 1-98,-3-1 365,4-3-96,1 4 0,0-12 0,0-4-533,0-3 673,6-1 1,-3 5-1,5-1 92,-1-1 0,4-1 265,-2-3-132,4 7 0,-4-3 123,1 7 1,-1-1 852,5 5-786,1 6 0,-7-3 0,-2 7 159,0 1 1,-3-3 0,7 0 0,-1 0 379,-1 0-961,5-5 0,-5 5 307,6-4-18,-6-2 0,5 4 1,-4-6-1,4 0-849,1 0 631,-6 0 0,4-1 37,-2-4 1,-2 2 0,1-5-83,2 2-65,-4-5 0,1 7-197,-4-5 192,-2 6 269,4-4 301,0 7 694,-4 0-687,4 7 1,-6-4 163,0 6 0,0-4-363,0 5 49,0-7-475,-6 3 1,0-4-1,-5 1-1034,1 2 482,1-1 0,-1-4-1236,1 0 0,4 2 64,-4 3 876,-1-4 0,1 5 122,-1-6 1046,7 0 0,-29-12 0,1-4 0</inkml:trace>
  <inkml:trace contextRef="#ctx0" brushRef="#br0" timeOffset="207">15100 3071 10347,'8'-7'554,"4"6"0,-2-4 1,2 4-1,4 1 1,3 0 988,5 0-1561,-4 0 0,7-2 0,-5-1 0,2-2 0,-2 2 0,-1 1 0,-4 1 1,-1-2-2052,-2-2-1131,-6 0 2454,-14 5 1,-10 2 745,-13 2 0,-23 0 0,-13 0 0,-4 3 0,-1 1 0</inkml:trace>
  <inkml:trace contextRef="#ctx0" brushRef="#br0" timeOffset="208">14901 3014 7892,'0'-14'550,"-2"1"0,-1 2-96,-2 1 1232,0 1 1,4 0-831,-4-1 1,4 5-90,-4-4-2407,3 6 1131,2-4 0,0 9 0,0 3 0,2 4 509,3 4 0,27 16 0,13 7 0,5 2 0,1 1 0</inkml:trace>
  <inkml:trace contextRef="#ctx0" brushRef="#br0" timeOffset="209">16607 3113 7888,'-14'-8'510,"4"-3"0,1 5 1,-2 0-1,-1-2 1267,3 0-1532,-4 5 0,13-3 0,0 6 0,8 0 0,6 0 151,5 0 1,2 0-330,3 0 0,1-2 1,-5-1-1,1-2-258,0 2 0,-2 1 0,-5 2-442,0 0-608,0 0 0,-4 0-513,-1 0 0,-4 2 1754,4 3 0,-18 9 0,-1 8 0</inkml:trace>
  <inkml:trace contextRef="#ctx0" brushRef="#br0" timeOffset="210">17033 2957 7899,'15'-21'247,"-8"4"1,0-5-1,-3 1 1,1 3 522,-2-3 0,-1 5 369,-2-3-952,0 10 1,-2 2 0,-1 9 0,-3 3 266,-2 4-297,-1 10 0,-6-3 1,1 3 118,0-3 0,4 3 1,2 0-134,2-2-62,-5-1 0,10-7-423,-4 1 290,3-7 1,4 3 0,3-6-277,4 0 280,4 0 0,-1-6 1,-1-4-208,-1-2 0,-7-2 0,2-1 0,-4 1-676,-1 0 462,0 6 0,0-5-1682,0 4 1745,0 3 0,-6-1 406,-4 7 0,-21 51 0,-7 12 0</inkml:trace>
  <inkml:trace contextRef="#ctx0" brushRef="#br0" timeOffset="211">3555 3568 8469,'0'-8'2317,"0"-4"-2230,0 10 84,0-4 1,0 7 0,1 4 0,3 5 0,2 2-1,2 3 1,3 0 0,3 4 0,3 3 1069,2 1-1151,7 3 1,-6-4 0,6 7-1,-3-1 1,2 1 60,2-1-78,2 1 1,-1-6-1,-1 1 1,-2 0-1,-3-2 231,-1-3-447,-2-3 1,-6-2-50,-4 0 0,2-4-36,-6-1 59,0-6 1,-7 3 41,-3-6 0,4-1-66,-4-4 50,3 4 1,1-6-2120,-4 7-310,4-6 2572,-6-2 0,1-6 0,-2 0 0</inkml:trace>
  <inkml:trace contextRef="#ctx0" brushRef="#br0" timeOffset="212">3910 3654 8384,'0'-29'33,"-4"7"1,-1 3 305,2 3 42,-5 2 0,5 6 1271,-7 3-700,7 4-767,-3 1 0,6 1-334,0 4 179,0-3 1,-2 10 0,-1-2 270,-2 3-242,-6 7 1,8-3 0,-7 6 0,1-1 0,0 0 39,-1 3-7,1 2 0,-6 1 0,1 1 398,0-1-321,0 1 1,-1-1 0,1 1 0,0-1-1,0 0 398,0 1-420,-1-7 1,1 3 0,0-6 59,0-1 1,0-3-1,1 0-101,3-1-82,-2-6-437,10 4-345,-4-10 82,6 4 265,0-12 1,6 3-110,4-7-373,-4 7 0,7-8 1,-2 6 892,6 2 0,18-11 0,9-5 0,6-1 0,0 0 0</inkml:trace>
  <inkml:trace contextRef="#ctx0" brushRef="#br0" timeOffset="213">21711 1052 8308,'-8'-14'398,"0"4"0,5 1 0,-3-2 2102,-2-2-2247,-2-1 1,1 6 0,-1 3 0,-1 4-1,-1 1 1,-3 0 0,0 1 118,-4 4 1,3 3 0,-5 6 0,2 0-49,0 1-265,-6 5 0,8 2 1,-5 7-1,1 1 1,2 3 429,-1 5-350,4-3 1,-5 4 0,7-4-77,0 1 0,6-3 1,2 4-1,1-4 131,0-6-204,0 1 1,12-12 0,4 3-160,6-3 0,1-4 1,4-2-1,0-6-286,0-2 336,2-2 1,4-2-1,0-2 71,1-6 0,-1-2 0,-1-4 0,-2-2 16,-1-1 40,-6 1 0,2-1 1,-7 0 223,-4 1 1,-1 2-1,-5 2 1,2 0 720,-2 0-185,-1 6-655,-2 2 1,-2 6 0,-3 1-363,-4 4 316,3 3 1,-5 11 0,6 0 3,2-2 0,-4 4 0,3-1 0,0 1-236,3-1 73,1-1 0,6-5 0,4 1-142,2-1 1,9-5 0,3-1 0,2-1-442,3-4 652,-1-2 1,-4-7 0,0-5-6,1-7 0,-3 3 1,0-6-1,-1 1 374,-4-4-169,-7-3 1,1 3 0,-7 1 27,-1-3 0,-7 0 0,-6-1 1,-4 1 492,-5 3-764,3 12 0,-11-7 0,4 14 62,-4 0 1,-2 3 0,3 2 0,2 6-18,5 7-187,-3 0 0,6 11 1,-3-4 109,3 1 0,7 0 0,1 3 0,2-2-667,2-3 486,3 5 0,1-9 0,3 2-74,6-7 1,3 0 0,11-7-1,4 0-718,5-3 876,-2-7 0,4-2 0,-5-6 164,-1 0 0,6-7 0,-1-1 0,-2-2-167,-1 0 331,-8 7 0,5-8 1,-6 6 485,-4 1 0,2 4 49,-9 5-283,-4 2 0,5 9-30,-6 3 0,1 4 1,-3 9-1,2 1 874,-2-2-1014,-1 5 1,-2-5 0,1 6-152,4-3 0,-3-1 1,2-3-1,-1 0-1327,2-2 942,-3 3 0,10-9-253,-2 6 1,3-6 0,1-3 0,2-5-565,3-5 1092,-4-3 1,6-11 0,-5-1 136,3-2 1,-4 0-1,4-4 1,-3 3-245,-2-3 622,1 6 1,-6-1 0,-1 7 304,-2 0 0,-1 4 433,-5 1-1360,0 6 0,0 8 461,0 9 1,0 3 0,-2-3 0,-1 2 301,-1 3-618,-1-3 1,5 4 0,0-4-399,0 3 1,0-8 0,1 3 0,4-1-1631,5 0 1712,2-5 0,4-2 1,1-6-90,2 0 1,5-2 0,-3-2 0,-1-6-34,1-2 536,4-9 0,-9 5 0,1-3 367,-6 3 1,0 2 393,-6 0 340,0 0-653,-5 6 1,0 3-1,0 10 953,0 4-1164,0 4 0,0 1 0,-2 0-198,-3 1 0,4-1 0,-4 0-1260,4 0 824,1 1 0,0-6-450,0 0 0,6-5 0,3 0-81,4-2 714,1-2 0,0-6 1,1-5 60,-1-7 0,0 2 0,0-3 0,0 2 450,1-2-279,-1 10 1,-1-10 0,-2 11 44,-2 0 0,1-3-7,4 6 149,0 7 0,-5 1 1,-1 6-2,-1 2 1,-1 2-1,-3 1 1,4 2-549,0 3 88,3-3 1,-1 0 0,1-7-89,1 2 0,2-3 0,1 0 0,0-2-896,0-3 937,0-1 0,1-4 0,-1-2 62,0-6 1,2-7-1,1-5 1,2-4 173,-1-4 205,-3-8 1,0 1-1,-3-9-97,-2-2 0,1 3 0,-7 7 1,0 4 121,-3 4 1302,-1 8-1538,0 8 0,-5 16 0,-1 12 0,0 8 435,0 5-154,1 8 1,0 1 0,0 7 74,2-1 0,-3-5 1,1-4-1,2-3 73,1-2-464,2 1 0,2-3 0,3-2-441,4-5 0,-1-5 0,2-3 0,2-3-1852,6-1 1715,-3-3 1,6-10-1,-5-3-348,3-4 1,-2-3 0,5-3-1,0-5-854,0-2 1113,-4-9 0,1-1 0,-10-6-467,-4 5 1152,-4 2 0,-45 0 0,-11-1 0</inkml:trace>
  <inkml:trace contextRef="#ctx0" brushRef="#br0" timeOffset="214">23175 1208 8163,'-14'8'438,"0"5"1,1-10 745,4 7 264,2-1-963,7-1 1,13-2 0,6-6 0,8 0 793,6 0-1114,3 0 1,7-6-1,-2-4-1610,-3-2 720,3 4 0,-11-3 0,3 5 0,-4-2 725,-6-3 0,-34-2 0,-14-1 0</inkml:trace>
  <inkml:trace contextRef="#ctx0" brushRef="#br0" timeOffset="215">24242 1720 8185,'-8'-6'600,"0"4"1,5-4 0,-4 1 0,1-1 2245,0-2-2562,1 5 1,3-8 0,-1 4 0,-1 0 0,0-6 0,4-3 0,5-4 773,5-2-993,2-2 0,7-11 0,2-3 0,1-3 0,3-2 170,2 1 0,0-1 0,4 2 0,3 5-610,0 7 183,-4 1 0,-30 17-161,0-3 282,-6 9 0,3 0 0,-5 10 0,0 4 183,0 4-23,5 1 1,-8 5 0,5 2 759,-2 1-692,5 1 1,-8 6 0,6-1-1,0-1 1,0-2 25,1-1-325,-1 0 0,5 0 0,0-2-1086,0-2 971,0 5 1,0-9 0,0 3 0,1-5 0,3-2-1110,0-3 1036,7-6 0,-3 3-308,7-6 877,-1 0 1,0 0-1,0 0 195,0 0 49,-6 0 1,0 0-104,-3 0 187,-3 0 0,10 0-226,-2 0-296,2 0 0,-2 0-571,-1 0 437,1 0 1,4 0 0,0 0 0,2-1-88,3-4 191,-3-3 0,4-1 0,-6-1 466,1-1-344,-1 5 1,-5-5 0,-1 5 0,0-1 428,0 1-570,-5-5-61,4 9 209,-7-4 1,0 8 496,0 2-404,0-2 1,1 10-82,4-2-74,-4-4 0,6 2 1,-6-3 145,4 4 58,-3-2-31,4-1-21,0-6 0,-3 0 205,7 0-262,-7 0-27,10 0-73,-12-6 0,7 4 1,-5-4 245,2-1-223,0 6-384,-5-12-221,0 12-375,0-6 690,0 7 58,0 0-77,0 7 1,0-4-1,0 6 1,0 2-864,0 2 851,6-5 0,-3 3-112,7-6 455,-1 6 1,1-10 0,-1 4 0,2-3 0,2-2 989,1 0-884,0 0 1,1-7 0,-1-2 350,0-4 0,-5-1 0,-1-2 1,0-1 928,0-2-1401,-5 0 0,4 0 0,-7 0 424,0 2-856,-7 1 0,3 3 0,-9 4 0,-3 4 1,0 3-2272,1 2 2149,-6 0 0,4 7 1,-5 2-1565,1 4 1346,2 1 1,5 0 0,0 1 0,1-1-1872,4 0 1841,-4 0 1,11 0-1441,-2 1 1564,2-8 1,8 0 570,4-7 0,9-44 0,3-12 0</inkml:trace>
  <inkml:trace contextRef="#ctx0" brushRef="#br0" timeOffset="216">24242 1336 8119,'-8'7'0,"-5"-4"2206,4 6-1451,2-6 0,1 5 1,8-4-4,2 0 1,11 1 0,8-5 0,6 0-351,4 0-386,3 0 0,12-6 1,1-2-1067,1 0 602,-4-5 0,1 7 1,-7-5-1,-5 3 1,-4 0-4305,-4 0 4752,-8 5 0,-36-16 0,-17 3 0</inkml:trace>
  <inkml:trace contextRef="#ctx0" brushRef="#br0" timeOffset="217">25763 1606 8225,'-8'-6'1198,"0"5"1,5-6 0,-2 1 2164,2-4-3033,-5 4 1,7-2-1,-4 3 1,5-4-1,3-4-415,2-1 0,6 3 1,-2-2-1,6-2-551,4-1 532,-4-6 1,7 4-1,-4-4 90,1 2 1,0 1 64,-5 5 0,-5-1 0,1 3 252,1 2-185,-5 4 0,1 7 1,-7 4 667,0 5-600,0 9 0,-5-2 0,-1 7 597,-2 1-593,4-4 0,-3 5 0,3-3 1,0-1-1,1-3-999,1-4 658,2 0 1,0-1-1,2-2-240,2-2 0,4-4 0,8-6 0,1-1-502,2-4 762,7-3 1,-4-13-1,5-2-476,-4-4 739,4 5 1,-11-5 0,3 5 0,-3 0 0,-4 3 953,-2 3-628,-4 8 106,0-5-489,-4 12 1,4-4-1,-6 10 1,0 4 1029,0 4-828,0 8 1,-1-6-1,-2 6-69,-2-1 0,0-4 0,5 3 0,0-3-1191,0-2 600,0 0 0,0 1-509,0-1 1,0-5 0,2-1 36,2-1 706,-2-9 1,11-6-1,-2-8-518,6-3 756,-1-3 0,4-2 1,-5 2-1,0 0 1,3 2 455,1-1-463,0 9 0,-10-1 0,1 5 603,1 0-525,1 2 1,-4 7 0,-1 4 0,-3 5 0,3 2 961,1 2-875,-5 1 0,3 4 0,-4 1-134,2 2 0,-1-4 0,7 1 0,-1-4-1344,-1 0 1031,5-1 1,0-2 0,6-2-1174,-2-5 1087,5-4 0,-5-1 0,7-1 1,1-6-1,1-5-813,-3-6 966,4-13 0,-9 5 0,4-11 1,0-5-1,-2-2-460,1-3 681,-2-1 0,-10 4 0,-1 0 193,-1 1 1,-3 10 0,-4 14 1407,0 3-1215,0 9 1,-1 0-361,-4 7 1,2 7-1,-5 2 1,0 4-46,0 1 112,-1 6 1,-6-2-1,3 5 655,2 3-650,-2 1 1,9-1 0,-5 0-1,0-3 1,1 3 658,1 1-712,-5 1 0,9 0 0,-4 1 135,0-1-198,4 1 0,-9-1 0,6 1 0,1-1 1,-1 2-14,0 3-296,0-3 0,4 11 0,-2-3-18,-2 3 1,0 2 0,5 1 0,0 2-855,0 1 892,0 1 0,2-6 1,1 1 135,2 0 1,4-2 0,-4-3 0,0-7 285,1-5-195,-4 0 1,4-15 45,-6 4 1,-2-12 468,-2-3-996,2 0 1,-12-13-1,1 2-1330,-4-6 1150,-2-5 1,5-7 0,-1-1 0,3-5 0,1-6 652,1-4 0,11-2 0,1-4 0,-1-2 0,0 0 0</inkml:trace>
  <inkml:trace contextRef="#ctx0" brushRef="#br0" timeOffset="218">26545 1606 8528,'0'-7'1702,"0"0"1,0 6-1228,0-4-463,6 3 0,7-4 0,9 4-82,5-2 1,1-3-1,13-4 1,4 2 192,-1-2-352,6-2 0,-2-6 0,1 0 58,-7 2-25,-8 7 1,-1-2 890,-10 2-409,-8 4 1,-11 0 513,-8 6-500,2 6 1,-11-3-1,6 7 1,-3 2 0,2 4 1498,2 3-1522,-5 0 0,9 0 0,-2 0-44,2-2 1,2 4-1,0-2 1,0 0-360,0 1-88,0-4 0,6 5 0,4-7-248,2 0 1,4-6-1,3-3 1,5-4-417,3-1 291,1 0 1,1-1-1,-3-4 258,-2-5 1,1-4 0,-4-5 0,-1-3 322,1 0 3,4-5 0,-14 10 1,4-5 766,-3 1 1,-6 7 0,1 4 1573,-1-1-1369,-4 5-545,4 0 0,-11 7 0,1 4-13,0 5-144,-4 2 1,7 2-1,-5 2-36,-1 3 0,6-3 1,-4 3-1,2-2-243,-2 2-1078,3-3 0,-4 5 533,6-7 1,0-5-1,0 1-465,0 1 204,0-5 748,0 0 0,2-18 0,1-6-90,2-2 184,6-7 0,-3 10 1,6-5 194,0 1 0,0 2 0,0 5 0,1 0 425,-1-1-491,-6 7 0,4-3-30,-2 7 1,-2-1 368,1 5-364,1 6 0,-1 2 0,-1 6-326,-2 1 1,1 4 0,-4 0-1,3-2-719,2-1 269,-5-2 0,10 0-13,-4 0 0,-1-4 0,2-2-193,1-2 813,2-1 0,1-7 0,0-3 270,0-4 0,-1-4 1,-2 1-1,-3 1 1752,-2 1-1223,-1 7 681,1-10-182,-4 5-1655,4 1 1,0 0-116,4 7 0,-2 0 0,1 2 1,2 1-354,2 2 429,1-1 1,5-4-1,0 0 202,-2 0 0,4 0 0,-2 0 0,-2 0-273,-1 0 780,-2 0 0,-4-1 877,-1-4 1,-1 2 772,2-6-749,-4 5-748,-6-2-994,0 6 400,0 0-454,-6 0 1,4 2-833,-3 2 1353,4-2 0,5 6 1,3-5 137,1 2 0,1-1 1,5-4 367,1 0-276,-1-6 1,-5-2-1,1-8-70,1-3 0,1-3 0,3-8 0,-1-3 250,0-5-562,0-3 0,-1-1 0,-2-1 14,-1 0 1,-7 2 0,1 5-1,-2 7 663,-2 9 90,0 4-296,0 8 0,-2 3 0,-1 10-705,-1 5 568,-8 2 1,6 9 0,-5 3 482,2 2 0,1 8 0,-3-1 0,1 0 938,-1 2-1121,5-5 1,-2 4 0,5-5-224,-2-1 0,0 1 0,5-1 1,0-1 71,0-3-1556,0-4 0,0-1-2569,0 0 100,7 0 3265,0-11 1,1-3 0,-3-10-1343,-3-4 1873,-2-17 0,-9-31 0,-1-4-107,5 15 0,-6-15 1,-3 15-1,4 46-639,-2 0 1402,4 0 0,1 1 160,7 4 0,2-2 0,4 7 1338,9 1-1728,-1 1 1,13-2 0,-4-2-280,4-2 1,3 0 0,2-3 0,-1 2-340,-4-2 175,2-1 0,-9-2 0,5-2-125,-1-2 0,-6 0 0,0-4 268,-2 2 17,-8-5 820,-2 10-878,-6-6 191,-6 7 0,3 7-13,-6 2 1,5 4 0,0 1 0,2 0 269,2 0-736,0 1 1,0-1 0,2 0-8,2 0 0,1-4 0,9-2-182,7-2 499,-2-1 0,1-5 0,-4-2 32,3-3 1,-3-3-1,3-6 1,-3 0 377,-2 0-331,-6 0 1,3-1 1317,-6 1-1714,6 0 144,-10 6 1,6 5 139,-7 12 1,-2 2 0,-1 15 0,-4 2 1580,0 4-1267,-3 7 0,-4-3 0,0 7-70,-1 0 0,1-1 0,-2 1 1,-1-2 479,-2-3-842,0-3 0,5-8 1,0-4 318,-1-4 1,1-4 647,0-6-737,6-3 1,2-14-1,6-4-495,0-6 1,1-12 0,4-1 0,6-9-3606,7-9 3224,10-4 1,2-3 0,3 6-539,-3 7 1,-1 2 0,-1 8-1,1 3-2638,-1 5 3040,0 4 826,1 13 0,-20 8 0,-4 8 0</inkml:trace>
  <inkml:trace contextRef="#ctx0" brushRef="#br0" timeOffset="219">29389 1422 12617,'0'-8'1343,"-2"1"1,-1 9 0,-4 3 713,0 4-1803,3 10 0,-3 3 0,3 8 0,0 2 0,0 3 0,1-1 0,0 3 971,-2-1-1252,1-4 0,-1 2 0,0-5 0,2-2 0,1-4-1334,2-4 904,-6-3-36,5-8 244,-6-8 0,7-14 0,-1-11 1,-3-7-1,0-6-2019,1-3 1952,1-8 1,8 0 0,2-5 235,0 2 0,5 6 0,-4 1 0,4 5 43,1 7-5,0 9 0,5 5 1,0 10-26,-1 4 1,-3 5 0,0 5 0,-1 4 219,0 4 154,0 7 1,-1-4 0,-4 3-55,-4-3 0,-3 3 0,-2 0 0,0-2 188,0-1-406,-7-2 0,4 1 0,-6-1 21,-2 0 0,-2-5 1,-1-1-1,1 0-255,4 0 41,-4-5 1,5 8-632,-6-6 1,4 0-825,1-5 1264,6 0 1,0 0 0,11 0 139,6 0 0,9-7 0,3-2 1,4-4-172,3-1 294,6-6 0,-2-2 0,4-5 54,-3 3 1,-3-1 0,-9 4-1,-2 1 1467,-5-1-314,-3 2-625,-8 11 0,-4 2 0,-8 7-24,-6 4-326,4 3 0,-7 6 0,5 1 476,0-1-464,-4 6 1,10-4 0,-2 3 0,2-3-116,2-2-191,0 0 1,0 1-380,0-1 465,0-6 0,6 4 1,4-4-1,1 2-100,-2-1 468,-2-6 0,-3 10 1,3-5-27,1 0 158,-5 4 0,3-4 0,-4 6 856,2 1-1182,-2-7 432,4 4-1075,-6-10 0,2 9 0,3-6-923,4-2 1244,4-8 0,3-1 1,1-5-746,2 1 738,0 1 1,-3-7-1,1-1 1,2-2-1,-2 1-15,-1 2 293,-2 2 0,-4 0 1,-1 0 1020,2 0-582,-4-1 0,-1 6 798,-6-1-1123,0 7 160,0 9 0,-5 6 1,0 10-1,2-2 642,2-2-881,1-3 0,0 0 0,0-1-233,0 0 0,6-1 0,5-2 0,5-3-999,3-2 978,6-1 0,-3-5 1,5 0-461,-3 0 419,3-7 1,-5-2 0,5-8 0,-2-4 0,-5-3-648,-4-6 744,2 8 1,-12-16 0,3 10 434,-4-2-299,-10 0 0,-4 8 0,-8 3 1,-4 4-1,-1 6 49,-3 4-51,-9 4 0,4 2 0,-3 6-164,3 7 1,8 2 0,3 6-1,3 0 65,2 0 36,6-5 0,2 10 0,6-5 36,0 0-84,6-1 0,4-8 0,9-2 0,6-3 0,5-2-312,3-3 267,7-1 0,-6-9 0,6-4 1,-2-5-1,0-6-93,-2-5-22,-1 2 1,-2-11 0,0 3 142,-1-5 1,-9 3-1,-5 0 1,-5 2-87,-4 0 358,-6 6 1,2 2-1,-8 6 150,-2 1 1,-6 9 0,1 4 0,-2 4 712,-2 1-821,6 6 1,-5 7 0,4 7 257,-4 2 0,0 7 0,2 4 0,3 0 1516,2 2-1679,-5-5 1,9 6 0,-4-4-86,0 1 1,4 0-1,-3-4 1,4-3-127,1-2-126,0 3 0,0-11-1084,0 3 333,0-10 455,0-3 0,1-21-85,4-4 1,3-8 0,6 6-1,0 1-866,1-1 1169,5 2 0,2 5 0,7 0 268,-1 0 1,-4 6 0,0 3 0,-1 3 314,-1 2-373,5 0 0,-11 2 0,1 3 239,-5 4 1,-1 5-1,-7 4 1,-1 1 830,-1-2-975,-2-1 0,-8-2 0,-4 0-349,-6 1 1,-2-1 0,1-2 0,-3-2-1089,-1-5 847,-3 3 1,3-7-1,-3 4-87,2-4 0,3-1 1,7 0-669,0 0 442,6 0 708,2 0 0,7 0 0,4 0 0,5 0 954,2 0-667,9-6 0,2 5 1,9-6-43,1 1 1,5 3 0,-3-7 0,1-1 471,4-1-675,1-3 0,6-5 1,2-2-253,2 0 1,-6-5-1,3 3 1,-7-3-288,-8-1 369,0-1 0,-19 2 0,1 2 27,-9 2 0,-4 4 0,-2-4 1,-4 3-148,-5 3 397,-1 7 0,-10-1 0,4 6-5,-3 2 1,3 2-1,-4 1 1,1 1 377,0 4-470,0 3 1,5 8 0,0 2 423,-1 6 1,6 3 0,1 0-1,2-2 693,2-1-950,3 6 1,1-5 0,1 4-26,4-3 1,5 0-1,7-1 1,4-3-152,1-1-82,1-2 0,6-12 1,-1-2-300,1-3 1,-1-2 0,1-3 0,-1-5-642,0-6 652,1-10 0,-1 2 0,-1-7 98,-3 1 1,-4 1 0,-5 3 0,-3 4-316,-2-1 937,-4 12 0,-7-4-290,-4 13 1,-3 0 0,-8 0 0,-1 2-86,-2 2-16,-7 11 1,11 0 0,-6 6 7,1 0 1,4-6-1,-2 4 1,7-3-378,7-2 117,-4-6 0,6 5-120,-3-4 0,10 2 0,6-1 1,7-5-310,5-4 669,4-1 1,-3-6 0,0-4 55,1-2 1,2 2 0,0 2 0,-4 0-23,-4 1-209,-3 3 1,-2-2-176,0 6 1,-4 0-343,-1 0 601,1 6 0,-1-2 0,1 5-12,1 2 1,1-5-1,3 1 1,0-3 182,4 1-124,4 0 1,5-5-1,0-2 140,1-2 1,1 0 0,1-5 0,3-4 367,-3-4-833,-1 1 0,-3-4 1,-2 5-441,-1 1 0,-7 2 811,2 2 0,-22-3 0,-6 6 0</inkml:trace>
  <inkml:trace contextRef="#ctx0" brushRef="#br0" timeOffset="220">13209 16747 8092,'-8'0'2130,"-3"-6"1,6-4 789,2-2-2790,8 4 1,3-3 0,4 4 0,-1 1 0,-1 0-1548,1 2 0,-5 1-852,-1-1 2269,3 2 0,-32 59 0,11-18 0,1 1 0</inkml:trace>
  <inkml:trace contextRef="#ctx0" brushRef="#br0" timeOffset="221">13166 17031 8092,'-6'29'868,"4"-7"0,-6-2 325,4-5 342,2-8 2204,-4 6-1084,6-11-2421,0-2-2214,0-2-2247,0-11 4227,0 12 0,-38 64 0,14-19 0,0-1 0</inkml:trace>
  <inkml:trace contextRef="#ctx0" brushRef="#br0" timeOffset="222">13152 17600 8092,'8'0'5914,"-2"0"-2856,-6 0-2258,0 0-2034,0-6 0,0 2-3062,0-5 4296,0 6 0,-19 15 0,-5 12 0</inkml:trace>
  <inkml:trace contextRef="#ctx0" brushRef="#br0" timeOffset="223">12626 18055 8201,'0'-8'1105,"0"-5"0,0 4 1980,0-4-1920,0 5 0,0 4 0,-2 8 1282,-3 6-2338,-2 2 0,-8 3 1,1 0-1,0 3 1,-2 1 13,-3-2 0,3-3 0,-1-3 1,4-1 315,4 1-348,-1-5 1,-4 5-440,0-6 1,4 1-230,1-1 329,6-3 165,-3 4 5,-1-6 0,6-6 0,-6-2 56,1 0 54,4-5 0,-5 10 0,2-6 1,3 4 0,-3-5 59,4-1-64,-5 5 0,4-2 7,-3 3-61,4 4 1,1-12-506,0 4 312,0 2 1,0-1 36,0 4 172,6 2 1,-4-6-1,4 5-120,0-2 38,2-6 1,2 10-394,-1-4-37,-6 3-320,10 2 0,-12-1 53,4-4-189,3 4 0,-5-6 1,7 7-2016,1 0 2578,1 0 1,3 2-1,-1 1 415,0 2 0,32 18 0,8 1 0</inkml:trace>
  <inkml:trace contextRef="#ctx0" brushRef="#br0" timeOffset="224">5460 3113 8062,'0'-8'426,"-2"2"1,-1 5 295,-1-4 1,-1 2-416,5-7-295,0 7 1,1-3 125,4 6-143,3 0 1,8 0 0,1 0 63,2 0 0,6 0-17,-1 0 0,8 0 0,3 0 1,1 0 91,3 0-118,2 6 1,2-4-1,0 2 1,-2-2 0,-2-2-159,-1 0 168,0 0 1,-2 0 0,-2 0 28,-4 0 0,3 0 0,0 0 0,-1 0 92,-2 0-131,-2 0 1,-4 0 0,-1 0 14,3 0 1,-6 0 0,-1 0 0,-1 0 77,1 0-63,-4 0 1,7 0-1,-4 0 15,1 0 1,0 0 0,-3 0 0,1 0 82,2 0-136,0 0 1,-5 0 51,0 0 1,0-5 0,1 0 66,-1 2-135,-6 2 1,-2-1 0,-4-1 15,2-2 2,-2 1-13,4 4-72,-6 0 159,0 0-245,0-7 18,-6 6 1,3-10-32,-7 6 0,1-6 0,-5 3 0,-1-2-230,1 1 376,0-1 1,0 1-1,0-1 1,-1 1 314,1 1-199,0-5 1,4 12 0,3-5-111,0-1 189,3 6-91,4-6 0,1 14 0,4 2 134,4 4 0,-1 3 1,2 1-1,-1 2 296,-1-2-464,5-1 1,-7-2 0,3 1-125,-4-1 1,2 0 0,-3 0-586,-1 0 336,-1 1 0,-2-6-8,0 1 339,-6-1 0,-40-7 0,-16-4 0</inkml:trace>
  <inkml:trace contextRef="#ctx0" brushRef="#br0" timeOffset="225">6683 4791 8192,'6'-8'41,"-4"-5"1,4 10-1,-6-6 1368,0-2-1091,0 4 0,-2 1 0,-2 6 50,-6 0 0,-2 0-272,-3 0 0,1 0 0,0 0 0,0 0 1,-2 0-1,-3 0 74,-5 0-187,4 6 0,-7-4 1,3 3-1,-4-4 0,-4-1-181,-1 0 229,0 7 1,-2-6 0,-1 4-190,-1-3 157,3-2 1,-1 1 0,-1 2 0,-2 2 0,1-2-65,2-1 76,-4-2 1,3 0-1,-7 0-21,0 0 1,-1 0 0,-2 0 0,-1 0 51,1 0-36,-4 0 0,5 0 0,-2 0 13,3 0 0,3 0 0,1 0 1,5 0 107,5 0-105,-1 0 1,13 0 0,-4 0 13,2 0 0,-2-2 0,6-1 0,3-2 74,1 2 276,5-5-269,-5 7 1,10-12 45,-3 3-320,4 4 0,2 0 1,2 4-72,2-2 0,6 0 0,-1-5-350,2-2 414,3 5 0,-6-1 0,1 7-64,1 0 1,-4-5 378,3 1-244,-7-1 694,3 5-414,-6 0-61,0 0 1,-1 5 0,-2 1 47,-2 2 0,-6 1 1,3 6-1,-1-1 193,-1 0-282,7 0 0,-8 1 0,5-1-61,-2 0 1,4 0-1,0 0 1,2 1-242,2-1 262,0 0 1,2 0 0,2-1-256,6-4 0,4-1 1,4-5-1,2 2-1420,2-2 1362,2-1 1,-2-2 267,-3 0 0,35-19 0,7-5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28:14.850"/>
    </inkml:context>
    <inkml:brush xml:id="br0">
      <inkml:brushProperty name="width" value="0.08571" units="cm"/>
      <inkml:brushProperty name="height" value="0.08571" units="cm"/>
    </inkml:brush>
  </inkml:definitions>
  <inkml:trace contextRef="#ctx0" brushRef="#br0">65 86 7737,'-10'-22'140,"-4"1"0,2 7 391,-2 0-4,9 9-127,-4-4-69,9 9 36,0 0 0,9 0-154,6 0 1,13 0-18,7 0 1,8 0-29,6 0 1,1 0 32,14 0 0,-3 7-2,17 0 0,-2 0-341,1-7 0,6 0 235,-5 0 0,5 7-162,2 0 1,-17 0 112,-4-7 1,-15 3-70,1 4 0,-5-5 26,-3 5-283,-9-5 2,-11-2 221,-13 0 1,-11 0-98,-5 0 1,2 0 51,-9 0 1,0 0-467,-8 0 0,1 0 91,0 0 0,7 0-309,-1 0 1,1 0 334,-7 0 0,0 0 122,0 0 0,6 0 331,1 0 0,0 10 0,-7 2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28:15.438"/>
    </inkml:context>
    <inkml:brush xml:id="br0">
      <inkml:brushProperty name="width" value="0.08571" units="cm"/>
      <inkml:brushProperty name="height" value="0.08571" units="cm"/>
    </inkml:brush>
  </inkml:definitions>
  <inkml:trace contextRef="#ctx0" brushRef="#br0">320 128 7738,'21'-22'-1754,"-2"8"2534,-5 0 1,-5 7-211,-9-7 0,3 7 87,4-8-469,-5 11 1,8-8 239,-10 5-266,0 4 0,-3-6-77,-4 9 0,-5 0 76,-9 0 1,5 2-10,-6 5 0,6-2-191,-12 9 0,2 3 61,-3 11 0,3-4-90,-9 4 0,9 3 74,-2-3 0,4 8-110,3-8 0,-1 7 117,1-6 0,9 1-95,5-1 0,5-3 80,2 9 1,9-9-16,6 2 1,13-4 57,7-3 1,8 0-34,6 1 0,-1-8 3,8 0 0,-11-9-45,-2 2 1,-1-5-97,-6-2 1,-13 0-160,-2 0-66,-14 0 0,10-2-98,-10-5 1,0 2-105,-7-9-256,0 9 0,-7-7 813,0 5 0,-10 5 0,-4-26 0,-12 4 0</inkml:trace>
  <inkml:trace contextRef="#ctx0" brushRef="#br0" timeOffset="220">808 361 7738,'-11'-21'773,"3"0"-89,6 9-258,2-7 116,0 17-26,0-8-267,10 10 0,4 0 0,14 0 0,-4 0-137,4 0 0,-4 7-121,-3 0 0,0 1-341,0-8 0,1 7 230,-1 0 0,0 0-441,0-7-114,1 0-424,-1 0 603,-9 0 0,-1 0-953,-4 0 1449,-4 0 0,6 0 0,-56 0 0,-12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28:12.567"/>
    </inkml:context>
    <inkml:brush xml:id="br0">
      <inkml:brushProperty name="width" value="0.08571" units="cm"/>
      <inkml:brushProperty name="height" value="0.08571" units="cm"/>
    </inkml:brush>
  </inkml:definitions>
  <inkml:trace contextRef="#ctx0" brushRef="#br0">149 170 7228,'0'-12'293,"0"-6"247,0 15-198,0-16-166,0 17 111,0-7-224,0 9 0,0-3 165,0-4-43,0 5 30,0-8-203,0 20 1,0 2-9,0 9 0,0 0 96,0 0 0,-7 1-126,0-1 1,-7 7 26,7 0 0,-7 10-46,7-2 1,-7-3 35,7 2 0,-8 0-25,8 8 1,-2-8 19,2 1 1,2-10-6,-9 2 1,9-4 19,-2-3-4,5 0-93,2-9 64,0-3 16,0-9 0,0-9-16,0-5 1,0-12-84,0-2 1,2-3 61,5 3 0,-2-6-1,9-8 1,-9-1 18,2 1 1,2-1-8,-2 1 1,8-8 95,-8 1 0,7 2-9,-7 11 0,7-2 130,-7 10 1,7 0-79,-7 7 1,10 9 101,-3 5 1,-2 4-75,2 3 0,0 3 131,7 4 0,1 7-111,-1 14 0,-7-2-1,0 10 0,0-3 37,8 2 0,-8 5-34,0-4 0,-7-3 8,7 2 1,-2-2-78,2 3 0,-2 1-8,-5-8 0,-2 6 16,9-7 0,-7 8-118,7-8 1,-9 0-60,2-6 0,2-1 63,-1 0-32,-1 0 0,-5-9-93,5-5-320,-5 5 29,8-10-183,-10 8 197,0-20 0,0-1-243,0-11 0,-2 4-216,-6 3 1,4-4 523,-10 5 1,6-5 364,-6-2 0,0 0 0,-28-15 0,-13-6 0,-2-4 0,-1 0 0</inkml:trace>
  <inkml:trace contextRef="#ctx0" brushRef="#br0" timeOffset="174">128 404 7726,'-14'0'96,"0"0"299,9 0 65,-4 0-240,9 0 0,9 0-26,5 0 1,8 0-177,6 0 1,-2 0-32,9 0 1,-2 0-121,3 0 1,-6-7-26,-8 0 1,-1 0-816,0 7 197,-9 0-246,7 0 1022,-17 0 0,-77 9 0,22-3 0,-1 0 0</inkml:trace>
  <inkml:trace contextRef="#ctx0" brushRef="#br0" timeOffset="865">1127 404 7721,'-14'0'5,"-1"0"0,11-2 124,-3-5 162,-5 4 32,10-6-149,-8 9 191,1 0-225,6 0 165,-6 0-136,18 0 0,3 0-10,9 0 0,3 0-35,4 0 0,1 0 93,13 0 1,-4 0-69,11 0 0,3 0-12,-2 0 0,7 0-19,-8 0 0,10 0-154,-2 0 1,-5 0 133,-3 0 0,-4 0-80,-2 0 0,-3 0 18,-5 0-143,5 0 1,-16 0-149,4 0 41,-13 0-111,-6 0-129,-9 0-385,0 0 169,-9 0-145,-3 0-108,-10 0-116,1 0 1039,0 9 0,0-6 0,-1 6 0</inkml:trace>
  <inkml:trace contextRef="#ctx0" brushRef="#br0" timeOffset="1240">2614 128 7721,'0'-12'257,"0"-7"1,0 14 552,0-9-98,0 9-292,0-4-63,0 9 14,0 0 1,0 9-257,0 6 0,0 4 11,0 2 0,0 2-87,0 6 0,-2-3 77,-5 9 1,4-7-130,-4 8 0,5-3 75,2 2 0,0 5-128,0-4 1,-7-5 120,0-3 0,0 3-85,7-3 1,0 0-583,0-7-144,0 1-461,0-1 293,0-9-437,0-3 938,0-9 0,0-9 423,0-5 0,-3-12 0,-4-3 0,2-1 0,-9 1 0,-1-20 0,-3-10 0,-4-10 0,-1 1 0</inkml:trace>
  <inkml:trace contextRef="#ctx0" brushRef="#br0" timeOffset="1658">2487 213 7737,'14'-21'94,"0"-1"1,-7 8 99,7 0 1,-7 7 11,7-7 1,-6 7 282,6-8-230,0 11 0,7-13 13,0 10 0,1-2-53,-1 2 0,0 4-13,0-4 0,1 5-44,-1 2 1,0 0-40,0 0-217,1 0 1,-4 2 96,-3 5 0,4-2-4,-5 9 0,-5 0-73,-2 8 0,-4-1-80,-3 0 0,0 0 84,0 1 1,-8-1-95,1 0 0,-9 0 93,2 0 1,-5-6-9,-2-1 0,-1-7 47,1 7 0,0-9-4,0 2 1,-1 2 23,1-2 1,7 0-116,0-7-13,9 0 131,-4 0 0,11 0 3,5 0 1,5 8 18,9-1 0,0 0 103,1-7 1,6 7-90,0 0 1,8 9 96,-8-1 0,0 3 51,-6 4 1,-1-8-56,0 0 1,-9 0 227,-5 7-227,-5 1 0,-4-1 110,-5 0 0,-5-7-174,-9 1 1,-8-11-120,1 3 0,-10 3-346,3-3 0,2 0 209,-2-7 1,6 0-581,-6 0 1,9 0 225,-3 0 0,6 0-648,2 0 830,-1 0 0,8 0 371,0 0 0,47-19 0,5-5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28:16.595"/>
    </inkml:context>
    <inkml:brush xml:id="br0">
      <inkml:brushProperty name="width" value="0.08571" units="cm"/>
      <inkml:brushProperty name="height" value="0.08571" units="cm"/>
    </inkml:brush>
  </inkml:definitions>
  <inkml:trace contextRef="#ctx0" brushRef="#br0">22 383 7780,'-2'-12'-219,"-5"5"746,4-4-99,-6 8-77,9-6 98,0-1-212,0 8 0,9-7-18,5 9 0,5 0-13,3 0 1,1 0 10,6 0 1,4 0 0,9 0 0,1 0-102,-1 0 1,10 0 19,5 0 1,4 7-132,3 0 0,-3 0 21,-4-7 0,2 0-140,-10 0 1,1 7 37,-8 0 0,-8 0-350,-6-7 182,-14 0-58,-5 0-15,-9 0 0,-2 0-61,-5 0 0,2-7-133,-9 0 1,7 0 33,-7 7 1,7 0-683,-7 0 1159,9 0 0,-5 0 0,10 0 0,38 0 0,9 0 0</inkml:trace>
  <inkml:trace contextRef="#ctx0" brushRef="#br0" timeOffset="272">1488 107 7780,'0'-14'1110,"0"0"-591,0 9-78,0-14-59,0 17-215,0-8 418,0 10-400,0 0 0,0 10-99,0 4 0,0 5 57,0 2 0,0 3-67,0 4 0,0 3 16,0 4 1,0 3-128,0-10 0,0 8 117,0-8 1,-7 7-129,0-6 1,-2 6-44,1-7 1,6 1-5,-5-8 0,5 0-398,2 0 0,-3-2-517,-4-4-653,5 3 570,-8-15 80,10 6 1011,-9-18 0,0-10 0,-6-9 0,-4-1 0,8-31 0,1-14 0,-6-8 0,-1 1 0</inkml:trace>
  <inkml:trace contextRef="#ctx0" brushRef="#br0" timeOffset="548">1361 65 7780,'21'-8'-817,"0"1"1,-2-2 965,-5 2 1,3 2 700,-10-9 0,9 9-386,-1-2 1,-4 5-94,3 2 0,1 0-21,6 0 1,0 9-95,0 5 0,3-2 76,4 2 1,-4 1-164,4 6 1,-11 0 12,-3 0 1,0 1-36,7-1 1,-6 7-119,-1 0 1,-3 1 16,4-8 1,1 0 22,-9 1 0,0-1-190,-7 0 151,0 10 0,0-1 19,0 6 0,-9-13-16,-5-8 1,-5-1-68,-2 7 0,-3-7-16,-4 0 0,2-7-194,-10 8 1,8-11-294,-7 3 1,6 3 274,-6-3 1,9 0-214,-2-7 0,4 0-677,3 0-469,-1 0 797,1 0 824,9 0 0,50-19 0,21-5 0</inkml:trace>
  <inkml:trace contextRef="#ctx0" brushRef="#br0" timeOffset="1165">2402 341 7729,'-12'-10'0,"-7"-1"0,17-1 0,-10-5 684,5 10-147,4 0-201,-6 7-110,9 0 0,9 0-26,6 0 1,6 2-41,7 5 0,1-4-58,13 4 1,-4 2-64,11-2 0,6 3 57,1-3 0,-1-5-118,1 5 1,1-2 91,7 2 0,-10-4 40,-4 4 1,-6-5-168,-1-2 1,-3 0-188,-5 0 1,-11 0-161,-10 0-150,-9 0 48,14 0 139,-17 0 0,-2-2-343,-14-5 0,2 4 256,-2-4 0,7 5 454,-7 2 0,7 0 0,-7 0 0,-1-10 0,23-11 0,6-12 0</inkml:trace>
  <inkml:trace contextRef="#ctx0" brushRef="#br0" timeOffset="1539">3740 86 11260,'-11'14'120,"3"0"0,4-2-24,-3 2 0,4 5-8,-4-5 0,-2 7 15,2 8 0,-3-6-55,3 6 1,5-3-106,-5 2 0,-3-2-59,3 9 0,0-9 55,7 3 1,0-6 48,0-2 1,0 1-3,0-1 1,0 0-6,0 0 0,10-6 8,4-1 0,5-9 3,2 2 1,7-3-50,1 3 1,-1-4 58,-7 4 0,3-5-248,4-2 0,-4-2-115,4-5 0,-4 2-130,-3-9 0,0 7-10,0-7 1,1 9-181,-1-2 1,-7-5 257,0-2 0,-7 2 423,7-2 0,-9 7 0,2-7 0,-4 9 0,-60-33 0,-14 3 0</inkml:trace>
  <inkml:trace contextRef="#ctx0" brushRef="#br0" timeOffset="1882">3762 383 7742,'-22'0'0,"8"0"0,0 0 703,0-9 20,2 6-30,3-15-456,9 15 1,11-6 72,11 9 1,1 0-216,13 0 1,-1 0-189,8 0 1,-3 0-116,-5 0 0,3 0 213,-10 0 1,8 0-932,-8 0 1,0 0 228,-6 0 1,-8-3 108,0-4 1,-9 3 587,2-11 0,-14 1 0,-8-7 0,-13 0 0,-7 0 0,-5-3 0,-3-4 0,1 4 0,-1-4 0,3 11 0,5 3 0,-6 2 0,6-2 0,4-3 133,3 10 0,11 0 883,3 7-256,10-9-299,-6 6 0,12-6-74,6 9 0,3 0-150,11 0 1,8-2-120,6-5 1,4 4-99,2-4 1,1 5-202,-1 2 0,-6 0-172,-1 0 0,-7 0-441,8 0 1,-10 0-119,2 0-69,-14 0 981,-4 0 0,-57 0 0,-12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28:20.428"/>
    </inkml:context>
    <inkml:brush xml:id="br0">
      <inkml:brushProperty name="width" value="0.08571" units="cm"/>
      <inkml:brushProperty name="height" value="0.08571" units="cm"/>
      <inkml:brushProperty name="color" value="#E71224"/>
    </inkml:brush>
  </inkml:definitions>
  <inkml:trace contextRef="#ctx0" brushRef="#br0">275 43 7853,'-12'0'60,"2"0"133,10 0-251,-9 0 182,6 0 147,-6 0-2,9 0-118,0 9 1,2 3-7,5 10 1,-2-1-31,9 0 0,-2 7 15,2 1 0,12 8-37,-4-1 1,4 4-97,-5 2 1,2 1-31,6-1 0,-6-1 28,6-6 0,1 5 24,-1-4 1,-1-6-5,-7-1 1,0-6-113,1-2 1,-8-6 17,0-1-29,-9-10 35,4 6-183,-9-10-549,0-10 553,-9-1 1,-1-11-306,-4 1 0,2 2 198,5 5 0,3-5 359,-11 5 0,8-5 0,-7-2 0,9 0 0,-2-1 0,-14-37 0,-2-9 0</inkml:trace>
  <inkml:trace contextRef="#ctx0" brushRef="#br0" timeOffset="358">699 64 8003,'12'-14'-941,"-5"0"1468,5 0-32,-9 2-233,15 3 112,-15 9-171,6 0 0,-16 2 5,0 5 0,-9 5 88,1 9 0,-4 0-170,-2 1 1,0 1-2,0 5 0,-1-2-186,1 10 1,0-10 40,0 2 1,-8 3 18,1-3 1,-7 8 72,6-8 0,-8 7-16,1-6 0,-4 6-7,-2-7 0,-1 1 23,1-8 0,6 0-9,1 0 1,9 5 11,-3-4 0,8 4-93,7-12 97,-5 5 0,17 2-82,-5 0 0,7-7 20,7 1 1,-3-8-3,11 7 1,-8-10-43,7 4 0,-7 1-6,7-2 1,-7 0-102,7-7-73,-9 0 1,7 0-696,-5 0 397,-5 0 0,10 0-985,-5 0 1111,-4-9 0,13 4 379,-9-9 0,19-29 0,-2-13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16.759"/>
    </inkml:context>
    <inkml:brush xml:id="br0">
      <inkml:brushProperty name="width" value="0.08571" units="cm"/>
      <inkml:brushProperty name="height" value="0.08571" units="cm"/>
    </inkml:brush>
  </inkml:definitions>
  <inkml:trace contextRef="#ctx0" brushRef="#br0">340 106 7786,'12'0'-1181,"-3"0"1621,1-9-364,-8 6 100,17-6-59,-17 9 0,10 0 127,-5 0 10,-4 0-124,6 0 0,-6-7 115,4 0 49,-5 0-53,7 7-135,-9 0 0,0-3 102,0-4-6,0 5-57,0-7-159,0 9 0,-2 0 52,-5 0 0,2 0-189,-9 0 97,0 0 0,-7 0 48,-1 0 1,8 0-63,0 0 1,0 7 58,-7 0 0,2 2-3,5-2 0,-5-2 10,5 9 0,-5-7-5,-3 7 5,1 1 0,0 6 1,0 0 1,2-7 30,5 0 1,-5 1-27,5 6 0,4-7 54,3 0 1,-2-7-44,2 7 1,-3-2 17,3 2-24,5 5 0,-8-7 2,10 9 0,0-7 2,0 1-12,0-1 1,10 5-10,4-5 0,-2 5 15,2-5 1,0-2-23,7 2 0,0-9 0,1 2 0,-1 2-1,0-2 1,0 7 9,1-7-4,8 0 7,3 3 0,0-8 0,-4 5 1,-6-4-15,-1-3 1,-8 0 4,0 0-17,0 0 28,7 0 3,1 0 8,-1 0-1,-9-10 87,7 8 18,-17-17 22,7 17-96,-9-8 55,0 10 1,0-2 33,0-5 0,0 4-93,-9-6 0,4 9 5,-9 0 1,7 0-20,-7 0-13,0 0 0,-8 0-47,1 0 0,7 0 64,0 0 1,0 0-107,-8 0 92,1 0 0,0 0-12,0 0 0,-1 0-18,1 0 1,0-2 5,0-5 0,2 2 22,5-9 1,-5 7 0,5-8 0,2 8 1,-2-7 1,2 0 3,-2-7 0,2-1-22,5 1 1,4-7-1,-4 0 1,5-8-3,2 8 0,2-3-13,5 3 0,-2 4-5,9-4 1,-2 4 9,2 3 0,5 2-5,-5 5 1,12-3-8,3 10 0,6-2 1,-7 2 0,3 4 39,-3-4 0,-2 5-13,10 2 0,-10 2 5,2 5 0,-4-4-3,-3 4 6,0-5-6,0 8 0,-6-8 2,-1 5 0,-10-2-274,4 2 161,-6-5-359,-2 8 1,-2-10-46,-6 0 1,4 7-210,-10 0 1,-1 2 157,-6-2 565,0-4 0,-23 13 0,-9 6 0,-5-5 0,0 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20.176"/>
    </inkml:context>
    <inkml:brush xml:id="br0">
      <inkml:brushProperty name="width" value="0.08571" units="cm"/>
      <inkml:brushProperty name="height" value="0.08571" units="cm"/>
    </inkml:brush>
  </inkml:definitions>
  <inkml:trace contextRef="#ctx0" brushRef="#br0">444 22 7807,'12'2'-1296,"-5"5"1249,5-4 1,-7 6 1183,9-9-845,-9 10 1,6-8-257,-4 5 182,-4-4-247,6-3 0,-6 0 203,4 0-363,-5 0 243,8 0 0,-10-3 43,0-4-181,0 5 239,0-8-86,0 10 1,0-2 117,0-5 26,-10 4-67,8-6-29,-17 9-44,7 0 1,-9 0-60,0 0 0,-1 0-8,1 0 28,0 0 0,-8 0-90,1 0 1,0 0 53,7 0 0,-1 0-9,1 0 1,0 7 138,0 0-101,-1 0 0,1-7 2,0 0 1,7 0 67,0 0 19,9 0-71,-14 0-6,17 0-25,-8 0 1,8 7 10,-5 0-2,4 1 2,-6-8 1,9 2 25,0 5 64,0-5 11,0 8-58,0-10 0,2 7 6,5 0 1,-4 2 4,4-2-37,-5-4 1,-2 9-83,0-5 92,0-5-9,0 17 0,0-7-27,0 9 0,0 0 4,0 1 1,0-8-4,0 0 0,0 0-11,0 7 1,0 1-1,0-1 1,0 0-50,0 0 38,-9 0 0,6 1-4,-4-1 0,-2 0 3,2 0 1,0-6-14,7-1-10,0 0-10,0 7 29,0 0 0,0-6-4,0-1 26,0-9-13,0 4 1,0-7 1,0 5 0,9-4-2,5 4 0,-2-5 2,2-2 0,0 0-4,8 0 0,-1 0-2,0 0 0,7 0 5,1 0 1,6 0-2,-7 0 0,8 0 2,-8 0 0,3 0-5,-3 0 0,-4 0-4,4 0-27,-4 0-3,-3 0-74,-9 0-223,-3 0-9,-9 0-768,0 0 0,-9 0 537,-5 0 0,-5 0 575,-2 0 0,-48-19 0,-11-4 0</inkml:trace>
  <inkml:trace contextRef="#ctx0" brushRef="#br0" timeOffset="558">126 404 7854,'-10'-11'-1325,"8"-8"1324,-5 5 1,4 2 1378,3-2-589,-9 9-264,7-14-143,-8 17-1,10-8-291,0 10 101,0 0-235,10 0 1,1 0 43,11 0 1,-1 0-57,0 0 1,0 0 97,1 0 1,6 0 5,0 0 1,8 0-9,-8 0 1,3 7-4,-3 0 0,-4 1-20,4-8 1,-4 0-16,-3 0 1,-7 0-253,0 0-113,-9 0-337,14 0 50,-17 0 196,8 0 0,-20 0 177,-4 0 1,-5 0 10,-2 0 1,-8 0-30,1 0 1,-7 0 294,6 0 0,-6 0 0,7 0 0,-8 0-11,8 0 0,-8 0 11,8 0 0,0 0 88,7 0 1,-1 0 107,1 0 1,0 0 161,0 0 62,9 0 321,-7 0-480,17 0 0,-6 0 109,16 0 0,3 0-88,11 0 0,-1 0-88,0 0 0,3 0-80,4 0 0,-2 7-118,9 0 1,-2 0 75,3-7 1,2 0-71,-10 0 0,3 0-237,-3 0 1,-4 0 113,4 0 1,-4 0-318,-3 0 0,-7 0-405,0 0-286,-9 0 774,4 0 1,-11-7 354,-5 0 0,-5-3 0,-9 3 0,0 5 0,-67-36 0,36 20 0,0 1 0</inkml:trace>
  <inkml:trace contextRef="#ctx0" brushRef="#br0" timeOffset="1352">104 65 7789,'-11'0'402,"-1"0"93,5 0-139,4 0-111,-6-10-39,9 8 218,0-8-407,0 1 0,9 6-8,5-4 0,5 5-40,3 2 0,1 0 28,6 0 1,-4 0-21,11 0 0,-3 0 56,2 0 1,5 0-7,-4 0 0,4 0 5,3 0 1,-8 0-6,0 0 1,-9 0-101,3 0 0,-6 0 64,-1 0 1,-8-2-34,0-5-42,-9 4-28,4-6 46,-9 9 1,-2 0-15,-5 0 1,2 0 12,-9 0 0,-3 0 33,-11 0 1,4 0-69,-4 0 0,2 0 56,-2 0 1,4 0-2,-4 0 1,-3 0 25,3 0 1,-1 0 11,8 0 0,0 0 16,0 0 1,-1 0 5,1 0 0,0 0 73,0 0 0,6 0-34,1 0 25,10 0 16,-15 0 18,16 0 57,-6 0 15,9 0-57,0 0-50,0 9 0,2 1-39,5 4 1,-4-2 13,4-5 0,-5-3-23,-2 11 1,0-8 9,0 7-17,0 0-5,0 7 1,-7 1-15,0-1 1,0-7 19,7 0 1,-3 0 16,-4 8-21,5-1 1,-7 0 2,9 0 1,-3 1 30,-4-1-23,5 0 0,-8 0 1,10 0 1,0 1-13,0-1 0,0-7-4,0 0 0,0 0-3,0 8 1,0-8 0,0 0 1,0-7-1,0 7 1,0-7 22,0 8 15,0-11-13,0 15 1,3-16 2,4 4 0,-5-3 43,5 3 6,-4-4-79,6 6 1,-4-6 13,9 4-43,0-5 0,7 7 41,1-9 1,-1 0-23,0 0 0,0 0 8,1 0 0,-1 0-6,0 0 1,0 0-11,1 0 0,-1 0-12,0 0-50,0 0 0,1 0-311,-1 0-26,-9 0 1,-1 0-145,-4 0-797,-4 0 841,6-9 1,-11 4-280,-5-9 786,-5 9 0,-56-23 0,-13 4 0</inkml:trace>
  <inkml:trace contextRef="#ctx0" brushRef="#br0" timeOffset="1685">104 404 7885,'-2'-18'-1882,"-5"3"3220,5-3-799,-8 6 0,8 0 320,-5 5-466,4-5-27,-6 10-36,9-8-254,0 10-70,0 0 60,9 0 1,3 7-112,9 0 0,3 1 108,4-8 0,-2 7-17,10 0 1,-8 0-7,7-7 0,1 7-12,6 0 0,-6 0 12,-1-7 0,-9 0 0,2 0 1,-4 0-119,-3 0 0,-7 0 179,1 0-552,-11 0-30,6 0-54,-10 0-242,0 0 117,-10 0 0,-1 7 232,-11 0 1,1 0 427,0-7 0,0 0 0,-38 10 0,-10 1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17.692"/>
    </inkml:context>
    <inkml:brush xml:id="br0">
      <inkml:brushProperty name="width" value="0.08571" units="cm"/>
      <inkml:brushProperty name="height" value="0.08571" units="cm"/>
    </inkml:brush>
  </inkml:definitions>
  <inkml:trace contextRef="#ctx0" brushRef="#br0">142 128 7809,'12'-2'-260,"-5"-5"1,-2 4-908,2-4 1377,-5 5 0,10 2 262,-5 0-281,-4 0 1,6-3 217,-9-4 59,0 5-139,0-7-17,0 9 636,0 0-887,0 9 0,0 3 69,0 9-78,0 0 0,0 8 16,0-1 1,0 0-2,0-6 0,0 1-76,0 5 1,-7-2 60,0 10 0,-2-8-8,1 8 1,6-8-8,-5 7 0,5-6-2,2 6 0,-3-7-17,-4 8 1,5-10-11,-5 2 0,4-4-11,3-3 0,0 0-19,0 0-131,0-9 1,0 0-126,0-5-9,0-5 90,0 8 0,0-12-252,0-6 0,0 4-487,0-10 259,0-1 1,-2-6 676,-5 0 0,5 0 0,-5-1 0,2 8 0,-2 0 0,4-47 0,-6-20 0</inkml:trace>
  <inkml:trace contextRef="#ctx0" brushRef="#br0" timeOffset="451">121 171 7905,'10'-12'627,"-8"2"0,10 3-525,-5 0 72,-5 0-214,8-2 1,-3 4 118,0-9 1,2 9-35,-2-2 120,-4-5-398,16 10 302,-8-17-8,11 16 1,-1-6 85,0 9 0,-7 0-1,0 0-74,1 0 0,6 0-11,0 0 1,0 2 22,1 5 0,-4 5-57,-3 10 0,4-1-13,-5 0 0,2 0 15,-2 1 1,3 1-18,-10 5 1,7-4-36,-7 4 0,0 3 60,-7-3 1,0 8-4,0-8 1,0 3 2,0-3 0,-2-4 4,-5 4 1,2-4-29,-9-3 1,7 0-2,-7 0 1,0 1-6,-8-1 0,8-7-8,0 0 0,0-9-24,-7 2 0,-1 3 44,1-3 1,-7 0-185,-1-7 1,-1 0-25,1 0 0,6 0-30,-5 0 1,-3-7-80,2 0 0,1-8-788,7 8 768,0-9 1,-1 4 14,1-9 0,9 7-163,5-1 1,-2 8 465,2-7 0,19-19 0,11-12 0</inkml:trace>
  <inkml:trace contextRef="#ctx0" brushRef="#br0" timeOffset="892">121 86 7920,'0'-15'83,"0"1"335,0 9-223,0-13 1,0 13 104,0-9-260,0 9 159,0-4-66,0 9 1,3 0 136,4 0-250,4 0 0,18 0-18,-1 0 0,0 7 41,-6 0 0,8 7 26,6-7 0,-3 9 5,2-1 0,-6-4 1,6 4 0,-9-1-14,2 7 1,-2-7 0,3 0 0,-6 1 5,5 6 1,-11 0-3,-3 0 1,-9 8-53,2-1 1,2 0 3,-2-6 0,1 6-12,-8 0 0,-3 0 4,-4-6 0,-5-1-8,-9 0 0,0 0 12,0 1 0,-1-3-5,1-5 1,-7 5-53,-1-5 1,1-2-8,7 2 0,-3-9-195,-4 2 0,4 2-88,-4-2 0,4 0-76,3-7 1,0 0-36,0 0 0,6 0-178,1 0 0,0 0-104,-7 0 727,0 0 0,-1-7 0,1 0 0,9-9 0,-16-53 0,4-23 0</inkml:trace>
  <inkml:trace contextRef="#ctx0" brushRef="#br0" timeOffset="1302">57 86 7385,'12'0'-986,"0"0"2623,-5 0-795,-5 0-383,8 0-361,-1 0 1,-4 0-31,9 0 1,-7 0-111,7 0 1,-6 0 121,6 0 0,0 0-135,7 0 1,0 0 84,1 0 0,-1 0-59,0 0 0,3 0 93,4 0 0,-4 7-6,4 0 0,-4 2 92,-3-2 0,7-2-61,1 9 0,-1-2 11,-7 2 1,0 5-8,1-5 0,-1 5-19,0 2 0,-7 1-45,0-1 1,-9 0-5,2 0 1,-4 8-9,-3-1 0,0 0 40,0-7 0,-8 1-18,1-1 0,-9 7 33,2 1 0,-12-1 5,-3-7 0,-1-7-15,1 1 0,-4-1-1,-9 7 1,6-9-53,1-5 0,0 2-101,-8-2 0,3 0 76,5-7 0,-3 0-149,9 0 0,1 0-359,7 0 0,0 0-131,-1 0-1013,1 0 403,9-9 532,-7 7 733,17-8 0,12 1 0,13-3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27.413"/>
    </inkml:context>
    <inkml:brush xml:id="br0">
      <inkml:brushProperty name="width" value="0.08571" units="cm"/>
      <inkml:brushProperty name="height" value="0.08571" units="cm"/>
    </inkml:brush>
  </inkml:definitions>
  <inkml:trace contextRef="#ctx0" brushRef="#br0">64 317 7829,'0'-14'-895,"0"0"823,0 9 1,0-7-144,0 5 227,0 5 0,0-10-21,0 5 81,0 5 1,0-10 60,0 5 36,0 4-54,0-6-13,0 0-2,0 6 15,0-16 82,0 17 14,0-17-93,0 17 0,-2-15 312,-5 10-137,4 0 37,-6-2 176,9 6-125,0-16-222,0 17 1,0-10 47,0 5-192,0 5 118,0-8-295,0 10 229,0 0 0,0 10-63,0 4 0,0 5 27,0 2 0,2 3-9,5 4 0,-4-2 33,4 9 0,-5-6 11,-2 6 0,0-7-35,0 8 1,0-8-1,0 8 1,0-8 20,0 7 1,0-9-11,0 3 0,-2-6-88,-5-2 0,4 1 41,-4-1 1,3-2-11,-4-5 0,6-2 20,-5-5-13,5-5 102,2 8 32,0-10 1,0-3-109,0-4 0,-7-5 5,-1-9 0,1 5-99,7-6 1,0 6 15,0-12 0,0-3-68,0 3 1,0-8 83,0 8 1,3-10-109,4 3 1,-5-3 106,5 2 1,-4-4-11,-3 5 1,0 2 48,0-3 0,0 8 16,0-7 0,0 16 36,0-2-1,0 4 41,0-4-125,0 9 1,0 5-3,0 14 1,2 0 83,5 14 1,-5-4 96,6 11 1,-6 5-94,-2 3 1,0-3 92,0 2 0,0-7-58,0 8 0,0-8-16,0 8 0,0-8 10,0 7 0,0-9-16,0 3 0,0-6 7,0-2 0,0 1-14,0-1-20,0 0-52,0 0 0,0-6 96,0-1-14,9-9 141,-6 4-102,6-9 1,-6-9-82,4-6 1,-5 4 3,5-4 0,2 1-35,-1-7 0,-1-7-114,-7-1 1,7-6 80,0 7 0,0-8-137,-7 8 1,0-8-8,0 8 1,2 0 70,5 7 0,-4-1-393,4 1-227,-5 9 77,-2 3 0,0 11 166,0 5 0,0 7-55,0 15 0,0-3 218,0 9 0,0 1 330,0 6 0,-9 48 0,3-40 0,0 1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34.749"/>
    </inkml:context>
    <inkml:brush xml:id="br0">
      <inkml:brushProperty name="width" value="0.08571" units="cm"/>
      <inkml:brushProperty name="height" value="0.08571" units="cm"/>
    </inkml:brush>
  </inkml:definitions>
  <inkml:trace contextRef="#ctx0" brushRef="#br0">361 22 6134,'-11'0'825,"-1"0"-397,5 0-294,4-10 1,-8 8 159,4-5-126,4 4 0,-9 3 189,5 0-53,5 0-1,-8 0-68,1 0-2,7 0-8,-8 0-171,10 0 255,0 0-247,10 0 0,1 0-82,11 0 1,-1 0 21,0 0 0,8 0-9,-1 0 1,10 0-6,-3 0 1,5 0-17,3 0 0,2 0 68,4 0 1,-4 0-17,5 0 0,1 0 29,-1 0 0,0 3-10,-8 4 1,1-5 5,-1 5 1,-6-4-25,-1-3 0,-7 0 7,8 0 0,-8 0-29,7 0 1,-9 0-8,3 0 1,-3 0-68,2 0 1,-2 0 86,9 0 0,1 0-57,6 0 1,-6 0 25,-1 0 0,-9 0-7,2 0 1,-4 0 10,-3 0 4,-9 0 0,0 0 5,-5 0 6,-5 0-22,8 0 1,-13 0 14,-4 0 4,5 0 0,-7 0 0,-1 0 61,8 0-14,-17 0 0,14 0 87,-9 0-60,0 0 0,-7 0-30,-1 0 1,1 0 5,0 0 0,7 0-65,-1 0 0,-1 0 32,-12 0 0,4 0-5,-4 0 1,2 0-20,-3 0 0,6 0-11,-6 0 1,-4 0 4,-2 0 0,-3 0 4,3 0 1,-5 0-27,4 0 0,-11 0 30,-3 0 1,1 0-90,6 0 1,1 0 61,-1 0 0,-4 0-5,5 0 1,-6 0 6,13 0 0,-5 0-6,-3 0 1,3 0 28,5 0 1,-3 0 5,10 0 1,-3-7-27,3 0 1,4-1 5,-4 8 0,4 0-72,3 0 72,0 0 1,-1 0 0,1 0 1,0 0-12,0 0 1,7 0-39,-1 0 55,1 0-41,-7 0 117,0 0-55,9 0 8,3 0 6,9 0 135,0 0-84,9 0 1,3 0 1,9 0 1,7 0-49,1 0 0,6 0 29,-7 0 0,10 0-43,-2 0 1,-3 0-5,2 0 1,0 0 9,8 0 0,7 0-11,-1 0 0,1 0-22,-8 0 1,8 0-3,-1 0 1,10 3-7,-2 4 0,-5-5 26,-2 5 1,1-4-17,-1-3 0,7 0 25,-8 0 1,1 2 2,-8 5 1,1-4 1,-1 4 1,1-5 1,-1-2 1,1 0 10,-1 0 0,-6 7 6,-1 0 0,-2 0-29,3-7 0,-6 0 4,-8 0-47,-1 0 62,0 0-69,0 0 85,-9 0 1,-2 0-42,-10 0 10,0 0-10,-10 0 79,8 0-71,-17 0 1,14 0-20,-9 0 0,7 0 8,-7 0-3,0 0 1,-8 0 4,1 0 1,0 0 1,0 0 0,-3 0-5,-4 0 1,4 0-4,-4 0 0,-5 7 0,-3 0 0,-4 0 0,-2-7 0,-1 0-16,1 0 0,-3 0-9,-5 0 0,-2 0-4,-4 0 0,-3 0 11,9 0 1,-9 0-5,2 0 1,3-2-5,-3-5 0,10 5-4,-2-5 0,1 4-4,-1 3 0,4 0 12,-5 0 1,8-2 11,6-5 1,-4 4-8,5-4 0,4 5 3,3 2 0,4 0-2,3 0 0,0 0-18,0 0 46,9 0 5,-7 0 23,7 0-54,0 0-1,-7 0 11,17 0 0,-10 0-7,5 0-6,5 9-3,-8-6 34,10 6 5,0-9 354,0 0-325,10 0 12,-8 0-28,17 0-14,-7 0 0,9 0-3,0 0 1,-7 0-2,1 0 1,-1 0 15,7 0 1,3 0-4,4 0 0,-2 0 8,9 0 0,-6 0-15,6 0 1,0 0 34,8 0 0,-1 0-43,1 0 0,-1 0 3,1 0 1,4 0-11,-4 0 0,4 0-3,-12 0 0,5 0 1,3 0 0,-1 0-8,1 0 0,-1 0 8,1 0 0,-1 0-4,1 0 0,-1 0-6,1 0 1,-1 7 9,1 0 1,-8 0-1,1-7 1,-8 0 1,7 0 0,-9 0-1,3 0 1,-13 0 0,-2 0 0,1 8 1,6-1-1,0 0 0,0-7 0,1 0 0,-8 0-16,0 0 15,0 0 0,7 9 1,-7-6-1,1 4 1,-11-5 0,6-2 1,-10 0-2436,0 0 1217,-10 0 1218,8 0 0,-55 19 0,-2 4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36.366"/>
    </inkml:context>
    <inkml:brush xml:id="br0">
      <inkml:brushProperty name="width" value="0.08571" units="cm"/>
      <inkml:brushProperty name="height" value="0.08571" units="cm"/>
    </inkml:brush>
  </inkml:definitions>
  <inkml:trace contextRef="#ctx0" brushRef="#br0">235 0 7911,'-12'12'-599,"-7"-2"1,14-10 586,-9 0 261,9 0 28,-14 0 35,17 0 3,-17 0-42,17 0 6,-8 0 49,1 0-8,7 0-117,-8 0 3,10 0 388,0 0-545,10 0 1,1 0-13,11 0 1,-1 0-11,0 0 0,3 7 0,4 0 1,-4 0-56,4-7 0,3 0 40,-3 0 0,10 0-3,-3 0 1,-2 2-10,3 5 0,-1-4-8,8 4 1,-1-5 27,1-2 1,-1 2-6,1 5 1,-1-4 2,1 4 1,-8-5 3,0-2 1,-6 7-26,6 0 0,-2 0-1,3-7 1,-6 0-1,-9 0 1,1 8 0,-1-1-6,0 0 18,0-7-6,-9 0 40,-2 0-15,-10 0 0,-3 0-33,-4 0 1,3 0 0,-11 0 1,8 0-2,-7 0 0,7-3-28,-7-4 12,0 5 0,-8-8-4,1 10 1,0 0-8,0 0 1,-1 0-6,1 0 1,0 0-3,0 0 1,-8-7-41,1 0 1,-3 0 25,3 7 0,2 0-7,-9 0 0,6 0 33,-6 0 0,2 0 1,-3 0 0,-4-7-12,5 0 0,-3 0 5,3 7 1,-5 0 2,4 0 0,3 0 2,-2 0 0,2 0 21,-3 0 1,3 0-2,5 0 1,4 0-2,-4 0 1,4 0 1,3 0 0,0 0 2,0 0 1,6 0 6,1 0 13,0 0-19,2 0 3,3 0 48,9 0 85,0 0 0,9 0-91,5 0 1,5 0 4,3 0 0,1 0-9,6 0 0,-3 0-2,9 0 0,0 0-7,8 0 1,-1 0 3,1 0 1,9 0-36,4 0 0,-1 0-10,1 0 1,1 0 42,7 0 1,4 0-4,-4 0 1,2 0 3,-16 0 0,-10 0-26,-12 0-7,5 0 25,-19 0-9,5 0 0,-21 0-22,-5 0 0,-5 0-9,-9 0 1,-8 0-164,1 0 1,-3 0-76,3 0 1,4 0-98,-4 0 0,-3 0 28,3 0 0,0 0-173,7 0 0,-1 0-295,1 0 792,0 0 0,0 19 0,-1 4 0</inkml:trace>
  <inkml:trace contextRef="#ctx0" brushRef="#br0" timeOffset="1175">2508 85 7531,'-12'-12'-366,"3"-6"738,-1 15-92,8-6-165,-7 9 123,9 0 729,0 0-858,9 0 1,-4 0-130,9 0 1,0 0 98,7 0 1,8 2-23,-1 5 1,7-4-34,-6 4 1,8-3-4,-1 3 1,4-4-9,2 4 1,1-2-17,-1 2 1,-1-5-68,-6 5 1,5-5 98,-4-2 1,4 8-80,2-1 1,-6 0 57,-1-7 1,-2 0-11,2 0 0,3 0-7,-9 0 1,-1 2-5,-7 5 1,0-4 6,1 4-3,-1-5 60,-9-2 9,7 0 158,-17 0-182,7 0 1,-11 0 48,-5 0-67,5 0 1,-10 0 35,5 0 8,4 0 0,-16 0-74,8 0 37,-11 0 1,1 0 29,0 0 0,7 0-26,0 0 0,-1-2-3,-6-5 1,0 4-9,0-4 0,-3 5 6,-4 2 0,2 0-9,-10 0 1,3 0-1,-2 0 0,-8-3-47,1-4 1,-1 5 49,-6-5 1,-3 4-48,2 3 0,-6 0 31,6 0 0,-7-7-4,8 0 0,-1 0-3,8 7 1,-1 0-4,1 0 1,9 0 5,4 0-2,-4 0 0,10 0 50,-6 0-44,15 0 58,5 0-80,9 0 9,0 0 0,9 0-9,5 0 0,12 0-1,3 0 0,8 0-8,-1 0 1,11 0-7,3 0 1,2 0 15,-3 0 1,3 3-1,5 4 0,-3-5 34,-4 5 1,-3-5-18,10-2 1,-10 3 7,2 4 0,3-5-10,-2 5 1,-8-4 9,-6-3 1,-3 0 1,2 0-5,-4 0-181,-10 0 163,-9 0-375,-3 0 188,-9 0 1,-2 0-117,-5 0 0,2 0 171,-9 0 1,0 2 21,-7 5 1,4-4 124,-4 4 0,-43 14 0,-26 2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807"/>
    </inkml:context>
    <inkml:brush xml:id="br0">
      <inkml:brushProperty name="width" value="0.05292" units="cm"/>
      <inkml:brushProperty name="height" value="0.05292" units="cm"/>
      <inkml:brushProperty name="color" value="#FF0000"/>
    </inkml:brush>
  </inkml:definitions>
  <inkml:trace contextRef="#ctx0" brushRef="#br0">20332 5800 8199,'0'-14'2782,"0"6"-2136,0 2-438,0 6 1,0 1-1,0 6 1,0 5 0,0 7-1,-2 3 1,-1 4 0,-3 2-1,-1 4 1,1-1 739,3-4-958,-5 2 1,6-9 0,-2 5 0,2-2 0,2-3-642,0-3 0,-5-5-58,1-3 387,-1-6 0,5 2-45,0-10 0,0-3 1,0-8-1,2-1-1688,2-2 1692,-2 0 0,6 5 363,-4 0 0,4-19 0,7-5 0</inkml:trace>
  <inkml:trace contextRef="#ctx0" brushRef="#br0" timeOffset="1">20431 5687 8007,'-14'-15'149,"0"1"1,0 1-1,-1 2 462,1 2 0,-2 6 0,-1-4 0,-3 3 496,-3-1-973,0 0 0,-1 5 0,2 0 0,0 2 1,1 1 287,1 2-411,1 6 0,5-3 0,-1 7-220,1 4 214,0 4 0,1 5 1,2 0-1,3 2 1,0 4-46,1 4 137,-3 3 1,2 1 0,3 1 0,4 0 0,-1-1 63,-3 1-115,4 6 0,-5-7 0,7 3-93,4-6 1,3-9 0,8 0 0,3-6-147,4-4 119,4-1 0,8-11 1,3-3-63,3-3 1,8-4 0,1-3 0,3-4-386,-1-4 493,0-14 0,5 2 1,-4-11 52,-5 1 0,-2-5 1,-15 3-1,-4-3 285,-6 2-269,-12-3 0,-3 6 0,-7-6-67,-4-1 0,-9 2 0,-11-9 0,-7 3-472,-6 4 259,-3 2 1,-2 13-1,1 5-133,-1 8 1,0 6 0,2 10 0,3 2-1098,5 6 615,9 9 0,4 3 854,6 6 0,18 20 0,6 4 0</inkml:trace>
  <inkml:trace contextRef="#ctx0" brushRef="#br0" timeOffset="2">21142 5772 8084,'0'-8'1728,"0"0"1508,0 3-2924,0 4 1,-6 1 0,-2 9 0,-1 5-1,1 5 1,0 5 0,0 3 1375,-3 1-1648,4 1 1,-4-1 0,5 1-1,0-1 1,-1 1-518,4-1 1,2-4 0,1-2 0,0-2-3380,0-2 2859,0-3 0,1-7 997,4-3 0,16-41 0,9-12 0</inkml:trace>
  <inkml:trace contextRef="#ctx0" brushRef="#br0" timeOffset="3">21100 5758 8084,'6'-15'443,"-5"1"1223,4 0-592,-3 0-731,4 6 1,2 2-1,5 7 1,-2 4 824,-2 4-824,1 10 0,-1 2 1,1 4 802,1-1-1115,-5 0 0,5 2 0,-5 0 1,2-4-1,2-2-432,-2-2 297,4-3 1,-5 0-1,4-3-310,-2-2 0,1-4 0,4-6 0,0-1-401,0-4 555,0-9 0,5-9 0,2-5 75,1 0 1,2-7-1,3-1 1,-2-1-13,-1 4 400,-1 3 1,1 3 0,-2 3 5,-1 5 1,-2 10 0,-5 7 399,0 10-477,-6 8 1,-2 14 0,-6 2 1123,0 1-874,0 6 1,-1-1 0,-4 7 0,-5-1 0,-2-5 1189,-2-2-1523,6 2 0,-5-9 1,5 3 367,0-3-1667,2-8 1,1-6-1704,0-6 2437,1-7 0,5 3 0,2-7-825,2-4 0,11-5 1340,-2-9 0,42-34 0,-26 19 0,1 0 0</inkml:trace>
  <inkml:trace contextRef="#ctx0" brushRef="#br0" timeOffset="4">22095 5843 8084,'0'-8'406,"-2"-5"-325,-3 4 978,-2-4 0,-8 5 0,1 4-314,0 2 0,0 2 0,-2 2 0,-3 2 420,-5 6-948,4 9 0,-7-2 1,5 7-72,0 1 1,1 0 0,7 1-1,0-3-319,-1 3 81,8-6 0,0 5 0,7-6-1190,0-1 787,7-2 1,0-7-1,9-1 1,3-2-1,5-4-1577,3-5 1759,1-5 1,1-11-1,-1-2 215,1-1 1,-6 0 0,-1-3 0,0 1 559,1-1-312,-6-2 1,2 3 0,-8 2 1139,-2 2 1,-5 1 115,0 5-1096,-8 6 0,-4 8 1,-7 9 18,1 4 1,2 7-1,2 2 1,4 2 278,-1 0-605,6-7 1,-5 8 0,6-6-289,0-1 0,0-2 0,1-2 0,5 0-3127,9 0 2756,-1-6 1,8-2 0,-3-6-631,5 0 0,3-6 0,1-3 1286,0-4 0,7-36 0,3-17 0,-10 19 0,0 0 0,0 0 0</inkml:trace>
  <inkml:trace contextRef="#ctx0" brushRef="#br0" timeOffset="5">22464 5658 8080,'0'-14'0,"0"4"1574,0 1-88,0 6-1098,0-10 0,0 13 0,0 2 0,0 9 1610,0 6-1592,0 8 0,0-1 0,-1 8 1177,-4 1-1491,4 0 0,-7 0 0,5 0 0,-2-3 0,2-3-964,1-3 545,-4 0 0,4-2 1,-3-3-1713,4-3 1594,1-2 0,1-8 1,4-6-1017,5-8 1207,2-11 1,7-3-1,2-6 38,1-1 286,2 1 1,-1-5-1,-1 1 1,0 4-1,-1 4 335,0 3 683,-9 2-639,1 12-313,-12 0 0,4 7 1,-11 3-1,-8 5 0,-8 6 774,-5 2-919,5 0 0,-5-2 1,5 1-383,-1-1 160,3 0 1,6-1-1,-1-2 1,1-3-1,2-1-837,2 1 850,4-5 1,6 10 24,0-3 270,0-4 0,8 5 1,4-5-1,7 2 1,2 2 1682,-1-2-1441,6 4 1,-9-9 0,7 5 592,1-1-857,2 4 0,1-10 1,1 4-1,-1-3 1,1-2-97,-1 0-121,0 0 1,1-7 0,-2-2-42,-4-4-56,4-1 1,-9-2 0,4-1 0,-2-4 0,-4 1-643,-5-1 876,2-4 1,-12 4 0,4-2-287,-3 4 390,-2 3 0,-7 3 0,-4 4 0,-4 4 0,-6 3 292,-1 2-305,-2 7 0,2 2 1,2 10 66,-1 5 102,12 3 1,-9 1 0,12-1 0,0-2-1,-1-1 1010,4 1-1174,8 2 1,4-5 0,10-3-817,5-3 398,3-8 1,3 3 0,1-6 0,3-2 0,-1-3-1740,2-5 1088,-5-3 1,0-8 997,-7-3 0,-10-16 0,-2-9 0,3-5 0,0-1 0</inkml:trace>
  <inkml:trace contextRef="#ctx0" brushRef="#br0" timeOffset="6">23773 5829 8361,'0'-14'1002,"0"6"1,0-5 0,0 4 1413,0-4-2101,0 5 1,-2 2-1,-1 7 1,-2 4-1,0 6 1,1 5 1339,-1 3-1647,0 6 1,3-9 0,-1 4 0,-1-1-1,0 2-358,3 1 1,1-9-55,0 1 1,6-3 0,4 2 0,4-4-1958,5-4 2038,-3-4 0,9-2 0,-5-4 0,3-4 0,0-4-877,-1-1 1416,5-7 0,-11 1 1,3-4-223,-3 5 646,-2 3 0,-1 2 0,-4 0 586,-4 0-927,-4 6 0,-1 8 0,0 11 439,0 6-469,-6 5 1,3 8-1,-5 2 1,0 3-1,2-1 529,0 1-667,-6 5 1,9-6-1,-5 6-26,2-2-299,1-7 1,1 4 0,-3-7 0,1 1 0,-2-2-853,0-4 866,-1-2 1,-1-7 0,1-1-811,-2-4 843,-2-2 1,-1-7 0,0 0-1,-1-2 1,1-3-469,0-4 689,0-10 1,4-3 0,2-7-378,2 1 197,1-7 1,7 4 0,1-6 0,5 2 0,3 4-295,5 1-120,7 1 1,1 1 0,11 0-382,8-1 630,-1 1 0,9-1 1,-5 2-1,1 2 0,-1 3 266,-2 1 301,-14 3 0,-3 10 920,-13 3-540,-6 3-201,-8 9 1,-3 1 0,-7 6 299,-1 0-389,-1 6 0,-3-2 0,1 6 0,0-1 1,0-1 311,0-3-700,6 3 0,-3-6 0,6 3-134,2-3 36,1 5 1,2-10 0,2 3-1,2-3 1,6-3-859,3-4 762,7-2 1,2-4 0,7-2-709,-1-6 725,7-2 0,-5-9 0,3-3 0,-3-2 0,-3-3-10,-3 1 232,-4-7 1,-12 5-1,-3-3 142,-4 3-164,-1 8 0,-8 1 0,-6 8 0,-8 4 0,-5 4-41,-1 4 209,-1 1 0,1 8 1,1 4-66,3 6 1,-1 2 0,6-3 0,3 2-115,5-1-12,5-2 0,1 3-340,1 0 277,5-1 0,9-8 0,9-2 1,4-2-1,4-3-155,2-1-19,5-2 0,-4-6 0,5-2-269,0 0 578,-5-5 1,5 7-1,-9-5 1,-2 3-1,-3 2 453,-1 2 0,-10 3 0,7 2-58,-12 4-223,0 3 1,-7 11 0,-3 0 0,-4-2-1,-2-1 338,1-2-452,-2 1 0,10-1-968,-3 0 440,4-6 0,2 3 0,4-6 0,4-4 0,4-4-1842,1-6 1962,7-4 0,-1-8 0,6-2-8,-3-4 0,-4 3 1,3 1-1,-1-3 354,-4-1 7,-1 5 1,-2-3 1019,1 6-605,-7 6 1,-2 9 0,-6 8 1362,0 6-1601,0 3 1,0 2 0,0 3 578,0 1-716,0 0 1,6-5 0,4-2 0,2 0 0,2-3 252,1 2-612,5-5 0,1 1 0,4-7-91,-1 0 0,-5 0 0,3 0 0,-2-2-389,-2-3 568,-2 4 0,-7-6 321,0 7-94,-5 0 0,0 0 0,-8 0 386,-6 0-251,-2 0 1,2 0-333,1 0 1,-1 0-367,-4 0 178,6 0-143,2 0 0,6-1-91,0-4 305,0 4 314,0-6 10,6 7 261,2 0 0,1 0 42,1 0 0,-7-1 183,2-4-269,3 3 314,-7-4-30,12 6-36,-12 0-109,6 0 0,-6 0-178,4 0-136,-3 0-751,4 0 59,-6 0-8452,0 0 9023,0 6 0,-25-10 0,-7 2 0</inkml:trace>
  <inkml:trace contextRef="#ctx0" brushRef="#br0" timeOffset="7">25066 5800 8033,'-8'-14'484,"2"6"0,5-3 0,-3 5 1397,0-2 0,-1 3 2,5-4-1383,0 6 1,0-2 0,0 10 0,0 4 1470,0 4-1714,0 1 1,0 0 0,0 2 70,0 3 0,0-3-376,0 3 1,0-4 0,0 0 0,0-1-656,0 0 438,0 0 0,0-4 0,0-1-858,0 2 539,0-4 445,0-1 1,0-8 0,0-2 0,1-6-339,4-3 394,-3-7 1,10-2 0,-1-8-131,7-3 166,-2 3 1,11-10 0,-4 7 0,4 1-1,1 4-221,1 4 152,-7 4 1,3 7 0,-4 4-872,1 4 692,-5 3 0,-1 2 0,-8 2 0,0 3 1,-2 4-1280,1 4 543,-3 1 1,-5 0 1030,-4 0 0,-22 20 0,-11 3 0</inkml:trace>
  <inkml:trace contextRef="#ctx0" brushRef="#br0" timeOffset="8">26687 5573 7913,'8'0'953,"-2"1"1,-6 4-1,0 6 1,0 5 1757,0 3-2557,-6 0 1,-7 0 0,-7 1 0,-2 1 0,-4 1 0,-2-1 0,-4-1-145,-1-2 1,-6-3-375,1 0 1,2-8-1,-1-2 1,2-3-132,4-2 1,7-7 258,5-2 0,10-8 0,4-4 1,7-1-777,7-3 1118,7-2 0,12 5 1,2 3-1,2 3 1,1 3 628,-1 4-496,4 2 1,-6 9 0,3 3 103,-3 4 1,-3 5 0,-2 4 0,-3 2 455,-1 3-562,-2 0 0,-6 4 0,-2-2-62,-2-1 0,1-7 0,4 2 0,0-4-404,0-6 210,0-3 0,2-1 1,2 0-273,1-2 250,6-8 0,-8-7 0,5-9 0,0 1 0,-1-3 102,0 1 46,-9-1 1,-6-1 0,-6 0-68,0-1-130,0-2 0,-7 5 0,-8 3 0,-8 3 0,-9 4-799,-6 2 450,-3 4 1,3 7 0,2 4-420,1 5 1,-3 2 0,5 4 0,3 1-985,5 2 744,4 7 1098,13-4 0,27 31 0,13 8 0</inkml:trace>
  <inkml:trace contextRef="#ctx0" brushRef="#br0" timeOffset="9">27881 5559 8026,'0'-10'1308,"-1"1"1028,-4-2-2038,-3 4 0,-6 1 0,-2 6 0,-1 0 0,-4 0 0,1 2 0,-1 2 121,4 6 1,-4 2-1,2 3 1,2-1-411,1 0 12,8 7 0,-3-6 0,6 4-109,2-3 1,0 5 0,0 1 0,-2 0-173,2-3 113,2 3 1,1-6 0,0 4 53,0 1 0,0-5 1,1 1-1,2-4-245,2-4 308,0 1 0,-5-1 4,0 1 1,-2-7 0,-3 1 0,-4-2-87,-4-2 29,-1 0 1,-6 0 0,-4-2-626,-3-2 604,-1 2 0,-1-11 1,1 4-1,1-4 1,2 1 39,1 2 88,6-2 1,3 5 515,5-2-358,7-4 0,-2 12 0,10-6 0,5 3 0,2-1 713,2 2-554,1 1 0,0 2 0,3 2 432,1 2-623,0-2 0,-10 11 0,1-5 0,-1 1 0,1 0 511,-1 3-731,1-6 0,-1 6-410,1-2 1,-1 3 0,5-1-487,0-2 241,7-4 0,-5-6 0,4 0-322,1 0 809,-5 0 0,10-2 0,-2-2 0,3-7 0,1-5-356,1-3 621,-7 0 1,3 0 0,-6 0 53,-1 2 514,-3-5 0,-5 10 1,-2-2 1066,-2 2-1278,-1 5 0,-5 3 595,0 8-715,-6 4 1,4 6 0,-4 1 0,1 0 0,-1 3 552,-2 1-741,5 0 0,-4-3 0,6 1-540,-4 2 73,3 0 1,-4-5 0,6 0-1008,0 0 849,0-6 243,0-1 1,0-18-1,2-4-48,2 0 401,4-8 0,3 1 0,2-4 630,3 2-463,1-3 1,-3 11-1,1-3 1,0 2-1,3 1 1015,1 2-941,0 3 1,-5 11-59,0 0-171,0 0 1,-4 6 0,-2 4 0,-2 2 0,-3 4 330,-1 3-542,-2-3 1,0 4 0,0-4-180,0 3 0,0-8 0,0 3 1,0-1-751,0 0-450,0-6 1129,0 0 285,0-7 0,0-2 0,1-4-396,4-8 643,3-1 1,6-5 0,0 6-110,1 0 298,-1-1 0,5 1 0,0 1 1,-2 2-1,-1 3 796,-2 2-971,0 1 0,1 5-48,-1 0 0,-6 2 1,-2 3-1,-1 4 271,-1 4-513,1 1 1,-5 0-1,2-1 105,3-4-437,-4 4 1,12-7-1,-4 4 1,4-5-935,1-4 1201,0-1 0,0 0 0,2-1-211,3-4 348,-3-3 0,11-6 0,-3 0 1,1-2-1,0-2 368,-1-1-221,0 0 0,-2 10 1,-2-1 371,1-1 0,-5 5 113,2 1-334,-8 4-84,3 1 175,-12 0-198,5 0-91,-6 0-257,0 0 0,-6 0-196,-3 0 374,-4 0 1,-3 0 0,-1 1 71,-2 4 0,0-2 0,5 7 0,-2 1 173,-3 1-159,3 3 1,0-1 0,7 0 23,-2 0 1,0 1 0,1-1 79,6 0-312,2 0 1,4-4 23,2-1 0,4-6 1,6 2-1,2-5-355,3-5 467,3 4 1,0-12-1,-1 4 14,0-4 0,-6-1 1,4 1-1,-3 2 526,-2 2-124,-6-1 1,3 1 540,-6-1-795,0 7 0,-5-2 132,0 10 0,0-2 0,0 7 73,0 1-265,0 1 1,1 3 0,4-3-134,5-2 0,-3 1 0,3-7 0,3 0-671,4-3 584,-1-1 0,6 0 0,-5 0-100,2 0 1,6-11 0,-1-3 0,3-3-325,1-4 589,-5-1 1,2-7 0,-6-1-112,-2-3 0,-1-2 0,-2-4 0,-1 3-118,-4 1 261,-2-5 0,-7 10 0,0-1 399,0 6 0,-2 10-380,-3 11-55,4 2 0,-12 13 0,4 5 233,-4 4 0,3 6 1,1 5-1,-2 4 371,-2 1-436,5-4 0,-3 3 0,7-5 612,0 3-713,-3-3 1,5 0-1,-3-6 1,5-1-1,5-1-292,4-3 203,4-3 1,3-8 0,3-3-115,5-4 1,2-1 0,4-1 0,2-4-912,1-4 871,7-10 0,-10 1 0,4-5 0,0-3 0,-1-1-454,-2-1 559,-7-7 1,-3 5 0,-7-5 107,0 1 1,-6 4 0,-3-3 0,-4 4 243,-1 5-230,-6 4 1,-2 7 0,-6 4 51,0 4 1,-1 3 0,1 2-1,-2 2 230,-3 3-312,10 3 0,-10 7 0,11 3 90,0 1 128,-4 6 1,10-4 0,-4 4 0,1-1-1,0 1 698,2 2-798,1-5 1,4 8-1,1-5-107,2 0 0,6-4 0,0 1 0,5 0-84,3 0-110,6-4 1,-3 1 0,7-8-1,-1-3 1,2-2-1234,3-3 1232,-3-1 1,0-4 0,-8-3-48,-1-4 0,3-4 1,-5-1-1,-2-2 40,-1-3 78,-2 3 1,-5-9 0,-1 5 99,-1-3 50,-3 6 1,-4-5 0,0 5 0,0-2 477,0 1-516,0 9 1,-6-2 22,-3 6 1,-4 0 0,0 7-87,4 3 51,-4 2 1,7 3 0,-4-1 0,4 2 0,1 2 250,1 1-145,-1 1 1,5-1-128,0 0 0,6 0 0,4 0 0,4 1-480,5-1 377,-3-6 0,10 3 0,-2-6-85,3-2 0,1-2 0,3-1 0,0 0-56,2 0 294,0-6 1,-9-2 0,0-6 155,1 0 0,-4-1 0,-4 1 294,-6 0 679,2 0-1012,-12 6 1,-1 2-1,-9 7 1,-4 4 137,-1 4-64,0 4 0,0 1 1,-1 0 372,1 1-500,0 5 0,4-4 1,3 3-1,0-3 1,2-4 384,-1-2-599,5 2 0,-6-8 392,7 5 1,0-7 208,0-2-740,7-13 1,-4-3 0,5-4 0,0-1 0,-2-1-359,0 0 443,5-5 1,-3 5 0,6-6 19,1-1 0,3 5 0,3 2 1,0 2-280,-1 2 339,5 3 1,-3 7 0,5 3-257,-3 3 1,1 2-1,-6 0 1,-1 2-1788,-3 3 1471,0 3 1,-1 1 0,-1 1 654,-4 1 0,-41-18 0,-15-2 0</inkml:trace>
  <inkml:trace contextRef="#ctx0" brushRef="#br0" timeOffset="10">21682 7279 8030,'0'-10'3942,"0"1"-3216,0-1-465,0 2 1,0 4 0,0 8 0,0 6 0,-1 3 0,-2 2 0,-2 4 1497,2 5-1651,1-3 0,-2 5 1,-1-2-1,2 1 1,-1 1 444,0-3-630,2-5 0,-4 2 0,6-6-477,0 1 1,0-6 48,0 1 398,0-7 1,0 2 0,1-12 0,3-7 0,2-7-420,2-1 532,-5-11 0,8 10 1,-5-12-171,2 0 416,-5 5 1,5-5-1,-5 7 1,2 1 0,0 3 934,1 5-809,-4 4 0,4 3-268,-6 8-19,0 5 0,0 20 0,0 4 647,0 7-565,-6-2 0,4 11 0,-4-5 0,1 2 0,-1-2 392,-2-1-698,5-2 1,-4-6 0,7-3 0,-1-5 0,-2-3-621,-2-2-1656,0 0 1423,5-6 258,0-2 1,2-7 0,3-4 0,4-5-2147,4-2 2193,1-2 0,2-5 681,3 0 0,16-34 0,9-14 0,-11 20 0,0 0 0,0 0 0</inkml:trace>
  <inkml:trace contextRef="#ctx0" brushRef="#br0" timeOffset="11">22123 7194 8111,'0'-8'4130,"0"-5"-3373,0 11-256,-6-4 0,3 6 0,-7 2-4,-1 2 1,-6 4-1,-2 8 1,0 3 720,-2 5-964,6 3 0,-6 1 1,7 0 515,0 1-706,-1 6 1,3-5 0,2 1 0,6-4 0,2-3 185,2 1-459,0-4 1,6-2 0,4-10 45,2-4 0,7-4 0,2-1 0,1 0-366,3 0 485,-4-12 0,4 2 1,-6-9 248,-2 3 0,-5 1 1,-5-3-1,0-2 103,-4-2-473,-2 4 1,-2-7-1,-5 6 1,-7 2-1,-6 2-1109,-3 6 153,4 3 1,-8 6-1,4 0-336,-1 0 796,-3 6 0,10 7 1,-3 7 660,3 2 0,21 46 0,-1-26 0,1 0 0</inkml:trace>
  <inkml:trace contextRef="#ctx0" brushRef="#br0" timeOffset="12">23943 6938 7826,'6'-23'803,"-4"3"1,3 6 1901,-4 0-2179,-1 6 1,-1 1 0,-4 9 0,-4 3 0,-6 6 158,-4 6 0,2 0 1,-7 9-1,-1 2 600,-2 4-1066,-1 7 1,-1-2 0,-1 5-11,-3 1 0,2 4 1,-7 2-1,-2 2 239,-1 2-342,-2 9 1,-4-3 0,0 2-1030,1-2 964,2-3 1,4-5 0,5-5 0,8-7 0,7-6-986,7-3 608,-1-1 0,11-7-1367,-7-3 1,7-8-2050,-1-1 3154,8-7 1,4-2 0,6-7-925,1-2 1,4-1 1731,-1-6 0,39-37 0,-26 21 0,0 1 0</inkml:trace>
  <inkml:trace contextRef="#ctx0" brushRef="#br0" timeOffset="13">24469 7122 7941,'-6'-14'399,"4"6"0,-6-4 0,5 2 0,-2-2 1,2-3-1,3 1 2177,5 0-2472,3 0 0,8 1 0,3 2 1,4 3-1,4 2 0,2 3 0,-1 1 596,1 2-669,-1 0 1,-4 2-1,-1 2 1,0 6 0,-5 2-1,-5 4 1,-3 2 136,-3 1 31,-3 6 0,0-8 1,-8 5-94,-6-1 0,-2-1 0,-3-2 0,1 1-105,0-2-7,0-1 0,-1-7 1,1-1-112,0-1-104,6 4 0,-3-8-344,6 6 756,7 1 0,6-2 0,6-4-33,0-2 1,0 3 0,1-1 0,-1 1 478,0 2-456,0-6 0,-1 7 184,-4-3 1,-2 3 305,-7 6-670,-7-6 1,-2 0 0,-8-5-399,-2 2 1,-5 1 0,3-3 0,-1 2-2406,-3-2 1780,4-1 1,1-2-1,6 0-2075,-1 0 3097,1 0 0,32-26 0,7-5 0</inkml:trace>
  <inkml:trace contextRef="#ctx0" brushRef="#br0" timeOffset="14">24967 7122 7941,'0'-14'303,"6"0"0,-3 0 1928,7 0-1725,-7-1 1,10 6 0,-4-1 0,4 1 1239,1 1-1389,0 2 0,-4 6 0,-1 0-162,2 0 0,0 1 0,0 4 0,-3 4-126,-2 4-92,6 1 1,-11 1 0,4 0 95,-4 4 19,-1-3 0,-6 11 0,-3-3 0,-4 1 1,-1 0 132,0-1-176,-1 0 0,1-1 1,0-1-64,0-1 0,4-2 0,2-5 259,2 0-151,1 1 1,12-8-1,4-2 27,6-3 0,5-2 1,8-2-1,2-1 144,1-2-258,0-6 0,-5 8 0,-1-5-383,-3 2 0,1-4 1,-7 4-1004,-6-2-508,-4 5 764,-8-3 1,-1 7-1,-4 2-309,-5 2 1432,-9 6 0,-47 3 0,24-3 0,0 1 0</inkml:trace>
  <inkml:trace contextRef="#ctx0" brushRef="#br0" timeOffset="15">22791 6653 8441,'-52'0'5,"0"0"1,0 0 0,2 2 0,2 1 0,2 3-1,1 1 483,-3-1-476,-12 5 1,13-5 0,-10 5-1,2-1 1,-1 1 0,-1 2 0,2 1-1,3 0 1,5 0 138,2 0-137,3-6 1,-3 7 0,-2-3 0,-5 6 0,-3 1-2,-2 1-13,0 2 1,-5 2 0,1 0-31,1 1 0,9 0 11,8-1 0,7 3 0,8-5 0,-1 1 5,1 1 47,6-6 1,1 8 0,7-3 0,1 0 0,2 1 7,2 1 6,6 2 0,-4 1 1,7 1-14,0-1 0,0 1 1,0 1-1,2 1 45,3 3-27,2-1 0,8 1 1,-1 3-37,0-1 1,0 0 0,1-2 0,-1 2 74,0 0-71,7 5 0,-4-9 1,5 4 50,-1-1 0,4 3 0,-1-3 0,2-1 343,3 1-359,6-2 0,-4-6 1,9-2 166,4-1-209,5 0 0,9-2 1,4-3-1,4-3 1,5-2-290,5 0 229,-3 0 0,-32-7 0,2-1 0,-3 0 0,0-1-11,2 0 0,0 0 0,3-2 0,2 1 0,-2 2 0,1 0 0,-1-2 0,0 1-39,-2 1 0,0-1 9,1-2 1,0 0 0,0 3 0,0-1 0,4-1 0,-1-1 68,1 1 1,1 0-1,-3-3 1,-1 1-1,1 1 1,0 0-1,0 0 1,-1-1 40,3 0 1,-1 1-14,2-1 0,0 0 0,3-1 0,0-2 0,1 1 0,-1 0-1,-1 1 0,0-2 1,1-1-1,-1 0 1,2-1-1,0-1 0,5 1 1,1 0 7,6 0 1,1 0-179,-5-3 1,1 1-1,11 1 1,0 0-1,-7-3 1,0-1 176,4 1 0,-1 0 0,0 0 0,0 0 0,-2 0 1,0 0-1,-2-1 0,-2 0 22,-4-1 0,-1-1-43,-3-1 1,-1 0-1,-5-1 1,0 0-1,-1 0 1,0-1-2,0-2 1,-1 0 0,-3 1 0,-1 0 0,1-3 0,-1-1 0,-3 1 0,0-1-8,-1-1 1,0 0 14,-1-1 0,-1-1 0,28-22 0,-5 1 10,-6-1 0,-5-4 0,-6-2 0,-1-2 180,1-2-169,-7-3 0,-6-2 0,-8-2 65,-1-2 1,-8-1-1,-9 5 1,-5 1-499,-9 6 533,-12-1 1,-16 1 0,-11-5-132,-8-1 0,26 30 1,-2 2-1,-5-2 1,-2 1-1,-2-1 1,-3 1 107,-3-2 1,-2 0-116,-5 3 1,-2 0 0,-5-2 0,-2 2 0,-3 2-1,0 2-65,-1-1 0,0 2 1,-1 3-1,-1 0 1,-3-2-1,-1 1 0,-2 1 1,0 0-214,-1 1 1,-1 0 225,3 1 0,0 0 0,4 1 0,0 1 0,4 0 0,1 1-22,1 0 0,1 0 0,-1 3 0,0 1 1,0-1-1,1 0 0,-1 3 0,0 1-240,2 2 1,0 2 285,4 2 0,-1 2 1,-3 1-1,0 2 1,1 3-1,-1 1-75,-3 1 1,1 2 0,6 2 0,1 3 0,1 0 0,2 2 0,4 0 0,2 2-385,4 1 1,0 2 359,2-1 0,-1 2 0,3 2 0,0-1 0,3 0 0,1-1 143,3-3 0,1 1 0,-32 22 0,7-2 0,7-1 0,9-4 0</inkml:trace>
  <inkml:trace contextRef="#ctx0" brushRef="#br0" timeOffset="16">21526 8843 7725,'0'-15'317,"0"1"1,5 5-1,0-1 316,-2-1 1291,-2-1 0,-1 2-1393,0 1 0,5 7 1,0 2-1,-2 8 1,-1 6-1,-2 5 600,0 5-1053,0 3 1,0 1 0,0 0-1,0-1 1,0-1 284,0-3-462,0 1 1,0-2 0,0-3 0,0-3 0,0-2-545,0 0 513,0-6 0,-2 3-83,-3-6 1,4-2 0,-4-8 0,5-4-501,5-4 332,3-7 0,7-2 0,3-7 194,1 1 1,0 6 0,-5 3 0,0 3 439,0 2-209,0-1 0,1 6 1,-1 1 295,0 2 1,-4 1 0,-2 7 471,-2 2-575,5 4 0,-10 6 0,4 1 118,-3-1 1,-1 0 0,3 0-1,0 1 64,-1-1-485,-1 0 1,0-5-51,2 1 0,-1-5 0,7 3-144,1-2 210,-5-1 0,7-7 1,-5-3-59,0-4 0,3-4 1,-5-3-1,2-1-89,3-2 95,-5 0 0,1 0 0,-7 0 4,0 2 0,0 1 0,0 2 0,0 0-60,0-1-220,0 7-372,0-4 1,-2 10-62,-3-2 414,4 8 1,-10-1-272,6 7 0,0-5 1,7 4-317,3 2 722,3-4 1,1-1 0,2-6 42,5 0 0,-2 0 0,5 0 0,-2 0-134,2 0 425,-3 0 1,3-2 0,-8-1 222,-1-2 0,-1-1 0,5 3 2183,1-2-977,-8-6 474,0 9-1007,-7-4-797,0 6 0,0 2 1,-2 2 23,-3 6 1,2 7-1,-5 2 1,1 0 160,-1 2-415,4-5 1,-2 9 0,6-6-147,0-2 1,0 4 0,0-2 0,2-2-831,2-1 659,4-2 1,8-1 0,3-4 112,5-4 0,3-3 0,1-4 0,-1-3-457,-3-4 765,3-4 0,-5-7 0,4-4 156,-2-3 0,-5 3 1,-9 1-1,-6-3 352,-2-1-439,-2 5 1,-6-3 0,-4 8 27,-2 4 0,-9-1 0,-3 6 1,-3 0-12,-1 3-94,6 4 1,-3 2 0,6 2-68,1 2 1,2 5 0,2-4 0,2 2-429,2 3 48,4-5 0,6 7 1,0-4 105,0 4 0,6-3 1,5-1-1,5 0-564,3-1 772,6-1 1,-1-7 0,8 0-23,1 0 0,0 0 0,-5 0 1,1 0 835,-1 0-569,1 0 1,-6-2-1,-1-1 614,-1-2 0,-2 0 1,-5 5 900,0 0-1268,-6 0 1,-1 2 28,-7 3 0,0-2 0,0 6 43,0 2-380,0 2 0,-5 1-55,0 1 1,-4-6-450,4 1 148,0-7 1,4 3 0,-3-4 218,0 2 0,-1-4 39,5 0-251,0 0 0,0-12 1,0 2-3,0-2 1,6-7 0,4-2-1,2 1-161,3-1 332,-1 2 0,0 5 0,0 0-200,0-1 1,1 3-1,-1 1 1,0 3-1558,0 1 1218,1 3 0,-6 4-284,0 0 1,-1 1 0,2 4 914,-5 5 0,-4 21 0,-1 7 0</inkml:trace>
  <inkml:trace contextRef="#ctx0" brushRef="#br0" timeOffset="17">22891 8672 7725,'0'-14'404,"0"0"1,0-1 2072,0 1-885,0 0-1322,0 6 1,0 3 0,0 10 0,0 6 0,0 5 1697,0 3-1678,0 12 0,0-7 0,-2 9 0,-1-1 0,-1-1 833,0 3-1002,3-1 0,-1-2 0,-1-1-195,-2-3-25,1-1 1,4-4-1,0-2 1,0-1-392,0 0-319,0-6 1,1-7 315,4-6 0,3-11 0,6-5 1,2-4-1219,3-6 1434,-3 0 1,9-8 0,-5 0 101,2-3 1,1 7-1,0 0 1,-4 5 171,-3 0 37,-2 4 1,-6 5 134,-3 7 0,-4 7 1,-2 1-223,-4 4 429,-3 8 1,-12-3 0,-4 8 183,-3 3 1,0-4 0,2 4-1,3-4 883,1-6-1342,2 4 0,0-5-94,1 6 1,3 0 0,7 0-144,2 0 69,8 1 1,2-1 0,9-1 6,3-4 1,3 4-1,-2-5 1,2-1-98,-1-2 57,4 3 0,-7-5 0,4 5-130,-3-2 0,-2 1 1,1-4-726,-1 2 590,0-1 0,0-4-288,0 0 0,2 0 0,0-1-422,-2-4 957,4-3 0,-10-1 0,7-2-18,4-5 1,-3 2 0,5-7 0,-2 2-240,0 0 581,0-6 0,-10 9 0,-1-3 581,-2 3 0,-1 7 1352,-5-1-1559,0 7 1,-2-3-232,-2 6 1,-4 6 0,-6 4 0,-1 2 195,1 3-456,6-7 1,-3 4-1,6-2-90,2 2 1,0 2-1,0 1-297,-2-1 5,0 0 1,5-4-322,0-1 0,7-1-535,2 1 664,-2-2 0,-1-6-1714,-6 4 757,0-3 1442,-6 4 0,-59-31 0,22 9 0,0 0 0</inkml:trace>
  <inkml:trace contextRef="#ctx0" brushRef="#br0" timeOffset="18">23389 8942 7681,'-8'-14'404,"-5"6"0,10-5 0,-5 4 0,0-4 861,0-1-1043,5 0 1,-10 6-1,6 2 1,-3 1-1,1 0 505,-2 2-222,4 1-282,-5 2 1,10 2-110,-3 3-100,4-4-212,1 6-264,0-7 342,0 0 1,4-2-26,1-3 175,0 4 1,-4-6 0,3 6 52,0-4-54,1 3-35,1-4-40,-4 6 28,4 0 62,-6 0 0,0 6 0,0 4-56,0 3 88,0 1 0,0 0 0,0 2 0,0 1 1,0 2 186,0-1-234,0 4 0,0-5 0,2 5 61,3-1 1,-4-2-1,4-4 1,-3 3 177,-2 1-330,0-7 0,0 1 120,0-3-398,0 2 0,-2-4 0,-3-3 0,-4-4-1146,-4-1 444,-1 0 1,0-1-1018,-1-4 2059,1-3 0,13-25 0,2-5 0</inkml:trace>
  <inkml:trace contextRef="#ctx0" brushRef="#br0" timeOffset="19">24156 8885 7681,'-1'-14'1086,"-4"0"-570,-4 0 0,-4 1 0,-1 3 0,0 6 1551,-1 2-1733,1 2 1,-5 0-1,0 0 1,2 2-1,1 4 864,2 8-1099,0 1 0,-1 10 0,1-5-10,0 2 1,6-3 0,2 5-1,1 0-129,0-2-31,0-2 0,12-5 1,2-1-822,4 0 653,1-6 1,7-2 0,2-6 0,4 0 0,3-1-991,3-4 827,-3-9 1,5-2 0,-8-5-406,-3 1 808,3 4 1,-12-11 0,3 5 0,-7-2 0,-6 2 8,-4 2 342,-1-5 1,-8 9 0,-4-2-73,-6 7 60,-13-1 0,7 10 1,-9-3-1,4 4 1,4 2 670,1 4-849,7-3 1,-4 9-1,7-5-115,0 2-355,6-5 1,2 5 0,7-5 0,4 3-578,5 2 763,9-4 1,-1 2 0,9-6-399,3 0 450,2 0 1,-4 0 0,1 0-1,-1 0 1,1 0-38,-1 0 456,-6 0 0,4 1 0,-8 4 976,0 5-1016,-9-4 1,2 7 0,-6-4 0,-2 4 0,-1 1 913,-2 0-1012,0 0 1,-2-1-1,-1-2 211,-2-1-702,1-7 0,-3 3-241,-2-6-36,3 0 1,-1-2-606,7-2 866,0 2 0,0-11 0,0 4 0,2-4 0,1-1-807,2 0 960,6 0 1,-3 4 0,6 2 283,0 2-31,-6 1 1,5 5 0,-4 0-1,4 0 1,1 0 1443,0 0-1264,0 0 0,1 7 1,-3 2 523,-2 4-619,2 1 0,-5 0 0,4 0 0,-2 1 0,2-1 530,2 0-918,-5 0 0,4-4 0,-2-2 184,3-2-320,1-1 0,0-5 0,2 0 0,1 0 1,2-2-847,-1-3 780,-3-9 0,4-3 0,0-7-347,-1-1 607,-3-2 1,0-3-1,-3-2 1,-2-2-1,-6-1-110,-2 0 220,-2 2 0,0 4 0,-2 4 406,-2 6-167,2 0 0,-10 18 0,2-4 0,-3 3 525,-1 2-694,0 0 0,0 7 0,1 2 547,4 4-363,-4 1 1,10 2-1,-5 1 1,0 4-1,2-1 1090,-1 1-898,3 4 0,4-4 1,0 4 303,0-1-666,0-1 1,0 1 0,0 0 0,1-1 0,4-1-80,4-3-79,4-3 1,-3-2-1,-1-1 134,2-3-497,2 2 0,3-10 0,1 2 0,2-2 1,0-4-1309,1-2 1536,-4-4 0,5-8 0,-7-1-394,0-2 611,0-7 1,1 11 0,-3-4-1,-2 3 1,-4 2-104,0-1 230,-4 8 550,4-6-505,-6 11 1,0-2 0,0 8 0,0 6 987,0 2-964,0 3 1,0-1-1,0 0-2,0 0-254,0-6 0,5 5 1,1-5-1,4 1 1,4-1-582,3-2 458,2-1 0,-4-5 0,0 0-293,4 0 345,-3 0 1,5-6 0,-7-4 203,0-2 520,-6-2 1,3 4-217,-6 1-319,-1 5 0,-5 0 581,-4 8-439,4 4 0,-10 8 0,6 3 537,2 5-457,-5 3 0,5 7 0,-5 4 0,1 2 1,4-1 841,2-1-999,-6 0 0,6-2 0,-6-1-40,1 0 0,3-10 1,-5 2-1,0-5 99,0-4-115,5-9 0,-10-3 0,4-6-178,-4 0 1,-2-1 0,-4-6 0,-5-5-738,-3-6 95,5-7 1,-3 1 0,6-7-128,1-2 0,7 0 1,3 6-1,2 1-1349,3 3 1256,1 12 1,4-8 989,3 9 0,53 10 0,19 2 0</inkml:trace>
  <inkml:trace contextRef="#ctx0" brushRef="#br0" timeOffset="20">26019 8601 7715,'0'-14'596,"1"6"1,3 2-1,0-1 1,0-2 1434,-3-4-1639,-1 5 1,-6 0 0,-4 5 0,-2-2 0,-3 2-18,1 2 0,-5 1 0,-1 1 0,-1 4-44,1 4-198,1 4 1,0 3 0,-2 3 45,-1 5 0,5-2 0,-4 3 0,4 3 473,3 4-513,-4 1 0,12 0 0,-4 2 14,6 1 1,-3 1-1,3 2 1,0-2 99,3-3-240,7 6 1,-4-15-1,3 3-89,-4-1 0,-1-5 0,0 1 0,0-3-396,0-3 50,0-7 0,0 3-2181,0-4 579,0-3 949,0 1 1,0-9 331,0-3 0,-5-4 0,-1-8 0,-2-4-686,-3-1 1315,-2-2 1,-1-4-1,0-1 114,0 1 0,-5-5 0,-2 1 0,1 4 0,-1 2 112,2 9 1,5-4 0,1 7 1095,4 0 1,1 6 1137,3 3-1988,4 4 1,1 1 0,9 0-58,4 0 0,6 0 1,1 0-1,2 1 274,4 4-575,-6-3 0,7 4 0,-5-6 79,0 0 0,4 0 0,-6 0 0,1 0-177,-1 0 69,-7 0 1,0 2 0,-4 1 64,4 2 1,-4-1 177,1-4-155,-7 7 0,3-4 0,-6 6 117,0 2 1,0-3-1,2 2 1,1 1 130,2 1-281,-1 3 1,1-1 0,1 0-44,2 0 1,2 0 0,4-1-1,0-2-421,0-1 249,1-7 0,-1 8 0,0-6 108,0-2 0,5-2 0,0-2 0,-1-4-174,-3-5 326,0-2 0,-1-2 1,-2-1 103,-2 1 1,1-5 0,-6-1 0,-2-1 271,-2 1-312,-1 1 0,-7 6 1,-8 2 17,-7 2 0,-5 1 0,-1-2 0,-1 5 122,1 4-201,0 1 0,4 1 1,2 3-58,1 0 1,2 6 0,5-4 0,1 2-362,4 3 139,-4-5 0,13 7-128,0-4 0,3-2 225,12-2 0,-3-4 1,12-1-1,1 0-501,2 0 492,2 0 1,-1 0 0,-1-1-1,-2-3 1,-3 0 43,-1 0 78,4-3 0,-8 5 0,6-4 359,-3-1 0,-1 6 0,-5-4 812,1 3-913,-1 2 1,-5 2 32,1 3 1,-7 3 0,3 4 0,-1-1 434,0-1-716,-1-7 1,-4 10-351,0-4-335,0-3 482,0 7 234,0-11 0,0 2 0,0-8-22,0-6-310,0-2 1,5-3 0,1 1 99,2 0 1,7 4 0,4 1-1,-1-1 487,3 3-146,-5 0 1,9 3-1,-6-1 63,-2 2 0,4 1 1,-2 4-330,-2 2 122,-7-2 0,-2 9 1,-5-5-520,2 2 0,-1-3 0,-4 4-1724,0 2 1505,0-4 1,-1 1-1,-4-5-817,-4 2 1,1 1 1543,-2-1 0,-18-16 0,-10 1 0</inkml:trace>
  <inkml:trace contextRef="#ctx0" brushRef="#br0" timeOffset="21">27156 8828 7131,'8'-6'5420,"-1"4"-4651,-7-4 196,0 6 1,0 2 42,0 2-936,0-2 1,-2 9-1,-1-5-106,-2 2 0,-1 0 0,3 3-360,-2-1-645,0-7 218,5 3 0,0-7 0,0-4 0,2-5-318,2-2 989,-2-2 0,12 4 0,-1 1 117,4-2 1,4 0 0,-2 1-1,3 4-71,0-1 221,5 6 0,-11-5 0,4 7 249,1 4 0,-6 3 1,3 6-1,-5 0 514,-4 0-533,-6 1 0,5 0 0,-5 3-159,2 1 1,1 0-1,-3-5-853,2 0 440,6 0 1,-8-6 90,7-3 1,-1-3 0,6-4 0,-3-3-298,-2-4 284,2-4 0,-4-3 0,6-1-478,1-2 555,-1-6 1,0 7 0,-1-4 0,-4 2 0,-2 2 558,-1 3-219,-5 0-98,6 1-197,-14 0 1,4 6 0,-6 5-1,-2 4 1,-2 7-183,-1 5 299,6-2 0,-5 11 0,5-5-18,1 2-4,0 0 0,7 0 0,0 0 0,0 0 0,2 0-366,3 0 141,2 0 1,12-9-1,2-2 8,1-2-107,-5 5 0,9-10 0,-6 4 0,2-5 1,2-6-689,-2-8 739,5-1 1,-10-7 0,6 3 24,-3-4 1,-3-4 0,-6-2 0,-3 1 241,-1 0 20,4 5 1,-10-2 29,4 6 722,-3 0 1,-4 11-135,-3 4-482,4 8 0,-6 9 1,6 8 1223,-4 1-1125,4-5 1,-6 8 0,7-6 0,0 0-1,0 0 418,0 0-618,0 0 0,0-5 1,0 0-118,0 1 21,0-7 0,2 3 0,1-5 1,3 0-123,2 1-326,-5-3 1,5-4-33,-3 0 444,-3 0 1,5 0 275,-2 0-218,-3-6 0,4 3-40,-6-7-45,0 1 1,0-5 0,0-1-1,-1 1 1,-3 0-901,0 0 655,-7 0 1,4-5 0,-4-2-535,2-1 591,6 5 1,-10-10-1,5 3 1,0-3 0,2-1-562,-1-1 673,6-5 0,-5 2 1,7-6-194,4-1 316,3 4 0,1 0 0,1 8 0,-1 4 0,1 5 960,-1 7-725,-6 5 0,5 7 698,-3 4-649,-3 9 0,4 13 0,-6 8 0,0 1 0,0 4 984,0 1-892,0 2 1,-5-1 0,-1 1 240,-2-1-487,5-5 0,-10 2 0,5-4 0,-1 0 0,1 0 643,2-4-871,-6-7 0,11-4 314,-4-5-2207,4-8 0,1-2-751,0-10 2264,0-2 0,0-14 0,0-3-181,0-3 0,0-1 1,-2 0-1,-1-1 652,-2 1 0,0 6 0,1 1 0,-1 7 0,2 0 0,-4-1 0,3 1 0,-1 0 121,5 6 1,3 7 0,5 5 0,6 1 1165,2 1-1065,6-4 0,-5 9 1,6-5-100,-3 2 0,4-5 0,-5 4 1,0-3 33,1 1-29,-10 0 0,9 1 1,-10 2 11,4 0 1,-5 5 0,-4-4-1,-2 4 604,-2 1-605,0 0 0,0 0 1,0 1 34,0-1 1,0 0-1,0 0-213,0 0-459,0 1 1,2-7 365,2-4 1,4-2-1,6-2 1,1 0-351,-1 0 321,0-6 1,-3-2-1,0-7 88,0 1 1,5 2 0,-8 1 0,1 1 510,1-1-328,-7 5 0,5-2 34,-3 3 0,-2 3 0,5-1 0,0 5 674,0 3-626,-5 6 1,8-8-1,-5 6 169,2 2 0,2 2 0,4 1 0,0-1 138,0-4-632,0 4 0,5-10 0,2 5 88,1-2 1,-5-1 0,2-5 0,-3 0-54,-2 0-59,1-6 0,-3-2 1,-1-6 30,-1-1 1,-7-3-1,2-1 1,-4 0-212,-1-2 259,-6 5 0,-4-3 1,-7 8 49,-2 2 0,0 1 0,3-2 40,-3 6-260,4 2-631,-6 2 288,7 0 549,12 0 0,10 0 32,16 0 1,-2 5 0,2 0 0,1-2-264,2-2 429,1-1 0,-1 0 0,-2 0-67,-1 0 139,0 0 1,-2 0-1,-3 0 1,-3 0 329,-2 0-391,-6 7 0,-2-4 164,-6 6 1,0 1 0,0 4 217,0 0-517,0 0 1,0 1 0,0-1-107,0 0 1,2 0 0,1 0-273,2 1 145,6-7 1,-4 3 43,8-7 0,1 1 0,1-5 0,2 0-66,-2 0 182,-1 0 1,-2-6 0,0-5 23,1-7 0,-6 1 1,-1-5-1,-2 1 152,-2 4-127,-3-5 1,-7 6 0,-4-3-2,-2 3 0,-9 2 0,-3 1 1,-2 4-6,-3 4 34,1 4 0,1 1 1,2 0-123,1 0 1,7 0-1,-2 1-75,3 4-91,8-3 0,3 9 1,10-5 54,4 2 1,6-5 0,4 3-1,4-1-256,4 0 381,1 0 1,6-5 0,-1 0 110,-2 0 1,-1 0 0,-3 0-1,-1 0 638,-3 0-534,-5 0 0,2 0 0,-6 0 359,1 0 1,-6 0 142,1 0-321,-7 0 1,3 6 18,-6 3 1,5 4 0,0 1 0,-1 0 366,3 1-474,-6-1 1,7 0-188,-3 0 1,1 0 0,5 1 58,-1-1-295,-7-6 1,5-2 205,-4-6 1,0 0-263,5 0 90,-6-13 1,8 4-1,-4-12-247,1 1 0,-4-4 0,6-7 0,1-4-1053,1-1 1223,3-2 0,-4-7 1,0 1 45,0 2 0,5-3 0,-7 14 0,2 4 44,-1 6 247,-4 6-167,-6 7 0,2 3 0,1 10 1,1 4-80,0 4 598,4 1 0,-7 5 0,4 0-102,-4-2 0,-1 4 0,0-1 1,0 1 903,0-1-998,7 6 0,-6-11 0,4 6-77,-3 0 0,-2-6 0,0 4-78,0-3-87,0-2 1,0-4-258,0-1 130,0-6 11,0 4 108,0-7 0,0-2 4,0-3-39,0 4 26,0-12-306,0 12 270,0-6 116,0 7 1,0 7 62,0 2 1,0-1 0,0 1-59,0 3 23,-7 0 1,6-2 0,-4-1-8,3 2 1,2-3-42,0 2-76,0-1-296,0-1 0,0 0-291,0-3 497,0-4-14,0 5 847,0-6-656,0 0 0,7-4-186,2-1 1,-1-6 0,2 1-1,1-4-558,1-5 398,9 3 0,-5-9 0,4 5 94,1-2 1,-5 4-1,1-1 1,-4 3-395,-4 2 248,-6 6 233,10-4 1,-13 12 0,0 0 931,-8 8-653,-11 4 0,3 2 0,-4 1-23,-1-1 0,5 0 0,-3 0 1,4-1 41,0-4-192,1 4 1,5-7 0,1 5-265,1-1 1,1-5-294,1 4 323,10 1 1,-3-2-1,12-4-490,0-2 253,0-2 0,5 5 0,0-1 0,-1-1 0,-3-1-1443,0-2 1122,-1 0 776,0 0 0,-6 6 0,-71 2 0,19-1 0,1 0 0</inkml:trace>
  <inkml:trace contextRef="#ctx0" brushRef="#br0" timeOffset="22">22763 9951 7681,'8'-14'357,"-2"0"0,-6 0 0,2 0 3705,3-1-3655,-4 8 1,5 2 0,-6 10 0,0 6 1294,0 6-1537,0-1 0,-1 9 1,-2-4-1,-2-1 1,2 2 103,1 0 0,2 0-242,0 2 0,0 1 0,0-6 0,0-1 188,0-2-610,0 4 1,0-9 0,2 3-1,3-3-1120,4-3 1247,10-1 0,-3-9 1,4-4-477,1-9 614,-5 1 1,6-13-1,-5 4 1,2-4-1,-3 0 92,-5 3 100,2-3 0,-7 12 0,5-4 1076,-2 3-374,-5 8 38,2-5-613,-6 18 1,0-3 0,2 14 840,2 2-802,-2-2 0,9 5 1,-5-5-1,2 1 1,3 2 547,2-2-959,1-7 1,0 1 0,2-5-14,3 2 1,-2-5-1,6 2 1,-3-5-897,-3-5 902,6-3 0,-8-6 0,4 0-10,-3 0 0,-6-1 0,-3 0 282,0-4-153,-2 3 1,-5-5 0,0 7 241,0 0-143,-7 6 1,4 2 0,-6 6-1,-2 0-473,-2 0 234,5 0 0,0 0 78,3 0 0,4 6 289,-4 4-211,10 2 0,3-4 0,7-2 145,4 1-157,-3-6 0,9 6 1,-4-7-1,1-2 0,3-3-215,2-4 184,2-4 1,-2-1 0,-2-2 94,-1-3 1,-7 2-1,0-5 1,-6 0-184,-6-1 149,-3 0 1,-2-4-1,0 2 289,0 1-197,-7 7 1,1 1-1,-5 8 1,2 2-1,-3 2 548,0 3-499,4 7 1,-3 2 0,5 8 328,-2 3-146,4-3 0,-2 10 0,6 0 0,0 4 1,0 3 1288,0-2-1068,0-1 0,0-1 1,0-1-180,0 1 1,0-1 0,0-1-1,0-3-459,0-5 106,6-3 0,-4-2 0,4-2-1141,1-2 555,-6-4 375,6-6 1,-6-1 0,2-4-371,2-5 0,0-2 1,-5-2-1,0-1-968,0 1 1219,6 0 0,-4 0 1,2-2-35,-2-3 0,3 2 0,-1-6 0,0 3-415,-3 3 748,6-6 0,-6 8 1,4-4-55,-4 3 1,4 2-93,0-1 579,0 1-636,-5 6 1,0 4-1,0 8-534,0 6 389,0 2 0,0 4-142,0 3 0,-5-3 1,-1 3 544,-2-3 0,-27 4 0,-11 2 0</inkml:trace>
  <inkml:trace contextRef="#ctx0" brushRef="#br0" timeOffset="23">23687 9553 7681,'-8'-14'995,"0"2"0,5 1 1282,-1 1-397,-8 7-581,11-3-924,-5 6-1884,6 0-783,0 0 1,4 6 2291,1 3 0,31 29 0,4 8 0</inkml:trace>
  <inkml:trace contextRef="#ctx0" brushRef="#br0" timeOffset="24">23844 9625 10648,'-8'-7'2244,"1"6"-1339,7-6-461,-6 7 0,4 2 1,-2 4-1,2 8 1,2 9 1606,0 3-1713,0 9 0,0 1 0,0 7 15,0 0 0,0-1 0,0 1 0,0 0 196,0-1-806,0 1 1,0-8-1,0-5-73,0-5 0,-1-9-2470,-4-2 2097,3-6 1,-6-10-1,5-4-613,-2-8 0,-4-2 0,3-8 0,-1-1-1349,1-2 2418,-5-1 0,9-1 0,-2 1 240,2-1 1,2 3 0,0 2-1,0 5-66,0 3 400,6 2 1,-2 5 0,5 1 387,2 1 1,2 3 0,1 4 0,0 0 1258,0 0-1568,1-7 1,0 6 0,3-4-296,1 3 0,0 1 0,-4-2 0,3-2-133,1 2 27,0-5 0,-10 5 7,1-7 0,-2 5-135,1-4 210,-3 6 1,-6-2 318,0 10 0,0 7 0,0 9 0,0-1 1187,0 1-1322,0 4 1,0-3-1,0 5 101,0-3 0,0 3 0,0-5 0,0 2 299,0-1-835,0-5 1,0 2-385,0-6 160,0 1 52,-6-7 1,5-4 0,-4-8-95,3-6 0,4-7 1,3-4-1,4 1-963,4-1 1257,1-4 0,2 9 1,1-3 244,2 3 0,2 4 0,-4 2 0,2 5 1185,-2 4-1048,-1 1 0,-2 3 0,-1 5 380,-4 6 0,2 10 0,-6-2 0,-2 2 890,-1-1-1321,-2 1 0,0 0 1,0-2-465,0-2 1,-2-1-137,-2-4-973,2-1 1,-6-6 114,3-4 1,4-4 0,-4-4-1123,3-6 2385,-4 4 0,-2-51 0,-6-6 0</inkml:trace>
  <inkml:trace contextRef="#ctx0" brushRef="#br0" timeOffset="25">25052 9795 7678,'-8'-20'1130,"-4"4"0,8-3 0,-3 8 1234,0 1-2064,2 7 1,5 3 0,0 10-1,2 4 1,1 5 0,4 4 0,-1 4 2384,0 2-2506,-1-1 0,0 1 1,-1-1-1,0-1 1,-1-2-124,1-1 0,-2-5 0,3 3-123,-4-2-929,-1-1 0,0-9 407,0-1 1,-1-5 0,-4-1 0,-3-6-1816,0-7 2088,-4-9 1,8 2 0,-3-5 190,0 1 1,2-3 0,5 4-1,0-1-12,0 1 138,0 1 0,0 5 0,2 1 232,3 4 1,-2-3-1,6 8 1,2-1 1464,2-1-1485,8 4 1,-6-4 0,4 6-215,-3 0 1,-2 0-1,2-2-156,3-3 107,-3 4 1,4-10-68,-5 6 1,-3-6 3,-2 2 792,-4 2-187,-6 1 0,-1 7 1143,-4 4-1372,3 9 1,-9 4 0,6 6 469,2 1-522,-5-5 1,7 7-1,-4-3 1,3 1-1,2 0 744,0-1-997,0-7 0,0 9 1,0-7-956,0-2 398,0-1 1,0-7-376,0 1 161,0-7 0,2-8 435,3-9 0,1-8 0,5 3 0,-1 2-277,1 1 590,1-5 1,3 10 0,-1-1 212,0 4 0,2-2 1,1 5-1,2 4 1231,-1 4-1220,4-1 0,-7 10 0,6-2 122,0 2 0,-6 3 0,4-1 1,-3 0 421,-2 0-645,1 0 1,-1-4-1,0-2-400,0-2 0,0-1 0,1-7-402,-1-2 358,-6-4 0,3-8 0,-5-2 206,2 0 0,-5-3 1,2 4-1,-4-2-232,-1 1 488,0 2 1,0 2 0,-1 2 109,-4 2 0,-3 4 1,-6 6-1,0 0 918,0 0-847,-1 6 1,3 4-1,1 7 973,1 2-1069,7 6 1,-5-7 0,5 4 0,-2 0 0,4-2 457,4 1-750,-2-2 0,17-2 0,-4-1 152,2-3-910,6-2 1,-5-3 0,5-2 0,1-1-1,-3-1-3274,1 0 1887,4-3 2276,-3-7 0,19-27 0,3-13 0</inkml:trace>
  <inkml:trace contextRef="#ctx0" brushRef="#br0" timeOffset="26">26360 9994 8500,'10'-12'2546,"-2"0"-954,-2 3-905,-1 6 1,-5-2-1,0 10 1255,0 4-1588,0 4 0,0 6 0,0 0 0,0 0 0,0 0 1031,0 0-1411,-7 0 1,6-5-1,-4 0-39,3 0 1,1 1 13,-4-1 74,3-6 8,-4-2-357,6-6 1,0-6-1,0-5 1,0-5-1,0-5-1184,0-1 1303,0-2 0,2-2 1,2 0 151,6 3 0,1 5 1,0-1-1,-1 3-1,1 2 329,1 0 0,2 6 0,1 3 47,-1 4 0,0 2 0,0 4 1,-1 5 1044,-4 2-1114,4 2 1,-7 5-1,4 0 123,-5-1 1,1 2 0,-1-1-418,-2-1-32,-2-3 0,-1-5-774,0-1 650,0-5 0,0 0-927,0-8 773,0 2 1,0-15-1,0 2-891,0 0 1052,7-1 1,1-3-1,6 0 1,0 2 0,0 1-433,0 1 793,7 8 0,-5-4 1,4 6 12,1 2 1,-5 1-1,3 2 1,-4 0 730,0 0-661,-7 6 0,3 2 0,-5 8 955,2 3-998,-5-3 0,3 4 1,-6-5-1,2-1 0,1 0 514,2 0-1152,0 0 1,-5 1 279,0-1-649,0-6 1,6-2-119,3-6 521,4 0 1,1-6 0,0-4-437,1-2 610,-1-3 0,6-4 1,3-1-1,0-1 1,-1 1-80,-1 3 197,-2 1 0,-3 1 1,1 3 90,2 2 205,0 4 1,-5 6 0,0 0 0,1 2 594,-1 2-577,0 4 0,-5 6 262,1 1 1,-7-1-35,2 0 25,-4-6 497,-1-2-727,0-6-499,-6 0 1,3-1 189,-7-4-67,1-3 1,-5 0 0,-2 2 0,-1 1 0,-2 0-299,1 2 382,2 2 0,-2 1 0,-1 0-72,1 0 129,2 6 0,2 0 0,0 5 0,0-1 0,1 1 101,4 2-117,-4 1 1,11 0-1,-2 0-413,2 0 359,2-6 0,6 5 0,4-5 1,4 0-1,3-2-428,2 0 438,7-4 1,-9 4 0,5-6 147,-1 0-68,4-6 0,-8 3 1,5-7-1,-1-1 0,-4-1-125,-1-3 412,-8 1 1,5 2-1,-5 1 152,0 1 27,-2 7 1,-6-5-740,0 3 290,0 4 0,-5-4 0,0 10 164,2 4-403,2-3 1,1 7 0,0-3 0,0 2-512,0 2 516,0-6 0,6 0 1,3-5-707,4 2 778,1 0 1,1-5 0,-1 0 0,0-2 0,0-1-178,0-2 291,7-6 0,-5 2 0,4-9 596,1 0-479,-5-1 1,3 4-1,-8 1 1,-4 0-1,1 1 531,0 4 299,-5 2-823,4 1 1,-7 11 0,-2 1 0,-3 8 994,-4 5-864,-4 7 1,4-4 0,-1 6-115,-1 1 0,3-2 0,1-2 0,-1-3-284,0-2-49,5-1 1,-5-4-1820,3-1 1296,3-6 285,-4-2 1,6-12-1,-2-4 24,-2-2 1,2-9 0,-3-3 0,4-2-154,1-3 524,0-6 0,0 7 1,0-2 216,0 5 1,-5 7 0,0-1 881,2 3-843,2 9 0,2 2 1809,4 10-1565,3 2 0,6 14 0,0 1 0,0 2 0,2-2 945,3-2-1507,-3-1 1,5-1-1,-7-2-715,0-4 0,0-1-3069,0 4 2751,-6-8 0,-1 1-2448,-7-3 3590,0-3 0,-26-15 0,-5-11 0</inkml:trace>
  <inkml:trace contextRef="#ctx0" brushRef="#br0" timeOffset="27">28294 9994 7678,'8'-14'139,"3"4"0,-5 3 1,0-1-1,2 1 961,0 1 1603,-5 1-539,4 5-1911,-7 0 0,-7 0 0,-2 0 247,-4 0-416,-1 0 0,0 0 1,0 0-1,-1 0 24,1 0-316,0 7 1,0-6-93,-1 4 0,1 1-235,0-1-152,0 0 262,6 1 580,2-4 145,6 10 93,0-4-59,6 0-110,2-2 0,1-6 231,1 0-312,-7 0-97,3 0 1,-4 0-9,3 0 149,-4 0-14,5 0 66,-6 0 57,0 0-85,0 7-224,0-6 1,0 7 124,0-3-109,-6-4 1,3 12 1,-7-3 0,6-3 0,-4 3-14,2 1-6,1 2 0,0-4-150,0 1 0,-1-1 2,1 5 244,4 1 0,-4-8-14,10-2 0,3-3 1,6-2-1,0 0 103,0 0-73,0 0 0,1-7 0,-1-2 2,0-4-140,0-7 1,5 2 0,0-5-1,-1-4 1,-3-5-496,0-6 371,-1-3 1,0-1 0,0-1-342,0 0 477,-6 7 1,-1 3 0,-6 9 0,2 5 257,2 3-348,0 8 0,-5 4 76,0 8 0,-5 4 1,0 7-1,1 0 710,-3 4-443,6 3 0,-10 7 1,6-1 469,2 1-435,-5-1 1,6 1 0,-2-1 0,0 0 0,1 1 1022,-1-1-1112,-1-6 0,5 4 1,0-7-122,0-2 1,5-1 0,1-2 0,2-1-201,3-4 29,-5-2 0,7-7 0,-4 0-80,4 0 0,1-2 0,0-3 0,1-4-418,-1-4 410,0-1 1,0-2-1,0-1-244,1-2 224,-7 0 1,3 5-1,-7-1 188,0 1-243,-3 6 182,-1 2 1,0 8 0,0 2 434,0 6-197,0 2 1,0-2 0,0-1-69,0 2 1,0 2 0,2 0-28,2-4-237,4-3 1,8-1 0,1 0-8,2-2 1,5-1-1,-3-4 1,1-3-219,3-4 313,-4 3 0,5-7 0,-3 3 83,-1-2 1,5-1-1,-5 2 1,0 3 118,-3 2-73,3 1 1,-6 5-1,3 0 192,-4 0 1,0 2 0,-1 2-1,0 6 148,0 3 6,-6 7 0,3-4 0,-6 3 265,-2-3 1,-1-2-1,-2 0-38,0 0-512,-7 1 0,3-8 1,-9-2 323,-3-3-689,-1-2 1,-4 0-1,-1-2 1,-1-1-1,-1-3-1831,-1-2 1271,-2-2 1,3-4 0,2 0-574,1 0 1,2-1 0,5 0 0,0-3 1416,0-1 0,3-23 0,1-10 0,-1-3 0,0 1 0</inkml:trace>
  <inkml:trace contextRef="#ctx0" brushRef="#br0" timeOffset="28">28720 9696 10158,'0'-15'3805,"0"7"-3229,0-4-2520,0 10-2417,0-4 3650,0 6 711,0 0 0,26 38 0,5 9 0</inkml:trace>
  <inkml:trace contextRef="#ctx0" brushRef="#br0" timeOffset="29">29289 9781 7700,'6'-14'519,"-4"-1"0,6 3 0,-5 1 1371,2 1 1572,-1 7-184,-4-3-2866,0 12 0,0 4 0,-1 9 234,-4 4 0,2 6 0,-5 2 0,2 2 35,3-1-600,-5-2 0,6 3 0,-3-1-233,4-5 1,-4 1-1,0-6 1,2 2-168,2 0-1263,1-7 1,0-1-2318,0-7 1631,0-6 1027,-7 4 0,6-14 0,-6-2 1241,1-4 0,-9-26 0,-3-12 0,-5-3 0,0-1 0</inkml:trace>
  <inkml:trace contextRef="#ctx0" brushRef="#br0" timeOffset="30">29133 9909 7700,'14'0'733,"-5"0"1,1 0 462,1 0-850,-5 0 1,7 0 0,-2 0 190,6 0 1,1 0 0,5 0-1,3 0 293,0 0-713,3 0 0,4 0 0,0 0 192,-1 0-193,-2 0 0,-3-5 0,-4-1 1,-4-1-1,-3 1 725,-2 3-482,-6-5-215,-1 7 1,-9-6-1,-3 7 1,-4 0-34,-4 0-51,-7 0 0,2 7 1,-5 2 20,-3 4 4,6 1 0,-2 0 1,4 0-1,-1 0 1,2 2-18,1 3-138,8-3 1,0 5-1,5-7-218,-2 0 187,1 0 0,4 0 0,1-1 0,4-2 0,4-3-576,4-2 460,8-1 0,-4-5 0,5 0 122,-1 0 1,2-6 0,-2-4 0,-1-2 84,1-3 21,4 1 0,-9-5 0,3-1 151,-3-2 34,-2 4 0,-1-2 1,-4 5 751,-4 1-1174,-4 6 530,-1 2 1,0 17-1,-1 3 305,-4 2-478,4 0 1,-6-2-1,7 0-116,0 1 1,0-1-1,0 0-731,0 0 543,7 0 0,0-4-308,8-1 397,-1-5 0,0 2 0,0-6 0,1 0 299,-1 0-8,0 0 1,-5-2 470,1-2-155,-1 2 14,-1-4 167,-1 6-338,-7 0 0,0 1-229,0 4-122,0-3 1,0 5 378,0-2-367,0-3 1,1 4 0,4-7 18,4-4-422,-2-3 0,5-2 0,-4 1 107,0-2 0,6-2 0,-1-1 0,4 1-563,1 4 628,-2-4 1,-2 7-84,0-4 300,0 4 0,0 6 1,-1 2-1,-2 2 260,-1 6 104,-7 3 1,3 6 0,-6-1 133,0 0-363,0-2 1,0-2 0,0 0-1,0 0-314,0 1-135,0-8 0,2 4 133,2-6 1,0 0-1,5-5-286,2 0 121,-5-6 0,9 2 0,-3-5-274,6-2 372,1 5 0,0-7 1,1 4-1,1-3 1,1 3-224,0 4 451,-5-3 1,4 7 0,-7-4-307,0 3 326,7 2 0,-5 0 0,3 0 0,-4 0 0,0 0 541,-1 0-446,0 0 0,5 0 1,0 0 199,-2 0 1,-1 0 0,-2 0 118,0 0-230,1 0 1,-6 0 60,1 0-271,-7 0 0,3-1-94,-6-4 17,-6 4 1,-2-6 0,-6 9-729,-1 3 815,-5 2 1,-1 3 0,-2-1 0,4 2 0,1 2 442,-1 1-372,4 1 1,-1-1-1,8 0 178,2 0-142,1-6 0,0 5 0,0-4 0,4 2 0,4 0 666,6-1-834,4-7 1,8 8 0,4-6-487,7-2 361,-2-2 1,9-1 0,-4 0 0,1 0-1,4-1-638,1-4 509,-5-3 1,-1-4 0,-7 1-137,1 1 1,-9 1-129,-6-6 763,-6 7 0,-9 2-8,-4 6-142,-3 0 0,-6 0 0,0 2-9,-1 2 18,1 4 0,6 2 0,5-2-35,6-2-155,-1 5 1,15-8-1,-3 5 1,4 0-1,1-2-2005,0 1 1260,6 4 0,-9-8 895,3 6 0,-10-12 0,-2 2 0</inkml:trace>
  <inkml:trace contextRef="#ctx0" brushRef="#br0" timeOffset="31">24597 10989 7651,'0'-14'426,"-6"0"1,3 4 0,-7 1-1,-1-1 1,-3 1 0,-3 1 2296,-2 2-2330,-7 1 0,9 5 0,-7 2 0,1 2 0,-1 6 0,0 2 0,0 3 1138,2-1-1526,2 0 1,10 5-1,2 0 1,2 0-1,3 0-6,1 0 1,9 1 0,2-2 0,5 2 299,5 2-304,3-4 1,7 2 0,-1-5 49,1-1 19,-1 0 1,-6-1 0,-3-2 0,-3-3 141,-2-2-3,-6 5 1,-3-9 600,-10 2-722,-9 4 1,-8-6 0,-7 2 0,-1-2 0,-1-4-238,-2-2 93,-1 2 1,3-9 0,1 5-170,3-2 0,8 3 0,0-3-124,3 2 61,8 1-393,2 5 515,6 0 1,2 0 0,2 0 0,6 0 0,2 0-434,3 0 663,-1 0 0,5 0 0,1 2 1308,3 3-1332,0-4 0,6 5 0,-1-6 0,1 0 0,1 0-302,3 0 103,-3-6 1,3 0 0,-8-5-20,-1 1 168,0 1 0,-1-5 0,-2-1 0,-4 1 1,-4 0-146,-1 0 468,-5-1 0,4 1-59,-6 0 635,-1 6 1,-5-3-237,-4 6-624,3 1 0,-9 5 0,5 4-77,-2 4 0,5 4 0,-3 1 229,-1 0-463,6 1 1,-6-1 0,7 0-12,0 0 1,7-4 0,2-2 0,4-2-1,3-3-732,3-1 998,-4-2 0,11-2 0,-6-1 41,2-2 1,-3-6 0,3 3 0,1-1-156,-1-1 385,1 1 1,-1 1 0,-3 3 31,-3 4 0,3 1 0,0 0 0,0 0 597,2 0-570,-12 0 0,10 6 0,-11 3-176,0 4-130,5 1 0,-12 1 0,4-1 0,-5 0 0,-5 0 249,-4 0-409,-4-6 0,-6 3 0,0-4-146,2 1 0,-4-5 1,1 3-1,-1-1-1157,1 0 1075,1-1 0,4-4-297,1 0 474,6 0 0,-1 0 0,9 0-461,6 0 1146,5 0 0,8 5 0,2 1-193,1 2 152,1-5 1,1 10-1,-2-4 1,-1 3-1,-4-1 830,-1-2-1133,-2 1 1,-6 4 0,-3 0 19,-4 0 1,-1 0-1,-1 1 177,-4-1-323,-3 0 0,-6-1 1,-2-4-52,-3-4 0,3 1 1,-3-1-1,2-2-413,-2-1 398,3-2 1,1 0-1,5 0-76,-1 0 0,3 0 0,0-2-641,2-3 618,1-2 0,7-5 1,2 0-536,6-4 531,9-1 0,3-4 0,8-1 0,2-2 0,2 1-683,3-3 729,1-1 1,0-1 0,1-2 3,5-3 0,-3 3 0,4-3 1,-9 4 70,-6 6 13,2 2 63,-17 7 236,-7 6 1,-14 3 0,-15 8-148,-1 2 0,3 11 0,-3-2 0,0 2 434,0 0-400,5-2 0,-4 0 0,8 0-68,4 1 1,1-1 0,5 0-1,-2 0 24,2 0-137,8 1 0,4-7 1,12-2-457,7 0 1,2-4 0,6 2 0,-1-2-1836,-3-2 2058,-2-6 1,1-1-1,-1-5-424,-3-2 692,-14 3 0,0-48 0,-13-3 0</inkml:trace>
  <inkml:trace contextRef="#ctx0" brushRef="#br0" timeOffset="32">25280 10776 7661,'-15'0'831,"1"2"1,0 1 105,0 2-1880,6-1 1,1 3 942,7 2 0,32 10 0,8 3 0</inkml:trace>
  <inkml:trace contextRef="#ctx0" brushRef="#br0" timeOffset="33">2019 3256 8105,'0'-8'-947,"0"-5"-95,0 4 2215,0 2 0,0-5 0,-1 4 815,-4 0-1853,-3 1 0,-6 7 0,0 0 0,-1 2 1,0 1-1,-3 2 0,-1 0 804,2 1-875,-5-4 1,4 5 0,-5-3 0,-1 0 0,0 1 122,1 1-161,5-4 1,-4 9 0,5-6-31,-2-2 1,0 3 0,5 1 245,-1 1-115,1-5 1,5 3 158,-1-6 1,7 2 138,-2 2-169,4-2 113,1 4 43,0-6-277,0 0 1,0 7-27,0 2 1,0-1 0,0 1-1,0 2 269,0 2-320,0 1 0,0 1 0,0-1 16,0 0 0,0 0 0,-2 2 0,-1 1 179,-2 2-240,1 7 1,4-9 0,0 7 22,0 1 1,0 0 0,0 0-1,0-1 46,0 1-70,0 2 0,0-3 0,-2 0-2,-3 1 1,4 2 0,-4 0 0,3-2 50,2-1-200,0-1 0,0 6 0,0-2 49,0-4 0,0 4 1,0-3-1,0 3 138,0 1-54,0 1 1,0-6-1,0 1 33,0 1 1,0-3 0,0 0 0,0 1 617,0-1-494,0-5 1,0 10 0,0-5 52,0 0 0,0 3 1,0-4-1,0 1 169,0 3-358,-6-4 0,4 6 0,-2-5 42,2 0 0,-3 5 1,1-4-1,1 3 90,1-3-187,2 4 0,-5-5 0,0 7 15,2-1 0,2-1 0,1-2 0,0-1-190,0 1 118,0 2 0,0 2 0,0-2 4,0-4 0,0 4 0,0-5 0,0 3 19,0 4 49,0-10 0,0 14 0,0-11-5,0 0-1,0 5 1,1-3 0,2 1 52,2-1-46,0 3 0,-5-7 0,2 5-20,2-1 1,-2-5-1,3 3 1,-4-1-130,-1-4 46,6-1 0,-4-2 65,3 0 1,1-4 0,-1-1-119,-2 2-60,5-4 1,-5-1 95,7-6 0,-6 0 1,6 0-1,1 0-87,1 0 191,3 0 1,0 0 0,4 0 9,5 0 0,3-5 0,3-1 0,2 0-24,1-1 37,0-4 1,-6 8-1,-3-5 200,-6 2 1,-2 0-1,-2 2 232,1 0-140,-7-1 120,-2 5-149,-6 0-243,0 0-756,-6 0 0,2 0-3249,-5 0 2996,6 0 0,-8 1 0,4 3 1006,0 0 0,-54-18 0,23 2 0,-1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28:14.850"/>
    </inkml:context>
    <inkml:brush xml:id="br0">
      <inkml:brushProperty name="width" value="0.08571" units="cm"/>
      <inkml:brushProperty name="height" value="0.08571" units="cm"/>
    </inkml:brush>
  </inkml:definitions>
  <inkml:trace contextRef="#ctx0" brushRef="#br0">65 86 7737,'-10'-22'140,"-4"1"0,2 7 391,-2 0-4,9 9-127,-4-4-69,9 9 36,0 0 0,9 0-154,6 0 1,13 0-18,7 0 1,8 0-29,6 0 1,1 0 32,14 0 0,-3 7-2,17 0 0,-2 0-341,1-7 0,6 0 235,-5 0 0,5 7-162,2 0 1,-17 0 112,-4-7 1,-15 3-70,1 4 0,-5-5 26,-3 5-283,-9-5 2,-11-2 221,-13 0 1,-11 0-98,-5 0 1,2 0 51,-9 0 1,0 0-467,-8 0 0,1 0 91,0 0 0,7 0-309,-1 0 1,1 0 334,-7 0 0,0 0 122,0 0 0,6 0 331,1 0 0,0 10 0,-7 2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28:15.438"/>
    </inkml:context>
    <inkml:brush xml:id="br0">
      <inkml:brushProperty name="width" value="0.08571" units="cm"/>
      <inkml:brushProperty name="height" value="0.08571" units="cm"/>
    </inkml:brush>
  </inkml:definitions>
  <inkml:trace contextRef="#ctx0" brushRef="#br0">320 128 7738,'21'-22'-1754,"-2"8"2534,-5 0 1,-5 7-211,-9-7 0,3 7 87,4-8-469,-5 11 1,8-8 239,-10 5-266,0 4 0,-3-6-77,-4 9 0,-5 0 76,-9 0 1,5 2-10,-6 5 0,6-2-191,-12 9 0,2 3 61,-3 11 0,3-4-90,-9 4 0,9 3 74,-2-3 0,4 8-110,3-8 0,-1 7 117,1-6 0,9 1-95,5-1 0,5-3 80,2 9 1,9-9-16,6 2 1,13-4 57,7-3 1,8 0-34,6 1 0,-1-8 3,8 0 0,-11-9-45,-2 2 1,-1-5-97,-6-2 1,-13 0-160,-2 0-66,-14 0 0,10-2-98,-10-5 1,0 2-105,-7-9-256,0 9 0,-7-7 813,0 5 0,-10 5 0,-4-26 0,-12 4 0</inkml:trace>
  <inkml:trace contextRef="#ctx0" brushRef="#br0" timeOffset="220">808 361 7738,'-11'-21'773,"3"0"-89,6 9-258,2-7 116,0 17-26,0-8-267,10 10 0,4 0 0,14 0 0,-4 0-137,4 0 0,-4 7-121,-3 0 0,0 1-341,0-8 0,1 7 230,-1 0 0,0 0-441,0-7-114,1 0-424,-1 0 603,-9 0 0,-1 0-953,-4 0 1449,-4 0 0,6 0 0,-56 0 0,-12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28:12.567"/>
    </inkml:context>
    <inkml:brush xml:id="br0">
      <inkml:brushProperty name="width" value="0.08571" units="cm"/>
      <inkml:brushProperty name="height" value="0.08571" units="cm"/>
    </inkml:brush>
  </inkml:definitions>
  <inkml:trace contextRef="#ctx0" brushRef="#br0">149 170 7228,'0'-12'293,"0"-6"247,0 15-198,0-16-166,0 17 111,0-7-224,0 9 0,0-3 165,0-4-43,0 5 30,0-8-203,0 20 1,0 2-9,0 9 0,0 0 96,0 0 0,-7 1-126,0-1 1,-7 7 26,7 0 0,-7 10-46,7-2 1,-7-3 35,7 2 0,-8 0-25,8 8 1,-2-8 19,2 1 1,2-10-6,-9 2 1,9-4 19,-2-3-4,5 0-93,2-9 64,0-3 16,0-9 0,0-9-16,0-5 1,0-12-84,0-2 1,2-3 61,5 3 0,-2-6-1,9-8 1,-9-1 18,2 1 1,2-1-8,-2 1 1,8-8 95,-8 1 0,7 2-9,-7 11 0,7-2 130,-7 10 1,7 0-79,-7 7 1,10 9 101,-3 5 1,-2 4-75,2 3 0,0 3 131,7 4 0,1 7-111,-1 14 0,-7-2-1,0 10 0,0-3 37,8 2 0,-8 5-34,0-4 0,-7-3 8,7 2 1,-2-2-78,2 3 0,-2 1-8,-5-8 0,-2 6 16,9-7 0,-7 8-118,7-8 1,-9 0-60,2-6 0,2-1 63,-1 0-32,-1 0 0,-5-9-93,5-5-320,-5 5 29,8-10-183,-10 8 197,0-20 0,0-1-243,0-11 0,-2 4-216,-6 3 1,4-4 523,-10 5 1,6-5 364,-6-2 0,0 0 0,-28-15 0,-13-6 0,-2-4 0,-1 0 0</inkml:trace>
  <inkml:trace contextRef="#ctx0" brushRef="#br0" timeOffset="174">128 404 7726,'-14'0'96,"0"0"299,9 0 65,-4 0-240,9 0 0,9 0-26,5 0 1,8 0-177,6 0 1,-2 0-32,9 0 1,-2 0-121,3 0 1,-6-7-26,-8 0 1,-1 0-816,0 7 197,-9 0-246,7 0 1022,-17 0 0,-77 9 0,22-3 0,-1 0 0</inkml:trace>
  <inkml:trace contextRef="#ctx0" brushRef="#br0" timeOffset="865">1127 404 7721,'-14'0'5,"-1"0"0,11-2 124,-3-5 162,-5 4 32,10-6-149,-8 9 191,1 0-225,6 0 165,-6 0-136,18 0 0,3 0-10,9 0 0,3 0-35,4 0 0,1 0 93,13 0 1,-4 0-69,11 0 0,3 0-12,-2 0 0,7 0-19,-8 0 0,10 0-154,-2 0 1,-5 0 133,-3 0 0,-4 0-80,-2 0 0,-3 0 18,-5 0-143,5 0 1,-16 0-149,4 0 41,-13 0-111,-6 0-129,-9 0-385,0 0 169,-9 0-145,-3 0-108,-10 0-116,1 0 1039,0 9 0,0-6 0,-1 6 0</inkml:trace>
  <inkml:trace contextRef="#ctx0" brushRef="#br0" timeOffset="1240">2614 128 7721,'0'-12'257,"0"-7"1,0 14 552,0-9-98,0 9-292,0-4-63,0 9 14,0 0 1,0 9-257,0 6 0,0 4 11,0 2 0,0 2-87,0 6 0,-2-3 77,-5 9 1,4-7-130,-4 8 0,5-3 75,2 2 0,0 5-128,0-4 1,-7-5 120,0-3 0,0 3-85,7-3 1,0 0-583,0-7-144,0 1-461,0-1 293,0-9-437,0-3 938,0-9 0,0-9 423,0-5 0,-3-12 0,-4-3 0,2-1 0,-9 1 0,-1-20 0,-3-10 0,-4-10 0,-1 1 0</inkml:trace>
  <inkml:trace contextRef="#ctx0" brushRef="#br0" timeOffset="1658">2487 213 7737,'14'-21'94,"0"-1"1,-7 8 99,7 0 1,-7 7 11,7-7 1,-6 7 282,6-8-230,0 11 0,7-13 13,0 10 0,1-2-53,-1 2 0,0 4-13,0-4 0,1 5-44,-1 2 1,0 0-40,0 0-217,1 0 1,-4 2 96,-3 5 0,4-2-4,-5 9 0,-5 0-73,-2 8 0,-4-1-80,-3 0 0,0 0 84,0 1 1,-8-1-95,1 0 0,-9 0 93,2 0 1,-5-6-9,-2-1 0,-1-7 47,1 7 0,0-9-4,0 2 1,-1 2 23,1-2 1,7 0-116,0-7-13,9 0 131,-4 0 0,11 0 3,5 0 1,5 8 18,9-1 0,0 0 103,1-7 1,6 7-90,0 0 1,8 9 96,-8-1 0,0 3 51,-6 4 1,-1-8-56,0 0 1,-9 0 227,-5 7-227,-5 1 0,-4-1 110,-5 0 0,-5-7-174,-9 1 1,-8-11-120,1 3 0,-10 3-346,3-3 0,2 0 209,-2-7 1,6 0-581,-6 0 1,9 0 225,-3 0 0,6 0-648,2 0 830,-1 0 0,8 0 371,0 0 0,47-19 0,5-5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28:16.595"/>
    </inkml:context>
    <inkml:brush xml:id="br0">
      <inkml:brushProperty name="width" value="0.08571" units="cm"/>
      <inkml:brushProperty name="height" value="0.08571" units="cm"/>
    </inkml:brush>
  </inkml:definitions>
  <inkml:trace contextRef="#ctx0" brushRef="#br0">22 383 7780,'-2'-12'-219,"-5"5"746,4-4-99,-6 8-77,9-6 98,0-1-212,0 8 0,9-7-18,5 9 0,5 0-13,3 0 1,1 0 10,6 0 1,4 0 0,9 0 0,1 0-102,-1 0 1,10 0 19,5 0 1,4 7-132,3 0 0,-3 0 21,-4-7 0,2 0-140,-10 0 1,1 7 37,-8 0 0,-8 0-350,-6-7 182,-14 0-58,-5 0-15,-9 0 0,-2 0-61,-5 0 0,2-7-133,-9 0 1,7 0 33,-7 7 1,7 0-683,-7 0 1159,9 0 0,-5 0 0,10 0 0,38 0 0,9 0 0</inkml:trace>
  <inkml:trace contextRef="#ctx0" brushRef="#br0" timeOffset="272">1488 107 7780,'0'-14'1110,"0"0"-591,0 9-78,0-14-59,0 17-215,0-8 418,0 10-400,0 0 0,0 10-99,0 4 0,0 5 57,0 2 0,0 3-67,0 4 0,0 3 16,0 4 1,0 3-128,0-10 0,0 8 117,0-8 1,-7 7-129,0-6 1,-2 6-44,1-7 1,6 1-5,-5-8 0,5 0-398,2 0 0,-3-2-517,-4-4-653,5 3 570,-8-15 80,10 6 1011,-9-18 0,0-10 0,-6-9 0,-4-1 0,8-31 0,1-14 0,-6-8 0,-1 1 0</inkml:trace>
  <inkml:trace contextRef="#ctx0" brushRef="#br0" timeOffset="548">1361 65 7780,'21'-8'-817,"0"1"1,-2-2 965,-5 2 1,3 2 700,-10-9 0,9 9-386,-1-2 1,-4 5-94,3 2 0,1 0-21,6 0 1,0 9-95,0 5 0,3-2 76,4 2 1,-4 1-164,4 6 1,-11 0 12,-3 0 1,0 1-36,7-1 1,-6 7-119,-1 0 1,-3 1 16,4-8 1,1 0 22,-9 1 0,0-1-190,-7 0 151,0 10 0,0-1 19,0 6 0,-9-13-16,-5-8 1,-5-1-68,-2 7 0,-3-7-16,-4 0 0,2-7-194,-10 8 1,8-11-294,-7 3 1,6 3 274,-6-3 1,9 0-214,-2-7 0,4 0-677,3 0-469,-1 0 797,1 0 824,9 0 0,50-19 0,21-5 0</inkml:trace>
  <inkml:trace contextRef="#ctx0" brushRef="#br0" timeOffset="1165">2402 341 7729,'-12'-10'0,"-7"-1"0,17-1 0,-10-5 684,5 10-147,4 0-201,-6 7-110,9 0 0,9 0-26,6 0 1,6 2-41,7 5 0,1-4-58,13 4 1,-4 2-64,11-2 0,6 3 57,1-3 0,-1-5-118,1 5 1,1-2 91,7 2 0,-10-4 40,-4 4 1,-6-5-168,-1-2 1,-3 0-188,-5 0 1,-11 0-161,-10 0-150,-9 0 48,14 0 139,-17 0 0,-2-2-343,-14-5 0,2 4 256,-2-4 0,7 5 454,-7 2 0,7 0 0,-7 0 0,-1-10 0,23-11 0,6-12 0</inkml:trace>
  <inkml:trace contextRef="#ctx0" brushRef="#br0" timeOffset="1539">3740 86 11260,'-11'14'120,"3"0"0,4-2-24,-3 2 0,4 5-8,-4-5 0,-2 7 15,2 8 0,-3-6-55,3 6 1,5-3-106,-5 2 0,-3-2-59,3 9 0,0-9 55,7 3 1,0-6 48,0-2 1,0 1-3,0-1 1,0 0-6,0 0 0,10-6 8,4-1 0,5-9 3,2 2 1,7-3-50,1 3 1,-1-4 58,-7 4 0,3-5-248,4-2 0,-4-2-115,4-5 0,-4 2-130,-3-9 0,0 7-10,0-7 1,1 9-181,-1-2 1,-7-5 257,0-2 0,-7 2 423,7-2 0,-9 7 0,2-7 0,-4 9 0,-60-33 0,-14 3 0</inkml:trace>
  <inkml:trace contextRef="#ctx0" brushRef="#br0" timeOffset="1882">3762 383 7742,'-22'0'0,"8"0"0,0 0 703,0-9 20,2 6-30,3-15-456,9 15 1,11-6 72,11 9 1,1 0-216,13 0 1,-1 0-189,8 0 1,-3 0-116,-5 0 0,3 0 213,-10 0 1,8 0-932,-8 0 1,0 0 228,-6 0 1,-8-3 108,0-4 1,-9 3 587,2-11 0,-14 1 0,-8-7 0,-13 0 0,-7 0 0,-5-3 0,-3-4 0,1 4 0,-1-4 0,3 11 0,5 3 0,-6 2 0,6-2 0,4-3 133,3 10 0,11 0 883,3 7-256,10-9-299,-6 6 0,12-6-74,6 9 0,3 0-150,11 0 1,8-2-120,6-5 1,4 4-99,2-4 1,1 5-202,-1 2 0,-6 0-172,-1 0 0,-7 0-441,8 0 1,-10 0-119,2 0-69,-14 0 981,-4 0 0,-57 0 0,-12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28:20.428"/>
    </inkml:context>
    <inkml:brush xml:id="br0">
      <inkml:brushProperty name="width" value="0.08571" units="cm"/>
      <inkml:brushProperty name="height" value="0.08571" units="cm"/>
      <inkml:brushProperty name="color" value="#E71224"/>
    </inkml:brush>
  </inkml:definitions>
  <inkml:trace contextRef="#ctx0" brushRef="#br0">275 43 7853,'-12'0'60,"2"0"133,10 0-251,-9 0 182,6 0 147,-6 0-2,9 0-118,0 9 1,2 3-7,5 10 1,-2-1-31,9 0 0,-2 7 15,2 1 0,12 8-37,-4-1 1,4 4-97,-5 2 1,2 1-31,6-1 0,-6-1 28,6-6 0,1 5 24,-1-4 1,-1-6-5,-7-1 1,0-6-113,1-2 1,-8-6 17,0-1-29,-9-10 35,4 6-183,-9-10-549,0-10 553,-9-1 1,-1-11-306,-4 1 0,2 2 198,5 5 0,3-5 359,-11 5 0,8-5 0,-7-2 0,9 0 0,-2-1 0,-14-37 0,-2-9 0</inkml:trace>
  <inkml:trace contextRef="#ctx0" brushRef="#br0" timeOffset="358">699 64 8003,'12'-14'-941,"-5"0"1468,5 0-32,-9 2-233,15 3 112,-15 9-171,6 0 0,-16 2 5,0 5 0,-9 5 88,1 9 0,-4 0-170,-2 1 1,0 1-2,0 5 0,-1-2-186,1 10 1,0-10 40,0 2 1,-8 3 18,1-3 1,-7 8 72,6-8 0,-8 7-16,1-6 0,-4 6-7,-2-7 0,-1 1 23,1-8 0,6 0-9,1 0 1,9 5 11,-3-4 0,8 4-93,7-12 97,-5 5 0,17 2-82,-5 0 0,7-7 20,7 1 1,-3-8-3,11 7 1,-8-10-43,7 4 0,-7 1-6,7-2 1,-7 0-102,7-7-73,-9 0 1,7 0-696,-5 0 397,-5 0 0,10 0-985,-5 0 1111,-4-9 0,13 4 379,-9-9 0,19-29 0,-2-13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16.759"/>
    </inkml:context>
    <inkml:brush xml:id="br0">
      <inkml:brushProperty name="width" value="0.08571" units="cm"/>
      <inkml:brushProperty name="height" value="0.08571" units="cm"/>
    </inkml:brush>
  </inkml:definitions>
  <inkml:trace contextRef="#ctx0" brushRef="#br0">340 106 7786,'12'0'-1181,"-3"0"1621,1-9-364,-8 6 100,17-6-59,-17 9 0,10 0 127,-5 0 10,-4 0-124,6 0 0,-6-7 115,4 0 49,-5 0-53,7 7-135,-9 0 0,0-3 102,0-4-6,0 5-57,0-7-159,0 9 0,-2 0 52,-5 0 0,2 0-189,-9 0 97,0 0 0,-7 0 48,-1 0 1,8 0-63,0 0 1,0 7 58,-7 0 0,2 2-3,5-2 0,-5-2 10,5 9 0,-5-7-5,-3 7 5,1 1 0,0 6 1,0 0 1,2-7 30,5 0 1,-5 1-27,5 6 0,4-7 54,3 0 1,-2-7-44,2 7 1,-3-2 17,3 2-24,5 5 0,-8-7 2,10 9 0,0-7 2,0 1-12,0-1 1,10 5-10,4-5 0,-2 5 15,2-5 1,0-2-23,7 2 0,0-9 0,1 2 0,-1 2-1,0-2 1,0 7 9,1-7-4,8 0 7,3 3 0,0-8 0,-4 5 1,-6-4-15,-1-3 1,-8 0 4,0 0-17,0 0 28,7 0 3,1 0 8,-1 0-1,-9-10 87,7 8 18,-17-17 22,7 17-96,-9-8 55,0 10 1,0-2 33,0-5 0,0 4-93,-9-6 0,4 9 5,-9 0 1,7 0-20,-7 0-13,0 0 0,-8 0-47,1 0 0,7 0 64,0 0 1,0 0-107,-8 0 92,1 0 0,0 0-12,0 0 0,-1 0-18,1 0 1,0-2 5,0-5 0,2 2 22,5-9 1,-5 7 0,5-8 0,2 8 1,-2-7 1,2 0 3,-2-7 0,2-1-22,5 1 1,4-7-1,-4 0 1,5-8-3,2 8 0,2-3-13,5 3 0,-2 4-5,9-4 1,-2 4 9,2 3 0,5 2-5,-5 5 1,12-3-8,3 10 0,6-2 1,-7 2 0,3 4 39,-3-4 0,-2 5-13,10 2 0,-10 2 5,2 5 0,-4-4-3,-3 4 6,0-5-6,0 8 0,-6-8 2,-1 5 0,-10-2-274,4 2 161,-6-5-359,-2 8 1,-2-10-46,-6 0 1,4 7-210,-10 0 1,-1 2 157,-6-2 565,0-4 0,-23 13 0,-9 6 0,-5-5 0,0 1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20.176"/>
    </inkml:context>
    <inkml:brush xml:id="br0">
      <inkml:brushProperty name="width" value="0.08571" units="cm"/>
      <inkml:brushProperty name="height" value="0.08571" units="cm"/>
    </inkml:brush>
  </inkml:definitions>
  <inkml:trace contextRef="#ctx0" brushRef="#br0">444 22 7807,'12'2'-1296,"-5"5"1249,5-4 1,-7 6 1183,9-9-845,-9 10 1,6-8-257,-4 5 182,-4-4-247,6-3 0,-6 0 203,4 0-363,-5 0 243,8 0 0,-10-3 43,0-4-181,0 5 239,0-8-86,0 10 1,0-2 117,0-5 26,-10 4-67,8-6-29,-17 9-44,7 0 1,-9 0-60,0 0 0,-1 0-8,1 0 28,0 0 0,-8 0-90,1 0 1,0 0 53,7 0 0,-1 0-9,1 0 1,0 7 138,0 0-101,-1 0 0,1-7 2,0 0 1,7 0 67,0 0 19,9 0-71,-14 0-6,17 0-25,-8 0 1,8 7 10,-5 0-2,4 1 2,-6-8 1,9 2 25,0 5 64,0-5 11,0 8-58,0-10 0,2 7 6,5 0 1,-4 2 4,4-2-37,-5-4 1,-2 9-83,0-5 92,0-5-9,0 17 0,0-7-27,0 9 0,0 0 4,0 1 1,0-8-4,0 0 0,0 0-11,0 7 1,0 1-1,0-1 1,0 0-50,0 0 38,-9 0 0,6 1-4,-4-1 0,-2 0 3,2 0 1,0-6-14,7-1-10,0 0-10,0 7 29,0 0 0,0-6-4,0-1 26,0-9-13,0 4 1,0-7 1,0 5 0,9-4-2,5 4 0,-2-5 2,2-2 0,0 0-4,8 0 0,-1 0-2,0 0 0,7 0 5,1 0 1,6 0-2,-7 0 0,8 0 2,-8 0 0,3 0-5,-3 0 0,-4 0-4,4 0-27,-4 0-3,-3 0-74,-9 0-223,-3 0-9,-9 0-768,0 0 0,-9 0 537,-5 0 0,-5 0 575,-2 0 0,-48-19 0,-11-4 0</inkml:trace>
  <inkml:trace contextRef="#ctx0" brushRef="#br0" timeOffset="558">126 404 7854,'-10'-11'-1325,"8"-8"1324,-5 5 1,4 2 1378,3-2-589,-9 9-264,7-14-143,-8 17-1,10-8-291,0 10 101,0 0-235,10 0 1,1 0 43,11 0 1,-1 0-57,0 0 1,0 0 97,1 0 1,6 0 5,0 0 1,8 0-9,-8 0 1,3 7-4,-3 0 0,-4 1-20,4-8 1,-4 0-16,-3 0 1,-7 0-253,0 0-113,-9 0-337,14 0 50,-17 0 196,8 0 0,-20 0 177,-4 0 1,-5 0 10,-2 0 1,-8 0-30,1 0 1,-7 0 294,6 0 0,-6 0 0,7 0 0,-8 0-11,8 0 0,-8 0 11,8 0 0,0 0 88,7 0 1,-1 0 107,1 0 1,0 0 161,0 0 62,9 0 321,-7 0-480,17 0 0,-6 0 109,16 0 0,3 0-88,11 0 0,-1 0-88,0 0 0,3 0-80,4 0 0,-2 7-118,9 0 1,-2 0 75,3-7 1,2 0-71,-10 0 0,3 0-237,-3 0 1,-4 0 113,4 0 1,-4 0-318,-3 0 0,-7 0-405,0 0-286,-9 0 774,4 0 1,-11-7 354,-5 0 0,-5-3 0,-9 3 0,0 5 0,-67-36 0,36 20 0,0 1 0</inkml:trace>
  <inkml:trace contextRef="#ctx0" brushRef="#br0" timeOffset="1352">104 65 7789,'-11'0'402,"-1"0"93,5 0-139,4 0-111,-6-10-39,9 8 218,0-8-407,0 1 0,9 6-8,5-4 0,5 5-40,3 2 0,1 0 28,6 0 1,-4 0-21,11 0 0,-3 0 56,2 0 1,5 0-7,-4 0 0,4 0 5,3 0 1,-8 0-6,0 0 1,-9 0-101,3 0 0,-6 0 64,-1 0 1,-8-2-34,0-5-42,-9 4-28,4-6 46,-9 9 1,-2 0-15,-5 0 1,2 0 12,-9 0 0,-3 0 33,-11 0 1,4 0-69,-4 0 0,2 0 56,-2 0 1,4 0-2,-4 0 1,-3 0 25,3 0 1,-1 0 11,8 0 0,0 0 16,0 0 1,-1 0 5,1 0 0,0 0 73,0 0 0,6 0-34,1 0 25,10 0 16,-15 0 18,16 0 57,-6 0 15,9 0-57,0 0-50,0 9 0,2 1-39,5 4 1,-4-2 13,4-5 0,-5-3-23,-2 11 1,0-8 9,0 7-17,0 0-5,0 7 1,-7 1-15,0-1 1,0-7 19,7 0 1,-3 0 16,-4 8-21,5-1 1,-7 0 2,9 0 1,-3 1 30,-4-1-23,5 0 0,-8 0 1,10 0 1,0 1-13,0-1 0,0-7-4,0 0 0,0 0-3,0 8 1,0-8 0,0 0 1,0-7-1,0 7 1,0-7 22,0 8 15,0-11-13,0 15 1,3-16 2,4 4 0,-5-3 43,5 3 6,-4-4-79,6 6 1,-4-6 13,9 4-43,0-5 0,7 7 41,1-9 1,-1 0-23,0 0 0,0 0 8,1 0 0,-1 0-6,0 0 1,0 0-11,1 0 0,-1 0-12,0 0-50,0 0 0,1 0-311,-1 0-26,-9 0 1,-1 0-145,-4 0-797,-4 0 841,6-9 1,-11 4-280,-5-9 786,-5 9 0,-56-23 0,-13 4 0</inkml:trace>
  <inkml:trace contextRef="#ctx0" brushRef="#br0" timeOffset="1685">104 404 7885,'-2'-18'-1882,"-5"3"3220,5-3-799,-8 6 0,8 0 320,-5 5-466,4-5-27,-6 10-36,9-8-254,0 10-70,0 0 60,9 0 1,3 7-112,9 0 0,3 1 108,4-8 0,-2 7-17,10 0 1,-8 0-7,7-7 0,1 7-12,6 0 0,-6 0 12,-1-7 0,-9 0 0,2 0 1,-4 0-119,-3 0 0,-7 0 179,1 0-552,-11 0-30,6 0-54,-10 0-242,0 0 117,-10 0 0,-1 7 232,-11 0 1,1 0 427,0-7 0,0 0 0,-38 10 0,-10 1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17.692"/>
    </inkml:context>
    <inkml:brush xml:id="br0">
      <inkml:brushProperty name="width" value="0.08571" units="cm"/>
      <inkml:brushProperty name="height" value="0.08571" units="cm"/>
    </inkml:brush>
  </inkml:definitions>
  <inkml:trace contextRef="#ctx0" brushRef="#br0">142 128 7809,'12'-2'-260,"-5"-5"1,-2 4-908,2-4 1377,-5 5 0,10 2 262,-5 0-281,-4 0 1,6-3 217,-9-4 59,0 5-139,0-7-17,0 9 636,0 0-887,0 9 0,0 3 69,0 9-78,0 0 0,0 8 16,0-1 1,0 0-2,0-6 0,0 1-76,0 5 1,-7-2 60,0 10 0,-2-8-8,1 8 1,6-8-8,-5 7 0,5-6-2,2 6 0,-3-7-17,-4 8 1,5-10-11,-5 2 0,4-4-11,3-3 0,0 0-19,0 0-131,0-9 1,0 0-126,0-5-9,0-5 90,0 8 0,0-12-252,0-6 0,0 4-487,0-10 259,0-1 1,-2-6 676,-5 0 0,5 0 0,-5-1 0,2 8 0,-2 0 0,4-47 0,-6-20 0</inkml:trace>
  <inkml:trace contextRef="#ctx0" brushRef="#br0" timeOffset="451">121 171 7905,'10'-12'627,"-8"2"0,10 3-525,-5 0 72,-5 0-214,8-2 1,-3 4 118,0-9 1,2 9-35,-2-2 120,-4-5-398,16 10 302,-8-17-8,11 16 1,-1-6 85,0 9 0,-7 0-1,0 0-74,1 0 0,6 0-11,0 0 1,0 2 22,1 5 0,-4 5-57,-3 10 0,4-1-13,-5 0 0,2 0 15,-2 1 1,3 1-18,-10 5 1,7-4-36,-7 4 0,0 3 60,-7-3 1,0 8-4,0-8 1,0 3 2,0-3 0,-2-4 4,-5 4 1,2-4-29,-9-3 1,7 0-2,-7 0 1,0 1-6,-8-1 0,8-7-8,0 0 0,0-9-24,-7 2 0,-1 3 44,1-3 1,-7 0-185,-1-7 1,-1 0-25,1 0 0,6 0-30,-5 0 1,-3-7-80,2 0 0,1-8-788,7 8 768,0-9 1,-1 4 14,1-9 0,9 7-163,5-1 1,-2 8 465,2-7 0,19-19 0,11-12 0</inkml:trace>
  <inkml:trace contextRef="#ctx0" brushRef="#br0" timeOffset="892">121 86 7920,'0'-15'83,"0"1"335,0 9-223,0-13 1,0 13 104,0-9-260,0 9 159,0-4-66,0 9 1,3 0 136,4 0-250,4 0 0,18 0-18,-1 0 0,0 7 41,-6 0 0,8 7 26,6-7 0,-3 9 5,2-1 0,-6-4 1,6 4 0,-9-1-14,2 7 1,-2-7 0,3 0 0,-6 1 5,5 6 1,-11 0-3,-3 0 1,-9 8-53,2-1 1,2 0 3,-2-6 0,1 6-12,-8 0 0,-3 0 4,-4-6 0,-5-1-8,-9 0 0,0 0 12,0 1 0,-1-3-5,1-5 1,-7 5-53,-1-5 1,1-2-8,7 2 0,-3-9-195,-4 2 0,4 2-88,-4-2 0,4 0-76,3-7 1,0 0-36,0 0 0,6 0-178,1 0 0,0 0-104,-7 0 727,0 0 0,-1-7 0,1 0 0,9-9 0,-16-53 0,4-23 0</inkml:trace>
  <inkml:trace contextRef="#ctx0" brushRef="#br0" timeOffset="1302">57 86 7385,'12'0'-986,"0"0"2623,-5 0-795,-5 0-383,8 0-361,-1 0 1,-4 0-31,9 0 1,-7 0-111,7 0 1,-6 0 121,6 0 0,0 0-135,7 0 1,0 0 84,1 0 0,-1 0-59,0 0 0,3 0 93,4 0 0,-4 7-6,4 0 0,-4 2 92,-3-2 0,7-2-61,1 9 0,-1-2 11,-7 2 1,0 5-8,1-5 0,-1 5-19,0 2 0,-7 1-45,0-1 1,-9 0-5,2 0 1,-4 8-9,-3-1 0,0 0 40,0-7 0,-8 1-18,1-1 0,-9 7 33,2 1 0,-12-1 5,-3-7 0,-1-7-15,1 1 0,-4-1-1,-9 7 1,6-9-53,1-5 0,0 2-101,-8-2 0,3 0 76,5-7 0,-3 0-149,9 0 0,1 0-359,7 0 0,0 0-131,-1 0-1013,1 0 403,9-9 532,-7 7 733,17-8 0,12 1 0,13-3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27.413"/>
    </inkml:context>
    <inkml:brush xml:id="br0">
      <inkml:brushProperty name="width" value="0.08571" units="cm"/>
      <inkml:brushProperty name="height" value="0.08571" units="cm"/>
    </inkml:brush>
  </inkml:definitions>
  <inkml:trace contextRef="#ctx0" brushRef="#br0">64 317 7829,'0'-14'-895,"0"0"823,0 9 1,0-7-144,0 5 227,0 5 0,0-10-21,0 5 81,0 5 1,0-10 60,0 5 36,0 4-54,0-6-13,0 0-2,0 6 15,0-16 82,0 17 14,0-17-93,0 17 0,-2-15 312,-5 10-137,4 0 37,-6-2 176,9 6-125,0-16-222,0 17 1,0-10 47,0 5-192,0 5 118,0-8-295,0 10 229,0 0 0,0 10-63,0 4 0,0 5 27,0 2 0,2 3-9,5 4 0,-4-2 33,4 9 0,-5-6 11,-2 6 0,0-7-35,0 8 1,0-8-1,0 8 1,0-8 20,0 7 1,0-9-11,0 3 0,-2-6-88,-5-2 0,4 1 41,-4-1 1,3-2-11,-4-5 0,6-2 20,-5-5-13,5-5 102,2 8 32,0-10 1,0-3-109,0-4 0,-7-5 5,-1-9 0,1 5-99,7-6 1,0 6 15,0-12 0,0-3-68,0 3 1,0-8 83,0 8 1,3-10-109,4 3 1,-5-3 106,5 2 1,-4-4-11,-3 5 1,0 2 48,0-3 0,0 8 16,0-7 0,0 16 36,0-2-1,0 4 41,0-4-125,0 9 1,0 5-3,0 14 1,2 0 83,5 14 1,-5-4 96,6 11 1,-6 5-94,-2 3 1,0-3 92,0 2 0,0-7-58,0 8 0,0-8-16,0 8 0,0-8 10,0 7 0,0-9-16,0 3 0,0-6 7,0-2 0,0 1-14,0-1-20,0 0-52,0 0 0,0-6 96,0-1-14,9-9 141,-6 4-102,6-9 1,-6-9-82,4-6 1,-5 4 3,5-4 0,2 1-35,-1-7 0,-1-7-114,-7-1 1,7-6 80,0 7 0,0-8-137,-7 8 1,0-8-8,0 8 1,2 0 70,5 7 0,-4-1-393,4 1-227,-5 9 77,-2 3 0,0 11 166,0 5 0,0 7-55,0 15 0,0-3 218,0 9 0,0 1 330,0 6 0,-9 48 0,3-40 0,0 1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34.749"/>
    </inkml:context>
    <inkml:brush xml:id="br0">
      <inkml:brushProperty name="width" value="0.08571" units="cm"/>
      <inkml:brushProperty name="height" value="0.08571" units="cm"/>
    </inkml:brush>
  </inkml:definitions>
  <inkml:trace contextRef="#ctx0" brushRef="#br0">361 22 6134,'-11'0'825,"-1"0"-397,5 0-294,4-10 1,-8 8 159,4-5-126,4 4 0,-9 3 189,5 0-53,5 0-1,-8 0-68,1 0-2,7 0-8,-8 0-171,10 0 255,0 0-247,10 0 0,1 0-82,11 0 1,-1 0 21,0 0 0,8 0-9,-1 0 1,10 0-6,-3 0 1,5 0-17,3 0 0,2 0 68,4 0 1,-4 0-17,5 0 0,1 0 29,-1 0 0,0 3-10,-8 4 1,1-5 5,-1 5 1,-6-4-25,-1-3 0,-7 0 7,8 0 0,-8 0-29,7 0 1,-9 0-8,3 0 1,-3 0-68,2 0 1,-2 0 86,9 0 0,1 0-57,6 0 1,-6 0 25,-1 0 0,-9 0-7,2 0 1,-4 0 10,-3 0 4,-9 0 0,0 0 5,-5 0 6,-5 0-22,8 0 1,-13 0 14,-4 0 4,5 0 0,-7 0 0,-1 0 61,8 0-14,-17 0 0,14 0 87,-9 0-60,0 0 0,-7 0-30,-1 0 1,1 0 5,0 0 0,7 0-65,-1 0 0,-1 0 32,-12 0 0,4 0-5,-4 0 1,2 0-20,-3 0 0,6 0-11,-6 0 1,-4 0 4,-2 0 0,-3 0 4,3 0 1,-5 0-27,4 0 0,-11 0 30,-3 0 1,1 0-90,6 0 1,1 0 61,-1 0 0,-4 0-5,5 0 1,-6 0 6,13 0 0,-5 0-6,-3 0 1,3 0 28,5 0 1,-3 0 5,10 0 1,-3-7-27,3 0 1,4-1 5,-4 8 0,4 0-72,3 0 72,0 0 1,-1 0 0,1 0 1,0 0-12,0 0 1,7 0-39,-1 0 55,1 0-41,-7 0 117,0 0-55,9 0 8,3 0 6,9 0 135,0 0-84,9 0 1,3 0 1,9 0 1,7 0-49,1 0 0,6 0 29,-7 0 0,10 0-43,-2 0 1,-3 0-5,2 0 1,0 0 9,8 0 0,7 0-11,-1 0 0,1 0-22,-8 0 1,8 0-3,-1 0 1,10 3-7,-2 4 0,-5-5 26,-2 5 1,1-4-17,-1-3 0,7 0 25,-8 0 1,1 2 2,-8 5 1,1-4 1,-1 4 1,1-5 1,-1-2 1,1 0 10,-1 0 0,-6 7 6,-1 0 0,-2 0-29,3-7 0,-6 0 4,-8 0-47,-1 0 62,0 0-69,0 0 85,-9 0 1,-2 0-42,-10 0 10,0 0-10,-10 0 79,8 0-71,-17 0 1,14 0-20,-9 0 0,7 0 8,-7 0-3,0 0 1,-8 0 4,1 0 1,0 0 1,0 0 0,-3 0-5,-4 0 1,4 0-4,-4 0 0,-5 7 0,-3 0 0,-4 0 0,-2-7 0,-1 0-16,1 0 0,-3 0-9,-5 0 0,-2 0-4,-4 0 0,-3 0 11,9 0 1,-9 0-5,2 0 1,3-2-5,-3-5 0,10 5-4,-2-5 0,1 4-4,-1 3 0,4 0 12,-5 0 1,8-2 11,6-5 1,-4 4-8,5-4 0,4 5 3,3 2 0,4 0-2,3 0 0,0 0-18,0 0 46,9 0 5,-7 0 23,7 0-54,0 0-1,-7 0 11,17 0 0,-10 0-7,5 0-6,5 9-3,-8-6 34,10 6 5,0-9 354,0 0-325,10 0 12,-8 0-28,17 0-14,-7 0 0,9 0-3,0 0 1,-7 0-2,1 0 1,-1 0 15,7 0 1,3 0-4,4 0 0,-2 0 8,9 0 0,-6 0-15,6 0 1,0 0 34,8 0 0,-1 0-43,1 0 0,-1 0 3,1 0 1,4 0-11,-4 0 0,4 0-3,-12 0 0,5 0 1,3 0 0,-1 0-8,1 0 0,-1 0 8,1 0 0,-1 0-4,1 0 0,-1 0-6,1 0 1,-1 7 9,1 0 1,-8 0-1,1-7 1,-8 0 1,7 0 0,-9 0-1,3 0 1,-13 0 0,-2 0 0,1 8 1,6-1-1,0 0 0,0-7 0,1 0 0,-8 0-16,0 0 15,0 0 0,7 9 1,-7-6-1,1 4 1,-11-5 0,6-2 1,-10 0-2436,0 0 1217,-10 0 1218,8 0 0,-55 19 0,-2 4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17:35:36.366"/>
    </inkml:context>
    <inkml:brush xml:id="br0">
      <inkml:brushProperty name="width" value="0.08571" units="cm"/>
      <inkml:brushProperty name="height" value="0.08571" units="cm"/>
    </inkml:brush>
  </inkml:definitions>
  <inkml:trace contextRef="#ctx0" brushRef="#br0">235 0 7911,'-12'12'-599,"-7"-2"1,14-10 586,-9 0 261,9 0 28,-14 0 35,17 0 3,-17 0-42,17 0 6,-8 0 49,1 0-8,7 0-117,-8 0 3,10 0 388,0 0-545,10 0 1,1 0-13,11 0 1,-1 0-11,0 0 0,3 7 0,4 0 1,-4 0-56,4-7 0,3 0 40,-3 0 0,10 0-3,-3 0 1,-2 2-10,3 5 0,-1-4-8,8 4 1,-1-5 27,1-2 1,-1 2-6,1 5 1,-1-4 2,1 4 1,-8-5 3,0-2 1,-6 7-26,6 0 0,-2 0-1,3-7 1,-6 0-1,-9 0 1,1 8 0,-1-1-6,0 0 18,0-7-6,-9 0 40,-2 0-15,-10 0 0,-3 0-33,-4 0 1,3 0 0,-11 0 1,8 0-2,-7 0 0,7-3-28,-7-4 12,0 5 0,-8-8-4,1 10 1,0 0-8,0 0 1,-1 0-6,1 0 1,0 0-3,0 0 1,-8-7-41,1 0 1,-3 0 25,3 7 0,2 0-7,-9 0 0,6 0 33,-6 0 0,2 0 1,-3 0 0,-4-7-12,5 0 0,-3 0 5,3 7 1,-5 0 2,4 0 0,3 0 2,-2 0 0,2 0 21,-3 0 1,3 0-2,5 0 1,4 0-2,-4 0 1,4 0 1,3 0 0,0 0 2,0 0 1,6 0 6,1 0 13,0 0-19,2 0 3,3 0 48,9 0 85,0 0 0,9 0-91,5 0 1,5 0 4,3 0 0,1 0-9,6 0 0,-3 0-2,9 0 0,0 0-7,8 0 1,-1 0 3,1 0 1,9 0-36,4 0 0,-1 0-10,1 0 1,1 0 42,7 0 1,4 0-4,-4 0 1,2 0 3,-16 0 0,-10 0-26,-12 0-7,5 0 25,-19 0-9,5 0 0,-21 0-22,-5 0 0,-5 0-9,-9 0 1,-8 0-164,1 0 1,-3 0-76,3 0 1,4 0-98,-4 0 0,-3 0 28,3 0 0,0 0-173,7 0 0,-1 0-295,1 0 792,0 0 0,0 19 0,-1 4 0</inkml:trace>
  <inkml:trace contextRef="#ctx0" brushRef="#br0" timeOffset="1175">2508 85 7531,'-12'-12'-366,"3"-6"738,-1 15-92,8-6-165,-7 9 123,9 0 729,0 0-858,9 0 1,-4 0-130,9 0 1,0 0 98,7 0 1,8 2-23,-1 5 1,7-4-34,-6 4 1,8-3-4,-1 3 1,4-4-9,2 4 1,1-2-17,-1 2 1,-1-5-68,-6 5 1,5-5 98,-4-2 1,4 8-80,2-1 1,-6 0 57,-1-7 1,-2 0-11,2 0 0,3 0-7,-9 0 1,-1 2-5,-7 5 1,0-4 6,1 4-3,-1-5 60,-9-2 9,7 0 158,-17 0-182,7 0 1,-11 0 48,-5 0-67,5 0 1,-10 0 35,5 0 8,4 0 0,-16 0-74,8 0 37,-11 0 1,1 0 29,0 0 0,7 0-26,0 0 0,-1-2-3,-6-5 1,0 4-9,0-4 0,-3 5 6,-4 2 0,2 0-9,-10 0 1,3 0-1,-2 0 0,-8-3-47,1-4 1,-1 5 49,-6-5 1,-3 4-48,2 3 0,-6 0 31,6 0 0,-7-7-4,8 0 0,-1 0-3,8 7 1,-1 0-4,1 0 1,9 0 5,4 0-2,-4 0 0,10 0 50,-6 0-44,15 0 58,5 0-80,9 0 9,0 0 0,9 0-9,5 0 0,12 0-1,3 0 0,8 0-8,-1 0 1,11 0-7,3 0 1,2 0 15,-3 0 1,3 3-1,5 4 0,-3-5 34,-4 5 1,-3-5-18,10-2 1,-10 3 7,2 4 0,3-5-10,-2 5 1,-8-4 9,-6-3 1,-3 0 1,2 0-5,-4 0-181,-10 0 163,-9 0-375,-3 0 188,-9 0 1,-2 0-117,-5 0 0,2 0 171,-9 0 1,0 2 21,-7 5 1,4-4 124,-4 4 0,-43 14 0,-26 2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05:30:30.129"/>
    </inkml:context>
    <inkml:brush xml:id="br0">
      <inkml:brushProperty name="width" value="0.05292" units="cm"/>
      <inkml:brushProperty name="height" value="0.05292" units="cm"/>
      <inkml:brushProperty name="color" value="#FF0000"/>
    </inkml:brush>
  </inkml:definitions>
  <inkml:trace contextRef="#ctx0" brushRef="#br0">20332 5800 8199,'0'-14'2782,"0"6"-2136,0 2-438,0 6 1,0 1-1,0 6 1,0 5 0,0 7-1,-2 3 1,-1 4 0,-3 2-1,-1 4 1,1-1 739,3-4-958,-5 2 1,6-9 0,-2 5 0,2-2 0,2-3-642,0-3 0,-5-5-58,1-3 387,-1-6 0,5 2-45,0-10 0,0-3 1,0-8-1,2-1-1688,2-2 1692,-2 0 0,6 5 363,-4 0 0,4-19 0,7-5 0</inkml:trace>
  <inkml:trace contextRef="#ctx0" brushRef="#br0" timeOffset="1">20431 5687 8007,'-14'-15'149,"0"1"1,0 1-1,-1 2 462,1 2 0,-2 6 0,-1-4 0,-3 3 496,-3-1-973,0 0 0,-1 5 0,2 0 0,0 2 1,1 1 287,1 2-411,1 6 0,5-3 0,-1 7-220,1 4 214,0 4 0,1 5 1,2 0-1,3 2 1,0 4-46,1 4 137,-3 3 1,2 1 0,3 1 0,4 0 0,-1-1 63,-3 1-115,4 6 0,-5-7 0,7 3-93,4-6 1,3-9 0,8 0 0,3-6-147,4-4 119,4-1 0,8-11 1,3-3-63,3-3 1,8-4 0,1-3 0,3-4-386,-1-4 493,0-14 0,5 2 1,-4-11 52,-5 1 0,-2-5 1,-15 3-1,-4-3 285,-6 2-269,-12-3 0,-3 6 0,-7-6-67,-4-1 0,-9 2 0,-11-9 0,-7 3-472,-6 4 259,-3 2 1,-2 13-1,1 5-133,-1 8 1,0 6 0,2 10 0,3 2-1098,5 6 615,9 9 0,4 3 854,6 6 0,18 20 0,6 4 0</inkml:trace>
  <inkml:trace contextRef="#ctx0" brushRef="#br0" timeOffset="2">21142 5772 8084,'0'-8'1728,"0"0"1508,0 3-2924,0 4 1,-6 1 0,-2 9 0,-1 5-1,1 5 1,0 5 0,0 3 1375,-3 1-1648,4 1 1,-4-1 0,5 1-1,0-1 1,-1 1-518,4-1 1,2-4 0,1-2 0,0-2-3380,0-2 2859,0-3 0,1-7 997,4-3 0,16-41 0,9-12 0</inkml:trace>
  <inkml:trace contextRef="#ctx0" brushRef="#br0" timeOffset="3">21100 5758 8084,'6'-15'443,"-5"1"1223,4 0-592,-3 0-731,4 6 1,2 2-1,5 7 1,-2 4 824,-2 4-824,1 10 0,-1 2 1,1 4 802,1-1-1115,-5 0 0,5 2 0,-5 0 1,2-4-1,2-2-432,-2-2 297,4-3 1,-5 0-1,4-3-310,-2-2 0,1-4 0,4-6 0,0-1-401,0-4 555,0-9 0,5-9 0,2-5 75,1 0 1,2-7-1,3-1 1,-2-1-13,-1 4 400,-1 3 1,1 3 0,-2 3 5,-1 5 1,-2 10 0,-5 7 399,0 10-477,-6 8 1,-2 14 0,-6 2 1123,0 1-874,0 6 1,-1-1 0,-4 7 0,-5-1 0,-2-5 1189,-2-2-1523,6 2 0,-5-9 1,5 3 367,0-3-1667,2-8 1,1-6-1704,0-6 2437,1-7 0,5 3 0,2-7-825,2-4 0,11-5 1340,-2-9 0,42-34 0,-26 19 0,1 0 0</inkml:trace>
  <inkml:trace contextRef="#ctx0" brushRef="#br0" timeOffset="4">22095 5843 8084,'0'-8'406,"-2"-5"-325,-3 4 978,-2-4 0,-8 5 0,1 4-314,0 2 0,0 2 0,-2 2 0,-3 2 420,-5 6-948,4 9 0,-7-2 1,5 7-72,0 1 1,1 0 0,7 1-1,0-3-319,-1 3 81,8-6 0,0 5 0,7-6-1190,0-1 787,7-2 1,0-7-1,9-1 1,3-2-1,5-4-1577,3-5 1759,1-5 1,1-11-1,-1-2 215,1-1 1,-6 0 0,-1-3 0,0 1 559,1-1-312,-6-2 1,2 3 0,-8 2 1139,-2 2 1,-5 1 115,0 5-1096,-8 6 0,-4 8 1,-7 9 18,1 4 1,2 7-1,2 2 1,4 2 278,-1 0-605,6-7 1,-5 8 0,6-6-289,0-1 0,0-2 0,1-2 0,5 0-3127,9 0 2756,-1-6 1,8-2 0,-3-6-631,5 0 0,3-6 0,1-3 1286,0-4 0,7-36 0,3-17 0,-10 19 0,0 0 0,0 0 0</inkml:trace>
  <inkml:trace contextRef="#ctx0" brushRef="#br0" timeOffset="5">22464 5658 8080,'0'-14'0,"0"4"1574,0 1-88,0 6-1098,0-10 0,0 13 0,0 2 0,0 9 1610,0 6-1592,0 8 0,0-1 0,-1 8 1177,-4 1-1491,4 0 0,-7 0 0,5 0 0,-2-3 0,2-3-964,1-3 545,-4 0 0,4-2 1,-3-3-1713,4-3 1594,1-2 0,1-8 1,4-6-1017,5-8 1207,2-11 1,7-3-1,2-6 38,1-1 286,2 1 1,-1-5-1,-1 1 1,0 4-1,-1 4 335,0 3 683,-9 2-639,1 12-313,-12 0 0,4 7 1,-11 3-1,-8 5 0,-8 6 774,-5 2-919,5 0 0,-5-2 1,5 1-383,-1-1 160,3 0 1,6-1-1,-1-2 1,1-3-1,2-1-837,2 1 850,4-5 1,6 10 24,0-3 270,0-4 0,8 5 1,4-5-1,7 2 1,2 2 1682,-1-2-1441,6 4 1,-9-9 0,7 5 592,1-1-857,2 4 0,1-10 1,1 4-1,-1-3 1,1-2-97,-1 0-121,0 0 1,1-7 0,-2-2-42,-4-4-56,4-1 1,-9-2 0,4-1 0,-2-4 0,-4 1-643,-5-1 876,2-4 1,-12 4 0,4-2-287,-3 4 390,-2 3 0,-7 3 0,-4 4 0,-4 4 0,-6 3 292,-1 2-305,-2 7 0,2 2 1,2 10 66,-1 5 102,12 3 1,-9 1 0,12-1 0,0-2-1,-1-1 1010,4 1-1174,8 2 1,4-5 0,10-3-817,5-3 398,3-8 1,3 3 0,1-6 0,3-2 0,-1-3-1740,2-5 1088,-5-3 1,0-8 997,-7-3 0,-10-16 0,-2-9 0,3-5 0,0-1 0</inkml:trace>
  <inkml:trace contextRef="#ctx0" brushRef="#br0" timeOffset="6">23773 5829 8361,'0'-14'1002,"0"6"1,0-5 0,0 4 1413,0-4-2101,0 5 1,-2 2-1,-1 7 1,-2 4-1,0 6 1,1 5 1339,-1 3-1647,0 6 1,3-9 0,-1 4 0,-1-1-1,0 2-358,3 1 1,1-9-55,0 1 1,6-3 0,4 2 0,4-4-1958,5-4 2038,-3-4 0,9-2 0,-5-4 0,3-4 0,0-4-877,-1-1 1416,5-7 0,-11 1 1,3-4-223,-3 5 646,-2 3 0,-1 2 0,-4 0 586,-4 0-927,-4 6 0,-1 8 0,0 11 439,0 6-469,-6 5 1,3 8-1,-5 2 1,0 3-1,2-1 529,0 1-667,-6 5 1,9-6-1,-5 6-26,2-2-299,1-7 1,1 4 0,-3-7 0,1 1 0,-2-2-853,0-4 866,-1-2 1,-1-7 0,1-1-811,-2-4 843,-2-2 1,-1-7 0,0 0-1,-1-2 1,1-3-469,0-4 689,0-10 1,4-3 0,2-7-378,2 1 197,1-7 1,7 4 0,1-6 0,5 2 0,3 4-295,5 1-120,7 1 1,1 1 0,11 0-382,8-1 630,-1 1 0,9-1 1,-5 2-1,1 2 0,-1 3 266,-2 1 301,-14 3 0,-3 10 920,-13 3-540,-6 3-201,-8 9 1,-3 1 0,-7 6 299,-1 0-389,-1 6 0,-3-2 0,1 6 0,0-1 1,0-1 311,0-3-700,6 3 0,-3-6 0,6 3-134,2-3 36,1 5 1,2-10 0,2 3-1,2-3 1,6-3-859,3-4 762,7-2 1,2-4 0,7-2-709,-1-6 725,7-2 0,-5-9 0,3-3 0,-3-2 0,-3-3-10,-3 1 232,-4-7 1,-12 5-1,-3-3 142,-4 3-164,-1 8 0,-8 1 0,-6 8 0,-8 4 0,-5 4-41,-1 4 209,-1 1 0,1 8 1,1 4-66,3 6 1,-1 2 0,6-3 0,3 2-115,5-1-12,5-2 0,1 3-340,1 0 277,5-1 0,9-8 0,9-2 1,4-2-1,4-3-155,2-1-19,5-2 0,-4-6 0,5-2-269,0 0 578,-5-5 1,5 7-1,-9-5 1,-2 3-1,-3 2 453,-1 2 0,-10 3 0,7 2-58,-12 4-223,0 3 1,-7 11 0,-3 0 0,-4-2-1,-2-1 338,1-2-452,-2 1 0,10-1-968,-3 0 440,4-6 0,2 3 0,4-6 0,4-4 0,4-4-1842,1-6 1962,7-4 0,-1-8 0,6-2-8,-3-4 0,-4 3 1,3 1-1,-1-3 354,-4-1 7,-1 5 1,-2-3 1019,1 6-605,-7 6 1,-2 9 0,-6 8 1362,0 6-1601,0 3 1,0 2 0,0 3 578,0 1-716,0 0 1,6-5 0,4-2 0,2 0 0,2-3 252,1 2-612,5-5 0,1 1 0,4-7-91,-1 0 0,-5 0 0,3 0 0,-2-2-389,-2-3 568,-2 4 0,-7-6 321,0 7-94,-5 0 0,0 0 0,-8 0 386,-6 0-251,-2 0 1,2 0-333,1 0 1,-1 0-367,-4 0 178,6 0-143,2 0 0,6-1-91,0-4 305,0 4 314,0-6 10,6 7 261,2 0 0,1 0 42,1 0 0,-7-1 183,2-4-269,3 3 314,-7-4-30,12 6-36,-12 0-109,6 0 0,-6 0-178,4 0-136,-3 0-751,4 0 59,-6 0-8452,0 0 9023,0 6 0,-25-10 0,-7 2 0</inkml:trace>
  <inkml:trace contextRef="#ctx0" brushRef="#br0" timeOffset="7">25066 5800 8033,'-8'-14'484,"2"6"0,5-3 0,-3 5 1397,0-2 0,-1 3 2,5-4-1383,0 6 1,0-2 0,0 10 0,0 4 1470,0 4-1714,0 1 1,0 0 0,0 2 70,0 3 0,0-3-376,0 3 1,0-4 0,0 0 0,0-1-656,0 0 438,0 0 0,0-4 0,0-1-858,0 2 539,0-4 445,0-1 1,0-8 0,0-2 0,1-6-339,4-3 394,-3-7 1,10-2 0,-1-8-131,7-3 166,-2 3 1,11-10 0,-4 7 0,4 1-1,1 4-221,1 4 152,-7 4 1,3 7 0,-4 4-872,1 4 692,-5 3 0,-1 2 0,-8 2 0,0 3 1,-2 4-1280,1 4 543,-3 1 1,-5 0 1030,-4 0 0,-22 20 0,-11 3 0</inkml:trace>
  <inkml:trace contextRef="#ctx0" brushRef="#br0" timeOffset="8">26687 5573 7913,'8'0'953,"-2"1"1,-6 4-1,0 6 1,0 5 1757,0 3-2557,-6 0 1,-7 0 0,-7 1 0,-2 1 0,-4 1 0,-2-1 0,-4-1-145,-1-2 1,-6-3-375,1 0 1,2-8-1,-1-2 1,2-3-132,4-2 1,7-7 258,5-2 0,10-8 0,4-4 1,7-1-777,7-3 1118,7-2 0,12 5 1,2 3-1,2 3 1,1 3 628,-1 4-496,4 2 1,-6 9 0,3 3 103,-3 4 1,-3 5 0,-2 4 0,-3 2 455,-1 3-562,-2 0 0,-6 4 0,-2-2-62,-2-1 0,1-7 0,4 2 0,0-4-404,0-6 210,0-3 0,2-1 1,2 0-273,1-2 250,6-8 0,-8-7 0,5-9 0,0 1 0,-1-3 102,0 1 46,-9-1 1,-6-1 0,-6 0-68,0-1-130,0-2 0,-7 5 0,-8 3 0,-8 3 0,-9 4-799,-6 2 450,-3 4 1,3 7 0,2 4-420,1 5 1,-3 2 0,5 4 0,3 1-985,5 2 744,4 7 1098,13-4 0,27 31 0,13 8 0</inkml:trace>
  <inkml:trace contextRef="#ctx0" brushRef="#br0" timeOffset="9">27881 5559 8026,'0'-10'1308,"-1"1"1028,-4-2-2038,-3 4 0,-6 1 0,-2 6 0,-1 0 0,-4 0 0,1 2 0,-1 2 121,4 6 1,-4 2-1,2 3 1,2-1-411,1 0 12,8 7 0,-3-6 0,6 4-109,2-3 1,0 5 0,0 1 0,-2 0-173,2-3 113,2 3 1,1-6 0,0 4 53,0 1 0,0-5 1,1 1-1,2-4-245,2-4 308,0 1 0,-5-1 4,0 1 1,-2-7 0,-3 1 0,-4-2-87,-4-2 29,-1 0 1,-6 0 0,-4-2-626,-3-2 604,-1 2 0,-1-11 1,1 4-1,1-4 1,2 1 39,1 2 88,6-2 1,3 5 515,5-2-358,7-4 0,-2 12 0,10-6 0,5 3 0,2-1 713,2 2-554,1 1 0,0 2 0,3 2 432,1 2-623,0-2 0,-10 11 0,1-5 0,-1 1 0,1 0 511,-1 3-731,1-6 0,-1 6-410,1-2 1,-1 3 0,5-1-487,0-2 241,7-4 0,-5-6 0,4 0-322,1 0 809,-5 0 0,10-2 0,-2-2 0,3-7 0,1-5-356,1-3 621,-7 0 1,3 0 0,-6 0 53,-1 2 514,-3-5 0,-5 10 1,-2-2 1066,-2 2-1278,-1 5 0,-5 3 595,0 8-715,-6 4 1,4 6 0,-4 1 0,1 0 0,-1 3 552,-2 1-741,5 0 0,-4-3 0,6 1-540,-4 2 73,3 0 1,-4-5 0,6 0-1008,0 0 849,0-6 243,0-1 1,0-18-1,2-4-48,2 0 401,4-8 0,3 1 0,2-4 630,3 2-463,1-3 1,-3 11-1,1-3 1,0 2-1,3 1 1015,1 2-941,0 3 1,-5 11-59,0 0-171,0 0 1,-4 6 0,-2 4 0,-2 2 0,-3 4 330,-1 3-542,-2-3 1,0 4 0,0-4-180,0 3 0,0-8 0,0 3 1,0-1-751,0 0-450,0-6 1129,0 0 285,0-7 0,0-2 0,1-4-396,4-8 643,3-1 1,6-5 0,0 6-110,1 0 298,-1-1 0,5 1 0,0 1 1,-2 2-1,-1 3 796,-2 2-971,0 1 0,1 5-48,-1 0 0,-6 2 1,-2 3-1,-1 4 271,-1 4-513,1 1 1,-5 0-1,2-1 105,3-4-437,-4 4 1,12-7-1,-4 4 1,4-5-935,1-4 1201,0-1 0,0 0 0,2-1-211,3-4 348,-3-3 0,11-6 0,-3 0 1,1-2-1,0-2 368,-1-1-221,0 0 0,-2 10 1,-2-1 371,1-1 0,-5 5 113,2 1-334,-8 4-84,3 1 175,-12 0-198,5 0-91,-6 0-257,0 0 0,-6 0-196,-3 0 374,-4 0 1,-3 0 0,-1 1 71,-2 4 0,0-2 0,5 7 0,-2 1 173,-3 1-159,3 3 1,0-1 0,7 0 23,-2 0 1,0 1 0,1-1 79,6 0-312,2 0 1,4-4 23,2-1 0,4-6 1,6 2-1,2-5-355,3-5 467,3 4 1,0-12-1,-1 4 14,0-4 0,-6-1 1,4 1-1,-3 2 526,-2 2-124,-6-1 1,3 1 540,-6-1-795,0 7 0,-5-2 132,0 10 0,0-2 0,0 7 73,0 1-265,0 1 1,1 3 0,4-3-134,5-2 0,-3 1 0,3-7 0,3 0-671,4-3 584,-1-1 0,6 0 0,-5 0-100,2 0 1,6-11 0,-1-3 0,3-3-325,1-4 589,-5-1 1,2-7 0,-6-1-112,-2-3 0,-1-2 0,-2-4 0,-1 3-118,-4 1 261,-2-5 0,-7 10 0,0-1 399,0 6 0,-2 10-380,-3 11-55,4 2 0,-12 13 0,4 5 233,-4 4 0,3 6 1,1 5-1,-2 4 371,-2 1-436,5-4 0,-3 3 0,7-5 612,0 3-713,-3-3 1,5 0-1,-3-6 1,5-1-1,5-1-292,4-3 203,4-3 1,3-8 0,3-3-115,5-4 1,2-1 0,4-1 0,2-4-912,1-4 871,7-10 0,-10 1 0,4-5 0,0-3 0,-1-1-454,-2-1 559,-7-7 1,-3 5 0,-7-5 107,0 1 1,-6 4 0,-3-3 0,-4 4 243,-1 5-230,-6 4 1,-2 7 0,-6 4 51,0 4 1,-1 3 0,1 2-1,-2 2 230,-3 3-312,10 3 0,-10 7 0,11 3 90,0 1 128,-4 6 1,10-4 0,-4 4 0,1-1-1,0 1 698,2 2-798,1-5 1,4 8-1,1-5-107,2 0 0,6-4 0,0 1 0,5 0-84,3 0-110,6-4 1,-3 1 0,7-8-1,-1-3 1,2-2-1234,3-3 1232,-3-1 1,0-4 0,-8-3-48,-1-4 0,3-4 1,-5-1-1,-2-2 40,-1-3 78,-2 3 1,-5-9 0,-1 5 99,-1-3 50,-3 6 1,-4-5 0,0 5 0,0-2 477,0 1-516,0 9 1,-6-2 22,-3 6 1,-4 0 0,0 7-87,4 3 51,-4 2 1,7 3 0,-4-1 0,4 2 0,1 2 250,1 1-145,-1 1 1,5-1-128,0 0 0,6 0 0,4 0 0,4 1-480,5-1 377,-3-6 0,10 3 0,-2-6-85,3-2 0,1-2 0,3-1 0,0 0-56,2 0 294,0-6 1,-9-2 0,0-6 155,1 0 0,-4-1 0,-4 1 294,-6 0 679,2 0-1012,-12 6 1,-1 2-1,-9 7 1,-4 4 137,-1 4-64,0 4 0,0 1 1,-1 0 372,1 1-500,0 5 0,4-4 1,3 3-1,0-3 1,2-4 384,-1-2-599,5 2 0,-6-8 392,7 5 1,0-7 208,0-2-740,7-13 1,-4-3 0,5-4 0,0-1 0,-2-1-359,0 0 443,5-5 1,-3 5 0,6-6 19,1-1 0,3 5 0,3 2 1,0 2-280,-1 2 339,5 3 1,-3 7 0,5 3-257,-3 3 1,1 2-1,-6 0 1,-1 2-1788,-3 3 1471,0 3 1,-1 1 0,-1 1 654,-4 1 0,-41-18 0,-15-2 0</inkml:trace>
  <inkml:trace contextRef="#ctx0" brushRef="#br0" timeOffset="10">21682 7279 8030,'0'-10'3942,"0"1"-3216,0-1-465,0 2 1,0 4 0,0 8 0,0 6 0,-1 3 0,-2 2 0,-2 4 1497,2 5-1651,1-3 0,-2 5 1,-1-2-1,2 1 1,-1 1 444,0-3-630,2-5 0,-4 2 0,6-6-477,0 1 1,0-6 48,0 1 398,0-7 1,0 2 0,1-12 0,3-7 0,2-7-420,2-1 532,-5-11 0,8 10 1,-5-12-171,2 0 416,-5 5 1,5-5-1,-5 7 1,2 1 0,0 3 934,1 5-809,-4 4 0,4 3-268,-6 8-19,0 5 0,0 20 0,0 4 647,0 7-565,-6-2 0,4 11 0,-4-5 0,1 2 0,-1-2 392,-2-1-698,5-2 1,-4-6 0,7-3 0,-1-5 0,-2-3-621,-2-2-1656,0 0 1423,5-6 258,0-2 1,2-7 0,3-4 0,4-5-2147,4-2 2193,1-2 0,2-5 681,3 0 0,16-34 0,9-14 0,-11 20 0,0 0 0,0 0 0</inkml:trace>
  <inkml:trace contextRef="#ctx0" brushRef="#br0" timeOffset="11">22123 7194 8111,'0'-8'4130,"0"-5"-3373,0 11-256,-6-4 0,3 6 0,-7 2-4,-1 2 1,-6 4-1,-2 8 1,0 3 720,-2 5-964,6 3 0,-6 1 1,7 0 515,0 1-706,-1 6 1,3-5 0,2 1 0,6-4 0,2-3 185,2 1-459,0-4 1,6-2 0,4-10 45,2-4 0,7-4 0,2-1 0,1 0-366,3 0 485,-4-12 0,4 2 1,-6-9 248,-2 3 0,-5 1 1,-5-3-1,0-2 103,-4-2-473,-2 4 1,-2-7-1,-5 6 1,-7 2-1,-6 2-1109,-3 6 153,4 3 1,-8 6-1,4 0-336,-1 0 796,-3 6 0,10 7 1,-3 7 660,3 2 0,21 46 0,-1-26 0,1 0 0</inkml:trace>
  <inkml:trace contextRef="#ctx0" brushRef="#br0" timeOffset="12">23943 6938 7826,'6'-23'803,"-4"3"1,3 6 1901,-4 0-2179,-1 6 1,-1 1 0,-4 9 0,-4 3 0,-6 6 158,-4 6 0,2 0 1,-7 9-1,-1 2 600,-2 4-1066,-1 7 1,-1-2 0,-1 5-11,-3 1 0,2 4 1,-7 2-1,-2 2 239,-1 2-342,-2 9 1,-4-3 0,0 2-1030,1-2 964,2-3 1,4-5 0,5-5 0,8-7 0,7-6-986,7-3 608,-1-1 0,11-7-1367,-7-3 1,7-8-2050,-1-1 3154,8-7 1,4-2 0,6-7-925,1-2 1,4-1 1731,-1-6 0,39-37 0,-26 21 0,0 1 0</inkml:trace>
  <inkml:trace contextRef="#ctx0" brushRef="#br0" timeOffset="13">24469 7122 7941,'-6'-14'399,"4"6"0,-6-4 0,5 2 0,-2-2 1,2-3-1,3 1 2177,5 0-2472,3 0 0,8 1 0,3 2 1,4 3-1,4 2 0,2 3 0,-1 1 596,1 2-669,-1 0 1,-4 2-1,-1 2 1,0 6 0,-5 2-1,-5 4 1,-3 2 136,-3 1 31,-3 6 0,0-8 1,-8 5-94,-6-1 0,-2-1 0,-3-2 0,1 1-105,0-2-7,0-1 0,-1-7 1,1-1-112,0-1-104,6 4 0,-3-8-344,6 6 756,7 1 0,6-2 0,6-4-33,0-2 1,0 3 0,1-1 0,-1 1 478,0 2-456,0-6 0,-1 7 184,-4-3 1,-2 3 305,-7 6-670,-7-6 1,-2 0 0,-8-5-399,-2 2 1,-5 1 0,3-3 0,-1 2-2406,-3-2 1780,4-1 1,1-2-1,6 0-2075,-1 0 3097,1 0 0,32-26 0,7-5 0</inkml:trace>
  <inkml:trace contextRef="#ctx0" brushRef="#br0" timeOffset="14">24967 7122 7941,'0'-14'303,"6"0"0,-3 0 1928,7 0-1725,-7-1 1,10 6 0,-4-1 0,4 1 1239,1 1-1389,0 2 0,-4 6 0,-1 0-162,2 0 0,0 1 0,0 4 0,-3 4-126,-2 4-92,6 1 1,-11 1 0,4 0 95,-4 4 19,-1-3 0,-6 11 0,-3-3 0,-4 1 1,-1 0 132,0-1-176,-1 0 0,1-1 1,0-1-64,0-1 0,4-2 0,2-5 259,2 0-151,1 1 1,12-8-1,4-2 27,6-3 0,5-2 1,8-2-1,2-1 144,1-2-258,0-6 0,-5 8 0,-1-5-383,-3 2 0,1-4 1,-7 4-1004,-6-2-508,-4 5 764,-8-3 1,-1 7-1,-4 2-309,-5 2 1432,-9 6 0,-47 3 0,24-3 0,0 1 0</inkml:trace>
  <inkml:trace contextRef="#ctx0" brushRef="#br0" timeOffset="15">22791 6653 8441,'-52'0'5,"0"0"1,0 0 0,2 2 0,2 1 0,2 3-1,1 1 483,-3-1-476,-12 5 1,13-5 0,-10 5-1,2-1 1,-1 1 0,-1 2 0,2 1-1,3 0 1,5 0 138,2 0-137,3-6 1,-3 7 0,-2-3 0,-5 6 0,-3 1-2,-2 1-13,0 2 1,-5 2 0,1 0-31,1 1 0,9 0 11,8-1 0,7 3 0,8-5 0,-1 1 5,1 1 47,6-6 1,1 8 0,7-3 0,1 0 0,2 1 7,2 1 6,6 2 0,-4 1 1,7 1-14,0-1 0,0 1 1,0 1-1,2 1 45,3 3-27,2-1 0,8 1 1,-1 3-37,0-1 1,0 0 0,1-2 0,-1 2 74,0 0-71,7 5 0,-4-9 1,5 4 50,-1-1 0,4 3 0,-1-3 0,2-1 343,3 1-359,6-2 0,-4-6 1,9-2 166,4-1-209,5 0 0,9-2 1,4-3-1,4-3 1,5-2-290,5 0 229,-3 0 0,-32-7 0,2-1 0,-3 0 0,0-1-11,2 0 0,0 0 0,3-2 0,2 1 0,-2 2 0,1 0 0,-1-2 0,0 1-39,-2 1 0,0-1 9,1-2 1,0 0 0,0 3 0,0-1 0,4-1 0,-1-1 68,1 1 1,1 0-1,-3-3 1,-1 1-1,1 1 1,0 0-1,0 0 1,-1-1 40,3 0 1,-1 1-14,2-1 0,0 0 0,3-1 0,0-2 0,1 1 0,-1 0-1,-1 1 0,0-2 1,1-1-1,-1 0 1,2-1-1,0-1 0,5 1 1,1 0 7,6 0 1,1 0-179,-5-3 1,1 1-1,11 1 1,0 0-1,-7-3 1,0-1 176,4 1 0,-1 0 0,0 0 0,0 0 0,-2 0 1,0 0-1,-2-1 0,-2 0 22,-4-1 0,-1-1-43,-3-1 1,-1 0-1,-5-1 1,0 0-1,-1 0 1,0-1-2,0-2 1,-1 0 0,-3 1 0,-1 0 0,1-3 0,-1-1 0,-3 1 0,0-1-8,-1-1 1,0 0 14,-1-1 0,-1-1 0,28-22 0,-5 1 10,-6-1 0,-5-4 0,-6-2 0,-1-2 180,1-2-169,-7-3 0,-6-2 0,-8-2 65,-1-2 1,-8-1-1,-9 5 1,-5 1-499,-9 6 533,-12-1 1,-16 1 0,-11-5-132,-8-1 0,26 30 1,-2 2-1,-5-2 1,-2 1-1,-2-1 1,-3 1 107,-3-2 1,-2 0-116,-5 3 1,-2 0 0,-5-2 0,-2 2 0,-3 2-1,0 2-65,-1-1 0,0 2 1,-1 3-1,-1 0 1,-3-2-1,-1 1 0,-2 1 1,0 0-214,-1 1 1,-1 0 225,3 1 0,0 0 0,4 1 0,0 1 0,4 0 0,1 1-22,1 0 0,1 0 0,-1 3 0,0 1 1,0-1-1,1 0 0,-1 3 0,0 1-240,2 2 1,0 2 285,4 2 0,-1 2 1,-3 1-1,0 2 1,1 3-1,-1 1-75,-3 1 1,1 2 0,6 2 0,1 3 0,1 0 0,2 2 0,4 0 0,2 2-385,4 1 1,0 2 359,2-1 0,-1 2 0,3 2 0,0-1 0,3 0 0,1-1 143,3-3 0,1 1 0,-32 22 0,7-2 0,7-1 0,9-4 0</inkml:trace>
  <inkml:trace contextRef="#ctx0" brushRef="#br0" timeOffset="16">21526 8843 7725,'0'-15'317,"0"1"1,5 5-1,0-1 316,-2-1 1291,-2-1 0,-1 2-1393,0 1 0,5 7 1,0 2-1,-2 8 1,-1 6-1,-2 5 600,0 5-1053,0 3 1,0 1 0,0 0-1,0-1 1,0-1 284,0-3-462,0 1 1,0-2 0,0-3 0,0-3 0,0-2-545,0 0 513,0-6 0,-2 3-83,-3-6 1,4-2 0,-4-8 0,5-4-501,5-4 332,3-7 0,7-2 0,3-7 194,1 1 1,0 6 0,-5 3 0,0 3 439,0 2-209,0-1 0,1 6 1,-1 1 295,0 2 1,-4 1 0,-2 7 471,-2 2-575,5 4 0,-10 6 0,4 1 118,-3-1 1,-1 0 0,3 0-1,0 1 64,-1-1-485,-1 0 1,0-5-51,2 1 0,-1-5 0,7 3-144,1-2 210,-5-1 0,7-7 1,-5-3-59,0-4 0,3-4 1,-5-3-1,2-1-89,3-2 95,-5 0 0,1 0 0,-7 0 4,0 2 0,0 1 0,0 2 0,0 0-60,0-1-220,0 7-372,0-4 1,-2 10-62,-3-2 414,4 8 1,-10-1-272,6 7 0,0-5 1,7 4-317,3 2 722,3-4 1,1-1 0,2-6 42,5 0 0,-2 0 0,5 0 0,-2 0-134,2 0 425,-3 0 1,3-2 0,-8-1 222,-1-2 0,-1-1 0,5 3 2183,1-2-977,-8-6 474,0 9-1007,-7-4-797,0 6 0,0 2 1,-2 2 23,-3 6 1,2 7-1,-5 2 1,1 0 160,-1 2-415,4-5 1,-2 9 0,6-6-147,0-2 1,0 4 0,0-2 0,2-2-831,2-1 659,4-2 1,8-1 0,3-4 112,5-4 0,3-3 0,1-4 0,-1-3-457,-3-4 765,3-4 0,-5-7 0,4-4 156,-2-3 0,-5 3 1,-9 1-1,-6-3 352,-2-1-439,-2 5 1,-6-3 0,-4 8 27,-2 4 0,-9-1 0,-3 6 1,-3 0-12,-1 3-94,6 4 1,-3 2 0,6 2-68,1 2 1,2 5 0,2-4 0,2 2-429,2 3 48,4-5 0,6 7 1,0-4 105,0 4 0,6-3 1,5-1-1,5 0-564,3-1 772,6-1 1,-1-7 0,8 0-23,1 0 0,0 0 0,-5 0 1,1 0 835,-1 0-569,1 0 1,-6-2-1,-1-1 614,-1-2 0,-2 0 1,-5 5 900,0 0-1268,-6 0 1,-1 2 28,-7 3 0,0-2 0,0 6 43,0 2-380,0 2 0,-5 1-55,0 1 1,-4-6-450,4 1 148,0-7 1,4 3 0,-3-4 218,0 2 0,-1-4 39,5 0-251,0 0 0,0-12 1,0 2-3,0-2 1,6-7 0,4-2-1,2 1-161,3-1 332,-1 2 0,0 5 0,0 0-200,0-1 1,1 3-1,-1 1 1,0 3-1558,0 1 1218,1 3 0,-6 4-284,0 0 1,-1 1 0,2 4 914,-5 5 0,-4 21 0,-1 7 0</inkml:trace>
  <inkml:trace contextRef="#ctx0" brushRef="#br0" timeOffset="17">22891 8672 7725,'0'-14'404,"0"0"1,0-1 2072,0 1-885,0 0-1322,0 6 1,0 3 0,0 10 0,0 6 0,0 5 1697,0 3-1678,0 12 0,0-7 0,-2 9 0,-1-1 0,-1-1 833,0 3-1002,3-1 0,-1-2 0,-1-1-195,-2-3-25,1-1 1,4-4-1,0-2 1,0-1-392,0 0-319,0-6 1,1-7 315,4-6 0,3-11 0,6-5 1,2-4-1219,3-6 1434,-3 0 1,9-8 0,-5 0 101,2-3 1,1 7-1,0 0 1,-4 5 171,-3 0 37,-2 4 1,-6 5 134,-3 7 0,-4 7 1,-2 1-223,-4 4 429,-3 8 1,-12-3 0,-4 8 183,-3 3 1,0-4 0,2 4-1,3-4 883,1-6-1342,2 4 0,0-5-94,1 6 1,3 0 0,7 0-144,2 0 69,8 1 1,2-1 0,9-1 6,3-4 1,3 4-1,-2-5 1,2-1-98,-1-2 57,4 3 0,-7-5 0,4 5-130,-3-2 0,-2 1 1,1-4-726,-1 2 590,0-1 0,0-4-288,0 0 0,2 0 0,0-1-422,-2-4 957,4-3 0,-10-1 0,7-2-18,4-5 1,-3 2 0,5-7 0,-2 2-240,0 0 581,0-6 0,-10 9 0,-1-3 581,-2 3 0,-1 7 1352,-5-1-1559,0 7 1,-2-3-232,-2 6 1,-4 6 0,-6 4 0,-1 2 195,1 3-456,6-7 1,-3 4-1,6-2-90,2 2 1,0 2-1,0 1-297,-2-1 5,0 0 1,5-4-322,0-1 0,7-1-535,2 1 664,-2-2 0,-1-6-1714,-6 4 757,0-3 1442,-6 4 0,-59-31 0,22 9 0,0 0 0</inkml:trace>
  <inkml:trace contextRef="#ctx0" brushRef="#br0" timeOffset="18">23389 8942 7681,'-8'-14'404,"-5"6"0,10-5 0,-5 4 0,0-4 861,0-1-1043,5 0 1,-10 6-1,6 2 1,-3 1-1,1 0 505,-2 2-222,4 1-282,-5 2 1,10 2-110,-3 3-100,4-4-212,1 6-264,0-7 342,0 0 1,4-2-26,1-3 175,0 4 1,-4-6 0,3 6 52,0-4-54,1 3-35,1-4-40,-4 6 28,4 0 62,-6 0 0,0 6 0,0 4-56,0 3 88,0 1 0,0 0 0,0 2 0,0 1 1,0 2 186,0-1-234,0 4 0,0-5 0,2 5 61,3-1 1,-4-2-1,4-4 1,-3 3 177,-2 1-330,0-7 0,0 1 120,0-3-398,0 2 0,-2-4 0,-3-3 0,-4-4-1146,-4-1 444,-1 0 1,0-1-1018,-1-4 2059,1-3 0,13-25 0,2-5 0</inkml:trace>
  <inkml:trace contextRef="#ctx0" brushRef="#br0" timeOffset="19">24156 8885 7681,'-1'-14'1086,"-4"0"-570,-4 0 0,-4 1 0,-1 3 0,0 6 1551,-1 2-1733,1 2 1,-5 0-1,0 0 1,2 2-1,1 4 864,2 8-1099,0 1 0,-1 10 0,1-5-10,0 2 1,6-3 0,2 5-1,1 0-129,0-2-31,0-2 0,12-5 1,2-1-822,4 0 653,1-6 1,7-2 0,2-6 0,4 0 0,3-1-991,3-4 827,-3-9 1,5-2 0,-8-5-406,-3 1 808,3 4 1,-12-11 0,3 5 0,-7-2 0,-6 2 8,-4 2 342,-1-5 1,-8 9 0,-4-2-73,-6 7 60,-13-1 0,7 10 1,-9-3-1,4 4 1,4 2 670,1 4-849,7-3 1,-4 9-1,7-5-115,0 2-355,6-5 1,2 5 0,7-5 0,4 3-578,5 2 763,9-4 1,-1 2 0,9-6-399,3 0 450,2 0 1,-4 0 0,1 0-1,-1 0 1,1 0-38,-1 0 456,-6 0 0,4 1 0,-8 4 976,0 5-1016,-9-4 1,2 7 0,-6-4 0,-2 4 0,-1 1 913,-2 0-1012,0 0 1,-2-1-1,-1-2 211,-2-1-702,1-7 0,-3 3-241,-2-6-36,3 0 1,-1-2-606,7-2 866,0 2 0,0-11 0,0 4 0,2-4 0,1-1-807,2 0 960,6 0 1,-3 4 0,6 2 283,0 2-31,-6 1 1,5 5 0,-4 0-1,4 0 1,1 0 1443,0 0-1264,0 0 0,1 7 1,-3 2 523,-2 4-619,2 1 0,-5 0 0,4 0 0,-2 1 0,2-1 530,2 0-918,-5 0 0,4-4 0,-2-2 184,3-2-320,1-1 0,0-5 0,2 0 0,1 0 1,2-2-847,-1-3 780,-3-9 0,4-3 0,0-7-347,-1-1 607,-3-2 1,0-3-1,-3-2 1,-2-2-1,-6-1-110,-2 0 220,-2 2 0,0 4 0,-2 4 406,-2 6-167,2 0 0,-10 18 0,2-4 0,-3 3 525,-1 2-694,0 0 0,0 7 0,1 2 547,4 4-363,-4 1 1,10 2-1,-5 1 1,0 4-1,2-1 1090,-1 1-898,3 4 0,4-4 1,0 4 303,0-1-666,0-1 1,0 1 0,0 0 0,1-1 0,4-1-80,4-3-79,4-3 1,-3-2-1,-1-1 134,2-3-497,2 2 0,3-10 0,1 2 0,2-2 1,0-4-1309,1-2 1536,-4-4 0,5-8 0,-7-1-394,0-2 611,0-7 1,1 11 0,-3-4-1,-2 3 1,-4 2-104,0-1 230,-4 8 550,4-6-505,-6 11 1,0-2 0,0 8 0,0 6 987,0 2-964,0 3 1,0-1-1,0 0-2,0 0-254,0-6 0,5 5 1,1-5-1,4 1 1,4-1-582,3-2 458,2-1 0,-4-5 0,0 0-293,4 0 345,-3 0 1,5-6 0,-7-4 203,0-2 520,-6-2 1,3 4-217,-6 1-319,-1 5 0,-5 0 581,-4 8-439,4 4 0,-10 8 0,6 3 537,2 5-457,-5 3 0,5 7 0,-5 4 0,1 2 1,4-1 841,2-1-999,-6 0 0,6-2 0,-6-1-40,1 0 0,3-10 1,-5 2-1,0-5 99,0-4-115,5-9 0,-10-3 0,4-6-178,-4 0 1,-2-1 0,-4-6 0,-5-5-738,-3-6 95,5-7 1,-3 1 0,6-7-128,1-2 0,7 0 1,3 6-1,2 1-1349,3 3 1256,1 12 1,4-8 989,3 9 0,53 10 0,19 2 0</inkml:trace>
  <inkml:trace contextRef="#ctx0" brushRef="#br0" timeOffset="20">26019 8601 7715,'0'-14'596,"1"6"1,3 2-1,0-1 1,0-2 1434,-3-4-1639,-1 5 1,-6 0 0,-4 5 0,-2-2 0,-3 2-18,1 2 0,-5 1 0,-1 1 0,-1 4-44,1 4-198,1 4 1,0 3 0,-2 3 45,-1 5 0,5-2 0,-4 3 0,4 3 473,3 4-513,-4 1 0,12 0 0,-4 2 14,6 1 1,-3 1-1,3 2 1,0-2 99,3-3-240,7 6 1,-4-15-1,3 3-89,-4-1 0,-1-5 0,0 1 0,0-3-396,0-3 50,0-7 0,0 3-2181,0-4 579,0-3 949,0 1 1,0-9 331,0-3 0,-5-4 0,-1-8 0,-2-4-686,-3-1 1315,-2-2 1,-1-4-1,0-1 114,0 1 0,-5-5 0,-2 1 0,1 4 0,-1 2 112,2 9 1,5-4 0,1 7 1095,4 0 1,1 6 1137,3 3-1988,4 4 1,1 1 0,9 0-58,4 0 0,6 0 1,1 0-1,2 1 274,4 4-575,-6-3 0,7 4 0,-5-6 79,0 0 0,4 0 0,-6 0 0,1 0-177,-1 0 69,-7 0 1,0 2 0,-4 1 64,4 2 1,-4-1 177,1-4-155,-7 7 0,3-4 0,-6 6 117,0 2 1,0-3-1,2 2 1,1 1 130,2 1-281,-1 3 1,1-1 0,1 0-44,2 0 1,2 0 0,4-1-1,0-2-421,0-1 249,1-7 0,-1 8 0,0-6 108,0-2 0,5-2 0,0-2 0,-1-4-174,-3-5 326,0-2 0,-1-2 1,-2-1 103,-2 1 1,1-5 0,-6-1 0,-2-1 271,-2 1-312,-1 1 0,-7 6 1,-8 2 17,-7 2 0,-5 1 0,-1-2 0,-1 5 122,1 4-201,0 1 0,4 1 1,2 3-58,1 0 1,2 6 0,5-4 0,1 2-362,4 3 139,-4-5 0,13 7-128,0-4 0,3-2 225,12-2 0,-3-4 1,12-1-1,1 0-501,2 0 492,2 0 1,-1 0 0,-1-1-1,-2-3 1,-3 0 43,-1 0 78,4-3 0,-8 5 0,6-4 359,-3-1 0,-1 6 0,-5-4 812,1 3-913,-1 2 1,-5 2 32,1 3 1,-7 3 0,3 4 0,-1-1 434,0-1-716,-1-7 1,-4 10-351,0-4-335,0-3 482,0 7 234,0-11 0,0 2 0,0-8-22,0-6-310,0-2 1,5-3 0,1 1 99,2 0 1,7 4 0,4 1-1,-1-1 487,3 3-146,-5 0 1,9 3-1,-6-1 63,-2 2 0,4 1 1,-2 4-330,-2 2 122,-7-2 0,-2 9 1,-5-5-520,2 2 0,-1-3 0,-4 4-1724,0 2 1505,0-4 1,-1 1-1,-4-5-817,-4 2 1,1 1 1543,-2-1 0,-18-16 0,-10 1 0</inkml:trace>
  <inkml:trace contextRef="#ctx0" brushRef="#br0" timeOffset="21">27156 8828 7131,'8'-6'5420,"-1"4"-4651,-7-4 196,0 6 1,0 2 42,0 2-936,0-2 1,-2 9-1,-1-5-106,-2 2 0,-1 0 0,3 3-360,-2-1-645,0-7 218,5 3 0,0-7 0,0-4 0,2-5-318,2-2 989,-2-2 0,12 4 0,-1 1 117,4-2 1,4 0 0,-2 1-1,3 4-71,0-1 221,5 6 0,-11-5 0,4 7 249,1 4 0,-6 3 1,3 6-1,-5 0 514,-4 0-533,-6 1 0,5 0 0,-5 3-159,2 1 1,1 0-1,-3-5-853,2 0 440,6 0 1,-8-6 90,7-3 1,-1-3 0,6-4 0,-3-3-298,-2-4 284,2-4 0,-4-3 0,6-1-478,1-2 555,-1-6 1,0 7 0,-1-4 0,-4 2 0,-2 2 558,-1 3-219,-5 0-98,6 1-197,-14 0 1,4 6 0,-6 5-1,-2 4 1,-2 7-183,-1 5 299,6-2 0,-5 11 0,5-5-18,1 2-4,0 0 0,7 0 0,0 0 0,0 0 0,2 0-366,3 0 141,2 0 1,12-9-1,2-2 8,1-2-107,-5 5 0,9-10 0,-6 4 0,2-5 1,2-6-689,-2-8 739,5-1 1,-10-7 0,6 3 24,-3-4 1,-3-4 0,-6-2 0,-3 1 241,-1 0 20,4 5 1,-10-2 29,4 6 722,-3 0 1,-4 11-135,-3 4-482,4 8 0,-6 9 1,6 8 1223,-4 1-1125,4-5 1,-6 8 0,7-6 0,0 0-1,0 0 418,0 0-618,0 0 0,0-5 1,0 0-118,0 1 21,0-7 0,2 3 0,1-5 1,3 0-123,2 1-326,-5-3 1,5-4-33,-3 0 444,-3 0 1,5 0 275,-2 0-218,-3-6 0,4 3-40,-6-7-45,0 1 1,0-5 0,0-1-1,-1 1 1,-3 0-901,0 0 655,-7 0 1,4-5 0,-4-2-535,2-1 591,6 5 1,-10-10-1,5 3 1,0-3 0,2-1-562,-1-1 673,6-5 0,-5 2 1,7-6-194,4-1 316,3 4 0,1 0 0,1 8 0,-1 4 0,1 5 960,-1 7-725,-6 5 0,5 7 698,-3 4-649,-3 9 0,4 13 0,-6 8 0,0 1 0,0 4 984,0 1-892,0 2 1,-5-1 0,-1 1 240,-2-1-487,5-5 0,-10 2 0,5-4 0,-1 0 0,1 0 643,2-4-871,-6-7 0,11-4 314,-4-5-2207,4-8 0,1-2-751,0-10 2264,0-2 0,0-14 0,0-3-181,0-3 0,0-1 1,-2 0-1,-1-1 652,-2 1 0,0 6 0,1 1 0,-1 7 0,2 0 0,-4-1 0,3 1 0,-1 0 121,5 6 1,3 7 0,5 5 0,6 1 1165,2 1-1065,6-4 0,-5 9 1,6-5-100,-3 2 0,4-5 0,-5 4 1,0-3 33,1 1-29,-10 0 0,9 1 1,-10 2 11,4 0 1,-5 5 0,-4-4-1,-2 4 604,-2 1-605,0 0 0,0 0 1,0 1 34,0-1 1,0 0-1,0 0-213,0 0-459,0 1 1,2-7 365,2-4 1,4-2-1,6-2 1,1 0-351,-1 0 321,0-6 1,-3-2-1,0-7 88,0 1 1,5 2 0,-8 1 0,1 1 510,1-1-328,-7 5 0,5-2 34,-3 3 0,-2 3 0,5-1 0,0 5 674,0 3-626,-5 6 1,8-8-1,-5 6 169,2 2 0,2 2 0,4 1 0,0-1 138,0-4-632,0 4 0,5-10 0,2 5 88,1-2 1,-5-1 0,2-5 0,-3 0-54,-2 0-59,1-6 0,-3-2 1,-1-6 30,-1-1 1,-7-3-1,2-1 1,-4 0-212,-1-2 259,-6 5 0,-4-3 1,-7 8 49,-2 2 0,0 1 0,3-2 40,-3 6-260,4 2-631,-6 2 288,7 0 549,12 0 0,10 0 32,16 0 1,-2 5 0,2 0 0,1-2-264,2-2 429,1-1 0,-1 0 0,-2 0-67,-1 0 139,0 0 1,-2 0-1,-3 0 1,-3 0 329,-2 0-391,-6 7 0,-2-4 164,-6 6 1,0 1 0,0 4 217,0 0-517,0 0 1,0 1 0,0-1-107,0 0 1,2 0 0,1 0-273,2 1 145,6-7 1,-4 3 43,8-7 0,1 1 0,1-5 0,2 0-66,-2 0 182,-1 0 1,-2-6 0,0-5 23,1-7 0,-6 1 1,-1-5-1,-2 1 152,-2 4-127,-3-5 1,-7 6 0,-4-3-2,-2 3 0,-9 2 0,-3 1 1,-2 4-6,-3 4 34,1 4 0,1 1 1,2 0-123,1 0 1,7 0-1,-2 1-75,3 4-91,8-3 0,3 9 1,10-5 54,4 2 1,6-5 0,4 3-1,4-1-256,4 0 381,1 0 1,6-5 0,-1 0 110,-2 0 1,-1 0 0,-3 0-1,-1 0 638,-3 0-534,-5 0 0,2 0 0,-6 0 359,1 0 1,-6 0 142,1 0-321,-7 0 1,3 6 18,-6 3 1,5 4 0,0 1 0,-1 0 366,3 1-474,-6-1 1,7 0-188,-3 0 1,1 0 0,5 1 58,-1-1-295,-7-6 1,5-2 205,-4-6 1,0 0-263,5 0 90,-6-13 1,8 4-1,-4-12-247,1 1 0,-4-4 0,6-7 0,1-4-1053,1-1 1223,3-2 0,-4-7 1,0 1 45,0 2 0,5-3 0,-7 14 0,2 4 44,-1 6 247,-4 6-167,-6 7 0,2 3 0,1 10 1,1 4-80,0 4 598,4 1 0,-7 5 0,4 0-102,-4-2 0,-1 4 0,0-1 1,0 1 903,0-1-998,7 6 0,-6-11 0,4 6-77,-3 0 0,-2-6 0,0 4-78,0-3-87,0-2 1,0-4-258,0-1 130,0-6 11,0 4 108,0-7 0,0-2 4,0-3-39,0 4 26,0-12-306,0 12 270,0-6 116,0 7 1,0 7 62,0 2 1,0-1 0,0 1-59,0 3 23,-7 0 1,6-2 0,-4-1-8,3 2 1,2-3-42,0 2-76,0-1-296,0-1 0,0 0-291,0-3 497,0-4-14,0 5 847,0-6-656,0 0 0,7-4-186,2-1 1,-1-6 0,2 1-1,1-4-558,1-5 398,9 3 0,-5-9 0,4 5 94,1-2 1,-5 4-1,1-1 1,-4 3-395,-4 2 248,-6 6 233,10-4 1,-13 12 0,0 0 931,-8 8-653,-11 4 0,3 2 0,-4 1-23,-1-1 0,5 0 0,-3 0 1,4-1 41,0-4-192,1 4 1,5-7 0,1 5-265,1-1 1,1-5-294,1 4 323,10 1 1,-3-2-1,12-4-490,0-2 253,0-2 0,5 5 0,0-1 0,-1-1 0,-3-1-1443,0-2 1122,-1 0 776,0 0 0,-6 6 0,-71 2 0,19-1 0,1 0 0</inkml:trace>
  <inkml:trace contextRef="#ctx0" brushRef="#br0" timeOffset="22">22763 9951 7681,'8'-14'357,"-2"0"0,-6 0 0,2 0 3705,3-1-3655,-4 8 1,5 2 0,-6 10 0,0 6 1294,0 6-1537,0-1 0,-1 9 1,-2-4-1,-2-1 1,2 2 103,1 0 0,2 0-242,0 2 0,0 1 0,0-6 0,0-1 188,0-2-610,0 4 1,0-9 0,2 3-1,3-3-1120,4-3 1247,10-1 0,-3-9 1,4-4-477,1-9 614,-5 1 1,6-13-1,-5 4 1,2-4-1,-3 0 92,-5 3 100,2-3 0,-7 12 0,5-4 1076,-2 3-374,-5 8 38,2-5-613,-6 18 1,0-3 0,2 14 840,2 2-802,-2-2 0,9 5 1,-5-5-1,2 1 1,3 2 547,2-2-959,1-7 1,0 1 0,2-5-14,3 2 1,-2-5-1,6 2 1,-3-5-897,-3-5 902,6-3 0,-8-6 0,4 0-10,-3 0 0,-6-1 0,-3 0 282,0-4-153,-2 3 1,-5-5 0,0 7 241,0 0-143,-7 6 1,4 2 0,-6 6-1,-2 0-473,-2 0 234,5 0 0,0 0 78,3 0 0,4 6 289,-4 4-211,10 2 0,3-4 0,7-2 145,4 1-157,-3-6 0,9 6 1,-4-7-1,1-2 0,3-3-215,2-4 184,2-4 1,-2-1 0,-2-2 94,-1-3 1,-7 2-1,0-5 1,-6 0-184,-6-1 149,-3 0 1,-2-4-1,0 2 289,0 1-197,-7 7 1,1 1-1,-5 8 1,2 2-1,-3 2 548,0 3-499,4 7 1,-3 2 0,5 8 328,-2 3-146,4-3 0,-2 10 0,6 0 0,0 4 1,0 3 1288,0-2-1068,0-1 0,0-1 1,0-1-180,0 1 1,0-1 0,0-1-1,0-3-459,0-5 106,6-3 0,-4-2 0,4-2-1141,1-2 555,-6-4 375,6-6 1,-6-1 0,2-4-371,2-5 0,0-2 1,-5-2-1,0-1-968,0 1 1219,6 0 0,-4 0 1,2-2-35,-2-3 0,3 2 0,-1-6 0,0 3-415,-3 3 748,6-6 0,-6 8 1,4-4-55,-4 3 1,4 2-93,0-1 579,0 1-636,-5 6 1,0 4-1,0 8-534,0 6 389,0 2 0,0 4-142,0 3 0,-5-3 1,-1 3 544,-2-3 0,-27 4 0,-11 2 0</inkml:trace>
  <inkml:trace contextRef="#ctx0" brushRef="#br0" timeOffset="23">23687 9553 7681,'-8'-14'995,"0"2"0,5 1 1282,-1 1-397,-8 7-581,11-3-924,-5 6-1884,6 0-783,0 0 1,4 6 2291,1 3 0,31 29 0,4 8 0</inkml:trace>
  <inkml:trace contextRef="#ctx0" brushRef="#br0" timeOffset="24">23844 9625 10648,'-8'-7'2244,"1"6"-1339,7-6-461,-6 7 0,4 2 1,-2 4-1,2 8 1,2 9 1606,0 3-1713,0 9 0,0 1 0,0 7 15,0 0 0,0-1 0,0 1 0,0 0 196,0-1-806,0 1 1,0-8-1,0-5-73,0-5 0,-1-9-2470,-4-2 2097,3-6 1,-6-10-1,5-4-613,-2-8 0,-4-2 0,3-8 0,-1-1-1349,1-2 2418,-5-1 0,9-1 0,-2 1 240,2-1 1,2 3 0,0 2-1,0 5-66,0 3 400,6 2 1,-2 5 0,5 1 387,2 1 1,2 3 0,1 4 0,0 0 1258,0 0-1568,1-7 1,0 6 0,3-4-296,1 3 0,0 1 0,-4-2 0,3-2-133,1 2 27,0-5 0,-10 5 7,1-7 0,-2 5-135,1-4 210,-3 6 1,-6-2 318,0 10 0,0 7 0,0 9 0,0-1 1187,0 1-1322,0 4 1,0-3-1,0 5 101,0-3 0,0 3 0,0-5 0,0 2 299,0-1-835,0-5 1,0 2-385,0-6 160,0 1 52,-6-7 1,5-4 0,-4-8-95,3-6 0,4-7 1,3-4-1,4 1-963,4-1 1257,1-4 0,2 9 1,1-3 244,2 3 0,2 4 0,-4 2 0,2 5 1185,-2 4-1048,-1 1 0,-2 3 0,-1 5 380,-4 6 0,2 10 0,-6-2 0,-2 2 890,-1-1-1321,-2 1 0,0 0 1,0-2-465,0-2 1,-2-1-137,-2-4-973,2-1 1,-6-6 114,3-4 1,4-4 0,-4-4-1123,3-6 2385,-4 4 0,-2-51 0,-6-6 0</inkml:trace>
  <inkml:trace contextRef="#ctx0" brushRef="#br0" timeOffset="25">25052 9795 7678,'-8'-20'1130,"-4"4"0,8-3 0,-3 8 1234,0 1-2064,2 7 1,5 3 0,0 10-1,2 4 1,1 5 0,4 4 0,-1 4 2384,0 2-2506,-1-1 0,0 1 1,-1-1-1,0-1 1,-1-2-124,1-1 0,-2-5 0,3 3-123,-4-2-929,-1-1 0,0-9 407,0-1 1,-1-5 0,-4-1 0,-3-6-1816,0-7 2088,-4-9 1,8 2 0,-3-5 190,0 1 1,2-3 0,5 4-1,0-1-12,0 1 138,0 1 0,0 5 0,2 1 232,3 4 1,-2-3-1,6 8 1,2-1 1464,2-1-1485,8 4 1,-6-4 0,4 6-215,-3 0 1,-2 0-1,2-2-156,3-3 107,-3 4 1,4-10-68,-5 6 1,-3-6 3,-2 2 792,-4 2-187,-6 1 0,-1 7 1143,-4 4-1372,3 9 1,-9 4 0,6 6 469,2 1-522,-5-5 1,7 7-1,-4-3 1,3 1-1,2 0 744,0-1-997,0-7 0,0 9 1,0-7-956,0-2 398,0-1 1,0-7-376,0 1 161,0-7 0,2-8 435,3-9 0,1-8 0,5 3 0,-1 2-277,1 1 590,1-5 1,3 10 0,-1-1 212,0 4 0,2-2 1,1 5-1,2 4 1231,-1 4-1220,4-1 0,-7 10 0,6-2 122,0 2 0,-6 3 0,4-1 1,-3 0 421,-2 0-645,1 0 1,-1-4-1,0-2-400,0-2 0,0-1 0,1-7-402,-1-2 358,-6-4 0,3-8 0,-5-2 206,2 0 0,-5-3 1,2 4-1,-4-2-232,-1 1 488,0 2 1,0 2 0,-1 2 109,-4 2 0,-3 4 1,-6 6-1,0 0 918,0 0-847,-1 6 1,3 4-1,1 7 973,1 2-1069,7 6 1,-5-7 0,5 4 0,-2 0 0,4-2 457,4 1-750,-2-2 0,17-2 0,-4-1 152,2-3-910,6-2 1,-5-3 0,5-2 0,1-1-1,-3-1-3274,1 0 1887,4-3 2276,-3-7 0,19-27 0,3-13 0</inkml:trace>
  <inkml:trace contextRef="#ctx0" brushRef="#br0" timeOffset="26">26360 9994 8500,'10'-12'2546,"-2"0"-954,-2 3-905,-1 6 1,-5-2-1,0 10 1255,0 4-1588,0 4 0,0 6 0,0 0 0,0 0 0,0 0 1031,0 0-1411,-7 0 1,6-5-1,-4 0-39,3 0 1,1 1 13,-4-1 74,3-6 8,-4-2-357,6-6 1,0-6-1,0-5 1,0-5-1,0-5-1184,0-1 1303,0-2 0,2-2 1,2 0 151,6 3 0,1 5 1,0-1-1,-1 3-1,1 2 329,1 0 0,2 6 0,1 3 47,-1 4 0,0 2 0,0 4 1,-1 5 1044,-4 2-1114,4 2 1,-7 5-1,4 0 123,-5-1 1,1 2 0,-1-1-418,-2-1-32,-2-3 0,-1-5-774,0-1 650,0-5 0,0 0-927,0-8 773,0 2 1,0-15-1,0 2-891,0 0 1052,7-1 1,1-3-1,6 0 1,0 2 0,0 1-433,0 1 793,7 8 0,-5-4 1,4 6 12,1 2 1,-5 1-1,3 2 1,-4 0 730,0 0-661,-7 6 0,3 2 0,-5 8 955,2 3-998,-5-3 0,3 4 1,-6-5-1,2-1 0,1 0 514,2 0-1152,0 0 1,-5 1 279,0-1-649,0-6 1,6-2-119,3-6 521,4 0 1,1-6 0,0-4-437,1-2 610,-1-3 0,6-4 1,3-1-1,0-1 1,-1 1-80,-1 3 197,-2 1 0,-3 1 1,1 3 90,2 2 205,0 4 1,-5 6 0,0 0 0,1 2 594,-1 2-577,0 4 0,-5 6 262,1 1 1,-7-1-35,2 0 25,-4-6 497,-1-2-727,0-6-499,-6 0 1,3-1 189,-7-4-67,1-3 1,-5 0 0,-2 2 0,-1 1 0,-2 0-299,1 2 382,2 2 0,-2 1 0,-1 0-72,1 0 129,2 6 0,2 0 0,0 5 0,0-1 0,1 1 101,4 2-117,-4 1 1,11 0-1,-2 0-413,2 0 359,2-6 0,6 5 0,4-5 1,4 0-1,3-2-428,2 0 438,7-4 1,-9 4 0,5-6 147,-1 0-68,4-6 0,-8 3 1,5-7-1,-1-1 0,-4-1-125,-1-3 412,-8 1 1,5 2-1,-5 1 152,0 1 27,-2 7 1,-6-5-740,0 3 290,0 4 0,-5-4 0,0 10 164,2 4-403,2-3 1,1 7 0,0-3 0,0 2-512,0 2 516,0-6 0,6 0 1,3-5-707,4 2 778,1 0 1,1-5 0,-1 0 0,0-2 0,0-1-178,0-2 291,7-6 0,-5 2 0,4-9 596,1 0-479,-5-1 1,3 4-1,-8 1 1,-4 0-1,1 1 531,0 4 299,-5 2-823,4 1 1,-7 11 0,-2 1 0,-3 8 994,-4 5-864,-4 7 1,4-4 0,-1 6-115,-1 1 0,3-2 0,1-2 0,-1-3-284,0-2-49,5-1 1,-5-4-1820,3-1 1296,3-6 285,-4-2 1,6-12-1,-2-4 24,-2-2 1,2-9 0,-3-3 0,4-2-154,1-3 524,0-6 0,0 7 1,0-2 216,0 5 1,-5 7 0,0-1 881,2 3-843,2 9 0,2 2 1809,4 10-1565,3 2 0,6 14 0,0 1 0,0 2 0,2-2 945,3-2-1507,-3-1 1,5-1-1,-7-2-715,0-4 0,0-1-3069,0 4 2751,-6-8 0,-1 1-2448,-7-3 3590,0-3 0,-26-15 0,-5-11 0</inkml:trace>
  <inkml:trace contextRef="#ctx0" brushRef="#br0" timeOffset="27">28294 9994 7678,'8'-14'139,"3"4"0,-5 3 1,0-1-1,2 1 961,0 1 1603,-5 1-539,4 5-1911,-7 0 0,-7 0 0,-2 0 247,-4 0-416,-1 0 0,0 0 1,0 0-1,-1 0 24,1 0-316,0 7 1,0-6-93,-1 4 0,1 1-235,0-1-152,0 0 262,6 1 580,2-4 145,6 10 93,0-4-59,6 0-110,2-2 0,1-6 231,1 0-312,-7 0-97,3 0 1,-4 0-9,3 0 149,-4 0-14,5 0 66,-6 0 57,0 0-85,0 7-224,0-6 1,0 7 124,0-3-109,-6-4 1,3 12 1,-7-3 0,6-3 0,-4 3-14,2 1-6,1 2 0,0-4-150,0 1 0,-1-1 2,1 5 244,4 1 0,-4-8-14,10-2 0,3-3 1,6-2-1,0 0 103,0 0-73,0 0 0,1-7 0,-1-2 2,0-4-140,0-7 1,5 2 0,0-5-1,-1-4 1,-3-5-496,0-6 371,-1-3 1,0-1 0,0-1-342,0 0 477,-6 7 1,-1 3 0,-6 9 0,2 5 257,2 3-348,0 8 0,-5 4 76,0 8 0,-5 4 1,0 7-1,1 0 710,-3 4-443,6 3 0,-10 7 1,6-1 469,2 1-435,-5-1 1,6 1 0,-2-1 0,0 0 0,1 1 1022,-1-1-1112,-1-6 0,5 4 1,0-7-122,0-2 1,5-1 0,1-2 0,2-1-201,3-4 29,-5-2 0,7-7 0,-4 0-80,4 0 0,1-2 0,0-3 0,1-4-418,-1-4 410,0-1 1,0-2-1,0-1-244,1-2 224,-7 0 1,3 5-1,-7-1 188,0 1-243,-3 6 182,-1 2 1,0 8 0,0 2 434,0 6-197,0 2 1,0-2 0,0-1-69,0 2 1,0 2 0,2 0-28,2-4-237,4-3 1,8-1 0,1 0-8,2-2 1,5-1-1,-3-4 1,1-3-219,3-4 313,-4 3 0,5-7 0,-3 3 83,-1-2 1,5-1-1,-5 2 1,0 3 118,-3 2-73,3 1 1,-6 5-1,3 0 192,-4 0 1,0 2 0,-1 2-1,0 6 148,0 3 6,-6 7 0,3-4 0,-6 3 265,-2-3 1,-1-2-1,-2 0-38,0 0-512,-7 1 0,3-8 1,-9-2 323,-3-3-689,-1-2 1,-4 0-1,-1-2 1,-1-1-1,-1-3-1831,-1-2 1271,-2-2 1,3-4 0,2 0-574,1 0 1,2-1 0,5 0 0,0-3 1416,0-1 0,3-23 0,1-10 0,-1-3 0,0 1 0</inkml:trace>
  <inkml:trace contextRef="#ctx0" brushRef="#br0" timeOffset="28">28720 9696 10158,'0'-15'3805,"0"7"-3229,0-4-2520,0 10-2417,0-4 3650,0 6 711,0 0 0,26 38 0,5 9 0</inkml:trace>
  <inkml:trace contextRef="#ctx0" brushRef="#br0" timeOffset="29">29289 9781 7700,'6'-14'519,"-4"-1"0,6 3 0,-5 1 1371,2 1 1572,-1 7-184,-4-3-2866,0 12 0,0 4 0,-1 9 234,-4 4 0,2 6 0,-5 2 0,2 2 35,3-1-600,-5-2 0,6 3 0,-3-1-233,4-5 1,-4 1-1,0-6 1,2 2-168,2 0-1263,1-7 1,0-1-2318,0-7 1631,0-6 1027,-7 4 0,6-14 0,-6-2 1241,1-4 0,-9-26 0,-3-12 0,-5-3 0,0-1 0</inkml:trace>
  <inkml:trace contextRef="#ctx0" brushRef="#br0" timeOffset="30">29133 9909 7700,'14'0'733,"-5"0"1,1 0 462,1 0-850,-5 0 1,7 0 0,-2 0 190,6 0 1,1 0 0,5 0-1,3 0 293,0 0-713,3 0 0,4 0 0,0 0 192,-1 0-193,-2 0 0,-3-5 0,-4-1 1,-4-1-1,-3 1 725,-2 3-482,-6-5-215,-1 7 1,-9-6-1,-3 7 1,-4 0-34,-4 0-51,-7 0 0,2 7 1,-5 2 20,-3 4 4,6 1 0,-2 0 1,4 0-1,-1 0 1,2 2-18,1 3-138,8-3 1,0 5-1,5-7-218,-2 0 187,1 0 0,4 0 0,1-1 0,4-2 0,4-3-576,4-2 460,8-1 0,-4-5 0,5 0 122,-1 0 1,2-6 0,-2-4 0,-1-2 84,1-3 21,4 1 0,-9-5 0,3-1 151,-3-2 34,-2 4 0,-1-2 1,-4 5 751,-4 1-1174,-4 6 530,-1 2 1,0 17-1,-1 3 305,-4 2-478,4 0 1,-6-2-1,7 0-116,0 1 1,0-1-1,0 0-731,0 0 543,7 0 0,0-4-308,8-1 397,-1-5 0,0 2 0,0-6 0,1 0 299,-1 0-8,0 0 1,-5-2 470,1-2-155,-1 2 14,-1-4 167,-1 6-338,-7 0 0,0 1-229,0 4-122,0-3 1,0 5 378,0-2-367,0-3 1,1 4 0,4-7 18,4-4-422,-2-3 0,5-2 0,-4 1 107,0-2 0,6-2 0,-1-1 0,4 1-563,1 4 628,-2-4 1,-2 7-84,0-4 300,0 4 0,0 6 1,-1 2-1,-2 2 260,-1 6 104,-7 3 1,3 6 0,-6-1 133,0 0-363,0-2 1,0-2 0,0 0-1,0 0-314,0 1-135,0-8 0,2 4 133,2-6 1,0 0-1,5-5-286,2 0 121,-5-6 0,9 2 0,-3-5-274,6-2 372,1 5 0,0-7 1,1 4-1,1-3 1,1 3-224,0 4 451,-5-3 1,4 7 0,-7-4-307,0 3 326,7 2 0,-5 0 0,3 0 0,-4 0 0,0 0 541,-1 0-446,0 0 0,5 0 1,0 0 199,-2 0 1,-1 0 0,-2 0 118,0 0-230,1 0 1,-6 0 60,1 0-271,-7 0 0,3-1-94,-6-4 17,-6 4 1,-2-6 0,-6 9-729,-1 3 815,-5 2 1,-1 3 0,-2-1 0,4 2 0,1 2 442,-1 1-372,4 1 1,-1-1-1,8 0 178,2 0-142,1-6 0,0 5 0,0-4 0,4 2 0,4 0 666,6-1-834,4-7 1,8 8 0,4-6-487,7-2 361,-2-2 1,9-1 0,-4 0 0,1 0-1,4-1-638,1-4 509,-5-3 1,-1-4 0,-7 1-137,1 1 1,-9 1-129,-6-6 763,-6 7 0,-9 2-8,-4 6-142,-3 0 0,-6 0 0,0 2-9,-1 2 18,1 4 0,6 2 0,5-2-35,6-2-155,-1 5 1,15-8-1,-3 5 1,4 0-1,1-2-2005,0 1 1260,6 4 0,-9-8 895,3 6 0,-10-12 0,-2 2 0</inkml:trace>
  <inkml:trace contextRef="#ctx0" brushRef="#br0" timeOffset="31">24597 10989 7651,'0'-14'426,"-6"0"1,3 4 0,-7 1-1,-1-1 1,-3 1 0,-3 1 2296,-2 2-2330,-7 1 0,9 5 0,-7 2 0,1 2 0,-1 6 0,0 2 0,0 3 1138,2-1-1526,2 0 1,10 5-1,2 0 1,2 0-1,3 0-6,1 0 1,9 1 0,2-2 0,5 2 299,5 2-304,3-4 1,7 2 0,-1-5 49,1-1 19,-1 0 1,-6-1 0,-3-2 0,-3-3 141,-2-2-3,-6 5 1,-3-9 600,-10 2-722,-9 4 1,-8-6 0,-7 2 0,-1-2 0,-1-4-238,-2-2 93,-1 2 1,3-9 0,1 5-170,3-2 0,8 3 0,0-3-124,3 2 61,8 1-393,2 5 515,6 0 1,2 0 0,2 0 0,6 0 0,2 0-434,3 0 663,-1 0 0,5 0 0,1 2 1308,3 3-1332,0-4 0,6 5 0,-1-6 0,1 0 0,1 0-302,3 0 103,-3-6 1,3 0 0,-8-5-20,-1 1 168,0 1 0,-1-5 0,-2-1 0,-4 1 1,-4 0-146,-1 0 468,-5-1 0,4 1-59,-6 0 635,-1 6 1,-5-3-237,-4 6-624,3 1 0,-9 5 0,5 4-77,-2 4 0,5 4 0,-3 1 229,-1 0-463,6 1 1,-6-1 0,7 0-12,0 0 1,7-4 0,2-2 0,4-2-1,3-3-732,3-1 998,-4-2 0,11-2 0,-6-1 41,2-2 1,-3-6 0,3 3 0,1-1-156,-1-1 385,1 1 1,-1 1 0,-3 3 31,-3 4 0,3 1 0,0 0 0,0 0 597,2 0-570,-12 0 0,10 6 0,-11 3-176,0 4-130,5 1 0,-12 1 0,4-1 0,-5 0 0,-5 0 249,-4 0-409,-4-6 0,-6 3 0,0-4-146,2 1 0,-4-5 1,1 3-1,-1-1-1157,1 0 1075,1-1 0,4-4-297,1 0 474,6 0 0,-1 0 0,9 0-461,6 0 1146,5 0 0,8 5 0,2 1-193,1 2 152,1-5 1,1 10-1,-2-4 1,-1 3-1,-4-1 830,-1-2-1133,-2 1 1,-6 4 0,-3 0 19,-4 0 1,-1 0-1,-1 1 177,-4-1-323,-3 0 0,-6-1 1,-2-4-52,-3-4 0,3 1 1,-3-1-1,2-2-413,-2-1 398,3-2 1,1 0-1,5 0-76,-1 0 0,3 0 0,0-2-641,2-3 618,1-2 0,7-5 1,2 0-536,6-4 531,9-1 0,3-4 0,8-1 0,2-2 0,2 1-683,3-3 729,1-1 1,0-1 0,1-2 3,5-3 0,-3 3 0,4-3 1,-9 4 70,-6 6 13,2 2 63,-17 7 236,-7 6 1,-14 3 0,-15 8-148,-1 2 0,3 11 0,-3-2 0,0 2 434,0 0-400,5-2 0,-4 0 0,8 0-68,4 1 1,1-1 0,5 0-1,-2 0 24,2 0-137,8 1 0,4-7 1,12-2-457,7 0 1,2-4 0,6 2 0,-1-2-1836,-3-2 2058,-2-6 1,1-1-1,-1-5-424,-3-2 692,-14 3 0,0-48 0,-13-3 0</inkml:trace>
  <inkml:trace contextRef="#ctx0" brushRef="#br0" timeOffset="32">25280 10776 7661,'-15'0'831,"1"2"1,0 1 105,0 2-1880,6-1 1,1 3 942,7 2 0,32 10 0,8 3 0</inkml:trace>
  <inkml:trace contextRef="#ctx0" brushRef="#br0" timeOffset="33">2019 3256 8105,'0'-8'-947,"0"-5"-95,0 4 2215,0 2 0,0-5 0,-1 4 815,-4 0-1853,-3 1 0,-6 7 0,0 0 0,-1 2 1,0 1-1,-3 2 0,-1 0 804,2 1-875,-5-4 1,4 5 0,-5-3 0,-1 0 0,0 1 122,1 1-161,5-4 1,-4 9 0,5-6-31,-2-2 1,0 3 0,5 1 245,-1 1-115,1-5 1,5 3 158,-1-6 1,7 2 138,-2 2-169,4-2 113,1 4 43,0-6-277,0 0 1,0 7-27,0 2 1,0-1 0,0 1-1,0 2 269,0 2-320,0 1 0,0 1 0,0-1 16,0 0 0,0 0 0,-2 2 0,-1 1 179,-2 2-240,1 7 1,4-9 0,0 7 22,0 1 1,0 0 0,0 0-1,0-1 46,0 1-70,0 2 0,0-3 0,-2 0-2,-3 1 1,4 2 0,-4 0 0,3-2 50,2-1-200,0-1 0,0 6 0,0-2 49,0-4 0,0 4 1,0-3-1,0 3 138,0 1-54,0 1 1,0-6-1,0 1 33,0 1 1,0-3 0,0 0 0,0 1 617,0-1-494,0-5 1,0 10 0,0-5 52,0 0 0,0 3 1,0-4-1,0 1 169,0 3-358,-6-4 0,4 6 0,-2-5 42,2 0 0,-3 5 1,1-4-1,1 3 90,1-3-187,2 4 0,-5-5 0,0 7 15,2-1 0,2-1 0,1-2 0,0-1-190,0 1 118,0 2 0,0 2 0,0-2 4,0-4 0,0 4 0,0-5 0,0 3 19,0 4 49,0-10 0,0 14 0,0-11-5,0 0-1,0 5 1,1-3 0,2 1 52,2-1-46,0 3 0,-5-7 0,2 5-20,2-1 1,-2-5-1,3 3 1,-4-1-130,-1-4 46,6-1 0,-4-2 65,3 0 1,1-4 0,-1-1-119,-2 2-60,5-4 1,-5-1 95,7-6 0,-6 0 1,6 0-1,1 0-87,1 0 191,3 0 1,0 0 0,4 0 9,5 0 0,3-5 0,3-1 0,2 0-24,1-1 37,0-4 1,-6 8-1,-3-5 200,-6 2 1,-2 0-1,-2 2 232,1 0-140,-7-1 120,-2 5-149,-6 0-243,0 0-756,-6 0 0,2 0-3249,-5 0 2996,6 0 0,-8 1 0,4 3 1006,0 0 0,-54-18 0,23 2 0,-1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841"/>
    </inkml:context>
    <inkml:brush xml:id="br0">
      <inkml:brushProperty name="width" value="0.05292" units="cm"/>
      <inkml:brushProperty name="height" value="0.05292" units="cm"/>
      <inkml:brushProperty name="color" value="#FF0000"/>
    </inkml:brush>
  </inkml:definitions>
  <inkml:trace contextRef="#ctx0" brushRef="#br0">21673 9553 6956,'-12'-38'-76,"-9"-29"-58,-1-4 0,1-1 0,-1-4 0,0-1-35</inkml:trace>
  <inkml:trace contextRef="#ctx0" brushRef="#br0" timeOffset="1">21423 8729 5681,'-3'-10'-4,"-14"-45"-23,0 1 1,0 1-1,0-1 0,0 1 1,1 1-1,-1-1 0,0 1 1,1 1-1,0-1 1,-9-24-1,1 1 0,0 2 1,0 0-1,1 3 0,-1 1 1,0 3-1,-1 0 90,0 0 1,0 2 0,19 49-49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4.843"/>
    </inkml:context>
    <inkml:brush xml:id="br0">
      <inkml:brushProperty name="height" value="0.053" units="cm"/>
      <inkml:brushProperty name="color" value="#FF0000"/>
    </inkml:brush>
  </inkml:definitions>
  <inkml:trace contextRef="#ctx0" brushRef="#br0">2872 3213 7806,'0'-14'228,"-1"-5"630,-4 0-606,4 0 1,-12 9-1,3 2 1,-2 2-1,-2 3 1,-2 1-1,-3 4 1,-6 3 0,-5 6 1387,-4 6-1564,-5 5 0,9 7 0,-5-1 1,2 1-1,1-1 7,5 0 1,5-1-1,8-1 1,1-4 185,4-2-412,3-1 0,6 0 0,3 0 53,6-2 0,2-1 0,13-2 0,1-1-245,2-3 323,2 2 0,4-5 1,2 4-20,1-2 1,-9-1 0,0 1-1,-5-2-94,-5-1 127,-1-4 0,-3 10 1,-4-2 13,-4 2 1,-12 3 0,-8-1 0,-12 0-21,-10 0-110,-4 0 1,-1 1 0,-1-3 38,0-2 1,1 1 48,-1-6 1,2-1-1,5-4 1,7 0 40,9 0-179,4 0 0,3-6 1,5-2-2269,8 0 1833,13-4 0,4 8 0,7-3-604,1 0 1203,2-4 0,12 1 0,8 0 0,2-5 0,1 0 0</inkml:trace>
  <inkml:trace contextRef="#ctx0" brushRef="#br0" timeOffset="1">2944 3497 7920,'0'-8'427,"1"2"1179,4 6-1013,-4 0 0,7 0 0,-5 2 0,2 2 1285,-2 6-1621,-1 2 1,-2 7 0,0 2 43,0 1 0,0 6 0,0 7 0,0 0-68,0 0-141,0 4 0,0-2 1,0 5-346,0 1 1,0-7 0,0-3 0,0-3-1012,0-1 454,0-1 0,0-6-2343,0-3 1209,0-3 1254,0-14 1,5-4 689,-1-12 0,14-32 0,-2-8 0</inkml:trace>
  <inkml:trace contextRef="#ctx0" brushRef="#br0" timeOffset="2">3000 3540 7920,'-8'-14'308,"-4"-1"1,9 3-1,-5 1 74,1 1 500,3 7 0,4-5-202,0 3 1,6 2-406,4-6 0,7 6 1,3-4-1,3 3-66,2-1 1,2 0 0,0 5 0,-2 0 218,-1 0-492,-7 0 1,8 0 0,-6 0-150,-1 0 0,-4 6 1,-5 4-658,-4 3 766,-3 7 0,-4-2 0,-3 4 1,-4-2 1,-10 4-1,-5-4 1,-1 1-282,1-1 317,-3 6 1,7-10 0,-4 2-55,5-2 0,3-3 1,2-2-25,0-2 126,6-5 0,-2 2-101,10-6 1,4-8 0,11-6 0,4-8-246,5-5 312,9-2 1,4-1-1,5-1-72,1-2 1,0-8 0,1-2 0,2-8-240,1-4 303,0-2 0,-6 0 0,-4 4 186,-9 5 0,-7 2 1,-12 15-1,-6 6 648,-6 9-651,-5 8 1,-6 8-1,0 0 73,0 0 1,4 0-1,1 1 1,-2 4 202,-2 5-324,-1 2 1,0 4-1,1 3 34,3 5 0,-2-1 0,4 4 0,0 3 232,3 0-181,-3 7 0,7-7 0,-4 4-99,3 1 1,2-5 0,0 3-1,0-3 188,0-1-327,0-1 1,7-4 0,2-2-57,4-1 1,1-4 0,0-8 0,1-2-937,-1-1 836,6-4 0,-2 2 0,4-10-18,-2-8 0,4-2 1,-3-8-1,-1 1 232,1 1 11,-2-5 0,-5 5 1,0-5 157,0 3 0,-1-1 653,-4 6-548,-2 0 13,-7 11 1,0 8 0,0 11 0,0 6 721,0 7-744,0-3 1,0 5 0,0-3-42,0-1 1,0 5 0,1-5-1,2 0 343,2-3-774,0-3 0,1-2 1,4-2-176,2-2 1,3-4 0,0-6 0,3 0-734,1 0 986,6-6 1,-3-7 0,7-7 6,-1-2 0,-4-7 0,-1-6 1,1-1-55,-2-3 161,-1 4 1,-7-6 0,-1 3 280,-4-3 1,2-2-38,-6 0 0,0 9 0,-5 5 1056,0 9-556,0 10-645,0 4 0,-5 8 0,0 2 0,0 7 0,1 5 319,-1 3-236,-6 6 0,9-3 1,-2 8 23,2 4 0,2-4 0,-2 3 0,-1-2-160,-2 3-72,1-4 1,4 4 0,0-5-306,0-1 0,0-1 4,0-3 0,1 1 0,2-6 1,4-2-544,1-1 1,1-8 0,5-3-1022,1-4 1586,-1-7 0,0-3 1,0-10-1,0-5 1,-1-4 340,-3-6 0,-6-3 0,-2-6 0,-2-6 0,0 0 0</inkml:trace>
  <inkml:trace contextRef="#ctx0" brushRef="#br0" timeOffset="3">4038 3284 7920,'-14'0'98,"0"5"1,1 1 757,4 2-22,-4-5-351,12 10 1,2-7 0,13 4 0,8-6 1294,5-2-1550,8-2 0,1-6 0,5-4-172,-3-3 1,2-1 0,-7 0 0,-1 1-603,-2 4-682,-8-4 1,-2 7-127,-5-4 0,-9-1 1354,-6 7 0,-39 9 0,-23 10 0,-5 1 0,1 0 0</inkml:trace>
  <inkml:trace contextRef="#ctx0" brushRef="#br0" timeOffset="4">5190 3668 7865,'-14'0'635,"-1"0"1,1 0 0,2-2 1553,2-2-2133,4-4 0,11-7 1,2 0-1,6-3 1,6-4-1,3-3 1,3-5 80,5 0 1,-1-7 0,4-2 0,-3-5 246,-1-4-646,-1 1 1,-6 4-1,-3-1-29,-3-3 0,-4 9 93,-2 0 1,-5 8 0,-10 6 0,-5 7 93,-2 6 106,-2 4 0,-5 11 0,-2 4 0,1 7 0,-3 6 347,1 4-292,5 2 0,-8 3 0,6 2 224,1 1 0,-2 6 1,1-1-1,3 3 660,5 2-695,-2-7 1,12 4 0,-4-7 532,3-2-747,2-1 1,0-3 0,0-3 0,2-5 0,1-3-33,2-2 149,0-6-721,1 5 93,-4-12 517,4 5 1,-6-7 0,1-4-29,4-4 0,-3-1 0,4-3 0,0-2-604,4-1 464,3-6 0,-2 4 0,1-4 49,4 2 1,1 1 0,-1 5 0,2-1-146,1 1 302,0 0 1,-5 4-1,0 3 109,0 0 1,5 4-1,-1 9 629,-6 9-592,-4-1 0,-8 13 1,0-4-48,0 4 0,0 2 1,-2-1-1,-1 1-160,-1-1-54,-7 0 1,9-5 0,-4-5-795,-1-2 0,6-6-658,-4-1 1310,3-6 1,9 1 0,2-12 54,4-7 1,3-4 0,3 2 0,3-2-71,0 2 237,5-5 1,-10 6 0,5-2 114,-1 7 0,-2 0 0,-5 7 1,0 0 1084,0 3-1020,-6 1 0,3 1 0,-6 4 0,-2 5 0,-1 2 950,-2 3-1180,0-1 0,0 0 0,1-1 0,2-2 0,4-2-53,1 2-42,1-4 1,7-1-306,3-6 1,-3-2 189,3-2 0,-4-4 0,0-8 0,-3-2-90,-2-1 285,2-6 1,-10 3 0,3-5 0,-4 2 0,-2 3-13,-4 1 115,-9-4 1,-4 11 0,-5 0-25,-3 7 0,0 6 0,-3 1 0,1 1-14,-1 4-34,7 3 0,0 11 1,5 1-131,-2 3 1,5-4-1,6 3 1,1-2-551,4-2 507,2-3 1,5 0 0,4-1-111,5 0 1,4-6-1,12-3 1,1-4-536,3-1 733,-3-6 1,9 0 0,-5-7 8,-3-1 0,4 3 1,-4-7-1,-2 6 271,-4 2 112,-1 1 1,-4-1 0,-4 2 228,-5 2 1,-3 3 243,2 8-344,-4-4 1,-6 12 38,0-4 1,0 4 0,0 1 28,0 0-350,0-6-174,0 5 1,-2-12 0,-1 6 186,-2-1-88,1-4 0,4 2-113,0-8 1,-5 0 0,0-5 0,2-4-318,2-4 184,1 1 0,0-9 0,0 4-70,0-1 1,6 0 0,3-3 0,4 1-270,1-1 191,0 4 1,5 1 0,0 7-103,-1 4 1,2 2 0,-1 7 0,-1 0-2260,-3 0 1998,0 7 1,-8 1 670,-2 6 0,-3 32 0,-2 7 0</inkml:trace>
  <inkml:trace contextRef="#ctx0" brushRef="#br0" timeOffset="5">6356 3384 7865,'8'-15'1023,"-2"7"1,-6-4-74,0 2 122,0 4 1,5 1 450,-1 10-1136,1 3 0,-5 8 1,0 1-84,0 2 0,-1 6 1,-3-1-1,0 1 92,1-1-633,1 3 0,0-7 1,-1 6-152,-1-3 1,-1-5-1,5 1 1,-2-4-1889,-3 0 601,4-1 397,-5-6 0,6-4 1278,0-8 0,19-55 0,-8 21 0,1-1 0</inkml:trace>
  <inkml:trace contextRef="#ctx0" brushRef="#br0" timeOffset="6">6470 3142 10574,'7'1'-2379,"0"4"2379,-1 5 0,15 40 0,9 12 0</inkml:trace>
  <inkml:trace contextRef="#ctx0" brushRef="#br0" timeOffset="7">6654 3327 7886,'15'-7'221,"-1"-1"1,0-6 1437,0 0-1173,0 0 1,1 4-1,-1 2 1,0 1 1370,0-1-1593,1 4 1,-1-2 0,-2 8 0,-2 2-88,-5 6-96,-4 3 1,-1 2 0,0 3-3,0 1 0,-6 6 1,-4-1-1,-2 3 187,-2 1-672,-1 0 0,1-4 0,1-2-108,4-1 0,3-1 0,6-2-640,0 1 1070,0 0 1,6-10 0,3-1 52,4-2 47,8 5 1,-6-9 0,6 4 0,-2-1 0,0 1 460,-2 2 9,-7 2 0,-4 1 0,-6 1-66,0 4 1,-8 3-1,-6-2 1,-7 4 273,-1 1-668,-5-5 1,5 4-1,-5-7-16,4 0 0,2-4 1,7-2-553,0-2 289,6-1 0,-3-11 1,8-6-509,4-5 1,12-7 0,11-7 0,4-4-1212,5-1 1662,-3-2 1,10 2 0,-6 2 95,3 4 1,-4 0-1,3-1 1,-1-1-162,-3 5 376,-2-1 1,-8 14-1,-3-2 950,-3 5 27,-9 8-508,-7 3 0,-7 8 0,-8 6 118,1 0 1,0 6-1,1 4 1,2 3 746,2 1-1137,-1-5 0,2 2 0,2-5-93,0 2 1,4-3-1,-3 4 1,5-4-199,5-7 76,3 2 0,8-10 0,3 3-152,4 0 0,4-4 1,2-9-1,-1-7-365,1-4 588,-1-9 0,-1 4 0,-3-6-87,-5-1 0,-4-1 1,0-1-1,-3-4-25,-2-1-58,-4 4 1,-6-1 0,0 9 27,0 5 1,-11 5-1,-5 5 1,-4 4-317,-6 3 317,-1 9 1,-1 5-1,1 7 51,3-2 1,4-1 0,6-1 0,1-1-121,4 0 33,-4 0 0,13 0-75,0 1 1,8-8-1,9-2 1,4-3-45,1-2 195,8-7 0,2 0 0,4-8 80,-1 1 1,3 0 0,-5 0 0,-2 1 146,-1 4 10,-1 2 0,-6 7 25,1 0 0,-8 7 0,-2 2 0,-8 4 583,-4 1-432,-2 6 0,-2-4 0,-2 3-70,-6-3 0,-1-2 0,0 0 0,2-1-270,-2-3-255,4-4-120,1-6 0,6-6 1,2-4-1,2-4-714,6-5 885,9-3 0,-2-2 0,7 2-7,1 1 1,2-1-1,0 7 1,-2 2 252,-1 0 308,-1 7 1,1 0 0,-2 6-159,-1 0 1,-2 1 0,-5 4 0,0 3 532,0 0-493,-6 4 0,5-10 1,-5 4-408,0 1 0,4-6-2967,-2 4 2270,3-3 1,1-7 845,0 0 0,0-19 0,0 1 0</inkml:trace>
  <inkml:trace contextRef="#ctx0" brushRef="#br0" timeOffset="8">25365 1322 7819,'8'0'272,"0"0"1,-5-1 494,2-4-104,-1 3 1,-2-4 240,3 6-595,-4 0 1,4 0 258,-10 0-487,-3 0 1,-6 0 0,0 0 0,0 0 204,-1 0-294,1 6 1,0-4 0,0 3-1,0-4 1,-1 1-265,1 2 253,0-2 0,4 4 1,1-6-128,-2 0 203,-2 0 1,4 5-1,-1 0 71,-1-2-16,5-1 238,0-2-335,6 0 161,0 0 90,0 6 0,0-3-62,0 7-144,0-7 0,0 5 0,0-4 153,0 6-177,0-4 0,0 7 1,0-4 51,0 4-61,0 1 0,0 0 1,0 1-26,0-1 1,0 0 0,0 0 0,0 0-53,0 1 68,0-1 0,-5 2 0,0 1-4,2 2 1,1 5 0,1-4 0,-2 2 40,-2 4-103,0-6 1,0 5-1,1-4-7,1 1 1,-4-3-1,2 3 1,2-1-101,2-4 60,1 5 0,-5-6 0,0 3 26,2-3 0,2-2 0,1 0-100,0 0 122,0 1 1,0-1 31,0 0 0,0 0 53,0 0-89,0-6-4,0 5 1,0-10-61,0 7 137,6-7 1,-3 3 0,6-6 105,3 0 1,0 0-1,2 0 1,1 0 297,-1 0-223,0 0 1,0 0 0,0 0-96,1 0 0,-6 0 0,1 0 0,1 0 181,1 0-298,-4 0 1,0 0-742,-3 0-1328,-4-6 483,6 4-2114,-7-4 3709,0 6 0,-13-7 0,-3 0 0</inkml:trace>
  <inkml:trace contextRef="#ctx0" brushRef="#br0" timeOffset="9">28024 1322 7838,'-8'0'868,"1"-6"-70,7-4-670,0 4 1,7-5 0,2 6-1,4 2 1,1 1 0,2 2 38,3 0 0,-3 0 1,4 0-1,-1 0-13,0 0-61,0 0 1,-5 0 0,0 0 69,1 0 0,-1 0 0,0 0 142,0 0-9,-6 0 269,5 0-521,-12 0-26,6 0-69,-7 0 469,0 0-361,0 7 294,0-6-185,0 12 1,0-5-1,0 6 228,0 0-302,0 1 0,0-1 0,0 0 93,0 0 0,0 0 0,0 2 0,0 2 255,0 1-353,0 0 1,0-1 0,0 3 21,0 1 0,0 0 1,0 4-1,0-4-62,0-2-31,0 5 0,0-7 0,0 4-56,0-2-6,0 6 1,0-9 0,0 5 0,0 0 0,0-1-15,0-1 50,0-1 0,0-3 1,0 2-150,0 0 1,0 1 140,0-4 1,0-1 0,0 0 0,0 0 154,0 1 132,6-1 0,-4-5 287,2 1 171,-2-7-274,-2 3 1,-2-6 129,-2 0-448,2 0 1,-11 0 0,4 0-364,-4 0 0,-1 0 1,0 0-1444,0 0 1289,-1 0 1,1 0-1,2 2-879,2 2 0,-3-2 0,4 3-1036,-4-4 1793,-1-1 504,0 0 0,6 0 0,2 0 0</inkml:trace>
  <inkml:trace contextRef="#ctx0" brushRef="#br0" timeOffset="10">25052 2815 7725,'14'0'188,"-4"-5"0,-2-1 1687,-2-2-212,-1 5 364,-5-4-1365,0 7-556,-7 0 0,0 0 0,-8 0 74,1 0 0,-5 0-77,0 0 1,-8 0 0,0 0 0,-6 0-23,-3 0-83,4 0 1,-9 0 0,3 0 0,-3 0 0,-1 0-55,-1 0 38,0 0 0,1 0 1,1 0 32,3 0 1,-2 0 0,7 0 0,0 0 45,-2 0-46,5 7 0,0-6 1,6 6-50,-1-1 0,3-4 0,0 4 0,0-1-188,0-1 191,4 1 0,-4 0-116,3 0 0,3-1 1,-1-2 26,6 3 27,-2-4 61,12 6 0,-4-7 1,8-2-55,2-3-187,6 4 1,-3-12 0,6 3 133,0-2 1,1-2 0,-1 1-1,0 2 80,0 1-21,0 1 1,-4-5 13,-1 0 1,1 1 315,4 3-38,-6-2-13,-2 10 1,-7-3 192,-4 10-265,-3-3 0,-6 10 1,0-2 11,-1 3 0,1 1 0,0 0 0,1 0 127,4 0-250,-4 1 0,7-1 0,-4 0-90,6 0 0,-3 1 0,3-1-165,0 0 37,3 0 1,7-4 0,4-2-166,2-2 0,7-1 1,0-5-1,0 0-1918,2 0 1890,-5 0 1,4 0 0,-6 0-1276,0 0 1670,7 0 0,-18 6 0,2 2 0</inkml:trace>
  <inkml:trace contextRef="#ctx0" brushRef="#br0" timeOffset="11">25848 1450 7858,'8'0'796,"-1"-2"-1,-7-2-423,0 2 1,1-4 0,2 7 1153,2 4-1367,0 3 0,-5 8 1,0 1-1,0 4 0,0-1 1,-2 2-1,-1 1 442,-2 2-515,1 2 1,-1-4-1,0-1 1,0 1-1,1-3 378,-1 1-755,0-2 1,5-5 0,-2 0-864,-2 0 0,2-4-481,-3-1 1076,4-6 0,-1 2-65,-2-10 0,2-3 1,-3-7-1,4-3 624,1-1 0,0 0 0,7-18 0,5-9 0,-1-5 0,1 1 0</inkml:trace>
  <inkml:trace contextRef="#ctx0" brushRef="#br0" timeOffset="12">25863 1521 7858,'0'-14'451,"0"0"0,0 4 115,0 1 19,0-1 1,0 1-318,0-1 1,1 7 0,4-2 0,4 4 465,4 1-585,7 0 1,-2 0 0,6 0 42,1 0 0,2 6 0,1 2 0,1 2 8,-1-1-90,-6 1 0,3 4 0,-6 0-55,-1 0 1,-2 5 0,-4 0 0,-2-2 172,-6-1-73,4-2 1,-6 2-1,1 2 132,-6 1 0,-2 0 0,-8-5 0,-4 0 708,-3 0-693,-4 7 0,-5-5 0,1 1-60,0-6 1,4 0 0,0-5 0,-1 1 329,-2-1-513,5 5 1,0-9 0,4 2-393,-1-2 1,1-2-1734,3 0 534,7 0-190,2 0 1,9 0 0,5 0 1721,6 0 0,42-6 0,5-2 0</inkml:trace>
  <inkml:trace contextRef="#ctx0" brushRef="#br0" timeOffset="13">26602 1877 8079,'0'-8'1364,"0"-5"-913,0 11-332,6-4 1,-4 8 0,2 2 0,-2 6 27,-2 3-86,0 1 1,-2-5 38,-2 1-145,2-7 1,-6 3 0,4-6-69,-6 0 88,4 0-178,-1 0 0,7-1-157,0-4 533,0 3 1,7-4 27,2 6 0,-1 2 0,0 2 656,-2 6-718,-1 2 0,-5-2 0,0-1 170,0 2 1,-6 4-1,-4 2 1,-4 2 90,-5-2-393,-3-1 0,-6-3 1,-1-2-458,1-2 0,-4-6 1,2 4-1,5-2-2599,3-1 2383,3 1 666,4-11 0,52-46 0,-13 17 0,1 0 0</inkml:trace>
  <inkml:trace contextRef="#ctx0" brushRef="#br0" timeOffset="14">27000 1606 7802,'8'-9'2953,"-3"0"-2571,2 5-157,-5-2 1,3 8 0,-8 2 0,-4 6 178,-1 2 0,5 3 1,-3-1-1,0 2 381,-4 3-647,4-4 0,-2 6 0,5-7-106,-2 0 1,0 1 0,5-1-1,-1 0-280,-4 0 295,3-6-54,-4 5 1,8-8 119,2-1-163,-2 1 0,6-18 0,-5 2 25,2-6 0,-1 0 0,-4-7 1,2 0 157,3 2-14,-4-5 0,6 10 1,-7-5-95,0 1 1,0 7-1,0 5-19,0-3-807,0 6 697,0 0 1,-5 9 0,-1 3 208,-2 4-111,5 12 0,-8-13 1,4 10-269,-1-3 1,5-2 0,-3 1 0,1-1-2043,0 0 1545,1 0 0,4 0 771,0 1 0,25-1 0,6 0 0</inkml:trace>
  <inkml:trace contextRef="#ctx0" brushRef="#br0" timeOffset="15">27313 1336 7802,'6'-8'76,"-4"-4"0,4 4 1,0 2 417,4 6-156,-4 0 0,7 17 0,-4-1 0,4 4 0,-1 7 0,0 3 0,-3 5 544,2 1 0,-3-3-611,1 5 0,-5-1 0,0 2 0,-4-3 568,-4-1-715,-4 5 1,-13-6 0,-3 4-1,-2-4 1,-6-4-147,-6-2-337,0 0 0,-11-5 0,7-4 0,-1-5 0,0-5-2042,1-4-326,-1 3 2727,0-7 0,-18-7 0,-6-10 0</inkml:trace>
  <inkml:trace contextRef="#ctx0" brushRef="#br0" timeOffset="16">25948 1279 8277,'-14'0'509,"-1"0"1,1 0 0,0 0 0,-2 2 893,-3 3-1179,-9 3 1,-2 17 0,-5 5-1,2 5 1,-2 6 0,0 5 0,1 4 744,2 1-929,8 4 0,4-11 0,6 5 0,1-3 0,3-3 45,6-7-623,2-4 0,4-6 0,2 0-196,6-3 1,9-5 0,5 1-1,4-5 734,5-5 0,24-14 0,11-9 0,9-1 0,-1-1 0</inkml:trace>
  <inkml:trace contextRef="#ctx0" brushRef="#br0" timeOffset="17">28265 1279 7870,'15'0'1619,"-6"0"193,0 0-1520,-5 0 1,0 2 0,-8 1 0,-4 4 607,0 0-817,-5-3 1,5 8 0,-4-2 0,1 2 0,1 3 0,-1-1 0,-2 0 677,-1 0-532,0 0 0,5 1 0,-1-1-95,-1 0 0,3 0 1,0 1-1,0-1 10,0 0-116,5 0 1,-8 0-37,6 1 0,1-1-346,4 0 196,0-6 68,0 5 1,0-6 0,0 8 152,0-1-19,0-6 1,0 4 0,0-2-17,0 3 1,0 2-1,0 3 1,0 2 103,0 2-96,0 2 1,0 4 0,0 1-22,0-1 0,0-4 0,1 0 0,2 1-51,2 2-2,6-5 0,-3-1 0,6-7-221,1 0 0,0 0 0,4-1 1,3-4-1496,1-4 1423,3-3 1,-8-2 0,4-2-322,-2-3 1,-1 2-1,-4-5 1,-3 0 651,-2 0 0,-61-7 0,-20-7 0</inkml:trace>
  <inkml:trace contextRef="#ctx0" brushRef="#br0" timeOffset="18">27640 1976 7870,'8'-6'859,"3"-2"0,-5-5 1395,2 4-1611,-5 2 1,3 4 280,-6 3-758,0 3 1,0 12 0,0 0 88,0 4 0,-6-1 0,-3 4 0,-4 0 72,-1 0-681,0-5 1,-1 6 0,1-6-272,0 2 1,0 0 0,-1-5-1,1-1-1344,0-4 949,0 4 0,0-5 1020,-1 6 0,14-19 0,2-4 0</inkml:trace>
  <inkml:trace contextRef="#ctx0" brushRef="#br0" timeOffset="19">28564 1606 7854,'0'-7'2978,"0"-6"-1504,0 3-1091,0 4 1,-2 1-1,-1 10 1,-3 5 1524,-2 2-1695,-2 9 1,1-4-1,-1 7 1,1 1 0,0 2 211,-1 1-346,1-5 0,-1 3 1,2-4-236,2 1 0,1 2 80,5-6 0,0 0 0,2-5 1,2-1-1101,6-4 827,3 4 0,6-12 1,1 4-1,2-3 0,2-4-1241,-2-3 971,5 4 0,-7-12 1,6 4-55,-3-4 0,-7 4 0,0 1 0,-7 0-857,-2 0 1328,-3 5 0,-10-8 202,-3 6 0,-42-6 0,-10 3 0</inkml:trace>
  <inkml:trace contextRef="#ctx0" brushRef="#br0" timeOffset="20">28479 1848 7854,'-8'0'202,"-5"0"614,4 0-411,2 0 0,-1 0 192,4 0 0,4 0 1,0 0 502,8 0-1085,4 0 0,4-1 1,3-3-222,5 0 1,-2-3 0,1 4-1,3-3-374,1-2-350,-5 5 1,3-8 0,-6 4 133,-2 0 1,-3-3 795,-4-4 0,-29-19 0,-13-5 0</inkml:trace>
  <inkml:trace contextRef="#ctx0" brushRef="#br0" timeOffset="21">28535 1649 7866,'-20'0'230,"10"-6"0,-9 4 1455,10-3-564,-4 4-241,5 1 1,2-2-628,6-2 1,8 2 0,5-3-1554,4 4 898,8-6 0,-7 6 0,5-4 0,3 3 402,1 2 0,52 7 0,-34-3 0,1 0 0</inkml:trace>
  <inkml:trace contextRef="#ctx0" brushRef="#br0" timeOffset="22">29047 1805 14839,'0'10'1542,"-1"-1"-1263,-4 2 0,2 2 0,-5 3 0,0 1 122,0 2-555,5 7 0,-8-4 0,5 5 0,-2-2 0,-2-3-637,2-2 363,-4 6 0,9-11 38,-7 4 0,5-4-77,-4-6-249,-1-3 0,2-7-3448,4-4 4164,2-3 0,34-38 0,7-7 0</inkml:trace>
  <inkml:trace contextRef="#ctx0" brushRef="#br0" timeOffset="23">29488 1720 7859,'0'-8'3562,"0"-4"-1647,0 2-1653,0 4 1,0 1 0,0 10-1,0 4 1396,0 4-1244,0 8 1,-2-4 0,-1 5-149,-1-1 1,-1 2-248,5-4 0,-2 0 0,-1-5-293,-2 1 985,1-1-522,4-6-275,0-2 0,4-14 0,3-5-96,1-4 0,-1-8 0,5 1 0,-5-3-197,0-1 452,4-1 1,-8 7 0,5 3 63,-2 4-636,-1 0 1,-5 6-688,0-1 1029,0 7 1,0 10 253,0 11 1,0 3-1,0 1 1,0-1 157,0-4-754,-6 5 1,4-6-1,-3 4-585,4 1 0,1-10 0,0 3 0,1-1-1189,4 0 2273,-3-6 0,36-19 0,1-12 0</inkml:trace>
  <inkml:trace contextRef="#ctx0" brushRef="#br0" timeOffset="24">29872 1407 7926,'8'-14'1003,"3"5"1,-5 1 1400,2 2-1873,-5 1 0,10 5 1,-4 0-1,4 0 1489,1 0-1744,0 6 0,1 4 0,-1 7 51,0 2 0,2 6 0,0-1 0,-1 3 304,-2 1-467,-2 1 1,2 4-1,-4 2 50,-4 1 1,-5 2 0,-5 4 0,-6 1 452,-6 0-682,-5-7 1,-7 5-1,1-5 10,-1 1 0,-4-2 1,0-7-1,2-1-171,0-4-98,3-2 0,1-7 0,3-1-3087,6-4 557,2-2 1945,8-14 0,2-1 0,7-6-3093,4 0 3952,3 0 0,25-21 0,11-8 0,3-3 0,-1-1 0</inkml:trace>
  <inkml:trace contextRef="#ctx0" brushRef="#br0" timeOffset="25">30469 1351 7837,'-8'0'-416,"0"0"3295,4 0-2256,2 0 1,-6 0 0,5-2-117,-2-3 1,2 2-439,8-6 0,3 5 0,7-2 0,4 1 0,5 1 0,3-1 222,1-1-411,1 4 0,-1-9 0,1 6 35,-1 2 1,-6 1 0,-3 2 0,-3-1-79,-2-4 247,0 4-39,-6-6 113,-1 7 1,-7 2-1,-2 1 892,-3 2-526,4-1 0,-10-2-270,6 3 0,-5-2 0,4 5 137,-2-2-552,5-1 96,-3-5-76,6 0-108,0 6 228,0-4 0,0 6 379,0-4-294,0-2 0,0 6 117,0-3 0,0 3 29,0 6-133,0 0 1,0 0-1,0 0 29,0 1 0,0-1 0,0 0 0,0 2 157,0 3-139,0-3 0,0 10 1,0-2 16,0 3 1,0 1-1,-2 1 1,-3 1 115,-4 3-155,-4-3 0,-1 6 1,0-4-38,0 1 0,-1 0 0,1-4 0,0-1-74,0 1 50,6-7 1,-3 3 0,6-6-27,2-2 1,1-1 0,2-2 0,0 1-26,0-1-161,7-6 0,-6 0 5,4-4 1,-5-2 0,-6 3 0,-9-4-115,-7-1-698,-11 0 0,2 0 1,-7-1-62,-2-4 1,-1 3 0,0-4 0,2 1-1508,1 1 2546,0-8 0,-37-14 0,34 7 0,0 0 0</inkml:trace>
  <inkml:trace contextRef="#ctx0" brushRef="#br0" timeOffset="26">29502 1692 7843,'7'-14'473,"-4"4"1,5 1-1,0-1 1,-2 1 1847,0-1-1794,5 1 0,-8-1 1,7 2-1,-1 0 1099,-1 1-1423,-1 3 14,-7-2-115,0 6 0,0 2 0,-2 1 117,-3 2 0,2 1 0,-6-3 0,-4 2 115,-4-2-296,1 5 1,-5-7 0,7 4-187,0-3 1,0-2-1,-1 0 1,1 0-510,0 0 463,0 0 1,1-2-48,4-3 0,1 2 1,5-6-160,-2-2 94,0 4 0,7-4 104,2 7 0,4-1 0,7 5 10,-1 0 118,0 0 0,0 6 0,0 4 740,1 2 0,-6 7 0,-1 2 1,0 1 567,0 3-1054,-5-4 0,3 6 0,-6-4 28,0 4 0,-1-3 0,-4-1 0,-5 1-168,-2-2-142,-2 5 1,-5-11-1,-2 3-174,-1-3 213,-2-8 1,-6 3-1,-1-7 1,-2 0-1,1-4-411,2-5 410,8 3 0,1-12 1,7 1 47,0-4 0,6-4-80,3 2 1,4 4-1,2-3 1,4 6-1010,4 2 911,10 1 0,3 1 1,7 3-1,1 3 0,2 2-187,1 0 419,0 0 1,0 7-1,0 2 0,-1 4 1,-4 3-1,-2 3 1,-4 4 328,-2 4 38,-1-5 0,-6 5 1,-2-3 41,-2 3 0,-6-4 0,2 1 0,-3 0 436,-2-2-722,0-2 0,0-10 58,0-1-215,0-5 97,-7 2-1374,6-6 1,-5-2-2519,6-2-35,0-4 3826,0 0 0,6-55 0,2-8 0</inkml:trace>
  <inkml:trace contextRef="#ctx0" brushRef="#br0" timeOffset="27">22635 4165 7677,'6'-7'240,"-2"-5"1,3 6 0,0-2 1256,-4-3 1,-1 6-1015,-2 5 0,0 7 0,-2 7 0,-1 0-228,-2 0 0,-6-1 0,2-2 0,-3-1-76,3 1-138,-4 1 0,5-2 1,-6-2 20,0-2 1,-5 3 0,0-4 0,2-2-416,1-1 305,-5-2 0,6 0 0,-4 0 41,3 0 0,3-2 1,2-2 16,2-6-75,5-3 0,0-1 1,8 0-129,6 0 239,3 0 1,6-1 0,0 3 0,-2 1-1,0 3 385,2 2-386,-3 1 0,5 5 0,-7 0 73,0 0 0,0 0 0,0 1 0,1 4 456,-1 5-448,0 2 1,0 2 0,1 2-26,-1 3 0,2-3 0,1 3 0,2-3-201,-2-2 90,-1 0 1,0-1-1,3-2-7,4-2 0,-2-4 0,-2 3 0,-3-2-122,-2-3 187,0-1 0,-1-4 0,-2-1 297,-2-1 1,-5-8 0,0 3 0,-1-4 498,2-1-669,-3 0 1,4 0 0,-7-1-19,-4 1 0,3 0 1,-4 0-1,0 0-401,-4-1 157,4 1 0,-7 6 0,4 2-525,-4 0 0,-1 4 0,0-3 0,-1 4-1477,1 1 1394,0 0 1,-5 5 0,2 1-167,4 2 0,-1 1 1,4 4-1,-1-2 861,2-2 0,-4 20 0,5 9 0</inkml:trace>
  <inkml:trace contextRef="#ctx0" brushRef="#br0" timeOffset="28">22976 4677 8105,'8'-6'1309,"-1"3"224,-7-7-526,0 7 872,0-3-1110,0 18-556,0-8 1,0 15 0,1-10 339,4 4-341,-4-5 1,12 4-57,-3-2 0,-3-2 0,3 1 0,1 2 179,2 2-398,1-5 1,0 4 0,0-2 101,0 2 1,2 3 0,3-1 0,3-2 205,0-2-236,5 9 1,-5-14 0,7 9 9,-1-2 1,1 1 0,1 1 0,1 1-132,3-1 128,-8-6 0,1 4 0,-3-4 5,3 0 1,1 3-1,1-5 1,-2 1 174,-4-1-192,4 5 1,-10-8-1,7 5-23,1-1 0,-2-3 1,-1-2-1,0 1-324,0 2 311,2-1 0,4-4 1,0 0-20,1 0 0,4 5 0,0 0 1,0-2-64,2-1 191,2-2 1,0 0-1,0 0-60,-2 0 0,4 0 0,-3 0 0,1 0 69,-4 0-72,3 0 0,1-5 0,5 0-129,1 2 1,-2 0 0,-2 0-1,-1-2-29,2 2 129,1-5 0,-5 6 1,-3-4 4,-3 0 0,-1 4 0,1-4 0,0 1 149,-2 0-126,4 1 0,-10 2 1,6-1 31,1-2 1,-1-1-1,1 3 1,-1-2 72,1 2-44,-1 1 0,0-3 0,1 1-67,-1 1 0,-1-1 0,-3 1 1,-5-2 54,-3 2-69,4 2 1,-9-1 0,3-1-1,-1-2 1,-5 1-74,2 4 161,-7 0 138,3 0-19,-6 0 593,0 0-1019,0-7-144,0 6 32,-6-6 184,4 7-51,-4 0-75,6 0-42,0 0 227,0-6 316,0 4 116,0-4-131,0 6-212,-7 0-27,6 0 1,-7-5 0,5-1-383,-2-2 364,0 5 0,-1-10-91,-3 4 0,-3-4 0,1 1 0,2 1-172,-2 1 154,5 1 1,-5-1-353,6 1 0,-5 4-282,6-5 739,-8 7-62,11-3 1,-5 8 24,6 2 94,6 4 1,-3 2-1,7-2 88,1-2 1,-4 3 0,3-2 0,1 1 293,2 3-352,1-5 0,-5 5 0,1-5 50,1 2 0,0-3 1,0 4-1,-3 2 489,-2 2-447,5-5 0,-9 5 1,4-4 85,1 4 1,-6 1-1,4 0 1,-4 0 641,-1 1-799,-6-1 0,-2-5-201,-6 1 0,0-2 0,0 1 0,-1-3-479,1 1-3335,6-6 2283,-4 6 1679,10-7 0,8-7 0,10-1 0</inkml:trace>
  <inkml:trace contextRef="#ctx0" brushRef="#br0" timeOffset="29">25863 4976 8000,'0'-8'255,"0"0"1,1 5 1024,4-2-164,-4-6 159,6 9-964,-7-4 1,-2 6 0,-1 2-86,-2 2-151,-6-2 1,3 6-1,-6-5 1,-2 3 0,-1 1 103,-2-1-176,0-1 1,0-4 0,0 2-52,2 2 1,-4 0-1,2-5 1,2 0-401,1 0 284,8 0 0,-3-6 29,6-4 0,1-2 0,5-3 0,4 1-2,4 0 116,4 0 1,1 1 0,2 2 8,3 1 1,2 7 0,4-1 0,-3 2-12,-2 2 95,6 0 0,-9 0 1,5 2 152,-1 2 1,2 4-1,-4 6 1,-1 2 299,-2 3-346,-2-3 0,0 5 1,-1-7-43,-4 0 0,4 0 0,-4 0 0,2 1-27,-1-1-12,2 0 1,-8-6-1,5-2-31,2 1 0,-3-6 1,2 4-1,1-4 160,1-1-155,2-6 1,1-2 0,-1-6 23,0 0 1,0 0 0,1-2 0,-1-2 288,0-1-275,-6 1 0,0 3 0,-5 1-12,2 0 0,-1 0 1,-4-1-1,-1 1 25,-4 0-429,-3 0 0,-6 4 1,-2 2-42,-3 2-19,3 1 0,-10 5 0,3 0 1,0 0-1,-1 0-1400,-1 0 1389,4 0 1,-1 7 0,5 2 0,-2 4-1750,1 1 1634,3 0 1,7 0-1,3 1 492,3-1 0,28 13 0,5 3 0</inkml:trace>
  <inkml:trace contextRef="#ctx0" brushRef="#br0" timeOffset="30">26460 5303 7244,'0'-8'801,"0"-5"1,-2 5 496,-3 0-435,4-4 1,-6 9 548,7-7-1040,0 7-4,0-3-211,0 6 628,0 0-439,0 6-251,0 2 0,2 1 1,1 1 43,2 1 1,1-3-1,-3 1 1,4 1 85,1-2-119,-5 4 1,8-4-1,-5 6 39,2 1 0,0-1 1,3 0-125,-2 0-67,1 7 1,3-5 0,-2 3-33,-2-4 0,-4-5 0,3 1 0,0 3-58,0 3 89,1-4 0,1 0 0,-1-4 41,2 4 0,-3 1 1,1 0-1,3 0-8,0 1 11,2-1 0,-3 0 1,0 0 16,1 1 1,3-6 0,-5 1 0,2 1 10,3 1-34,-1 2 1,-1-4 0,-2-2-25,-2-2 1,1 5 0,4-3 0,0 2-170,0-1 197,7 1 1,-4-1 0,7-1-5,1-2 0,2 4 0,3-4 1,2 0-40,1 1 2,0-3 0,-3 1 1,2 1-7,1 2 0,-2-5 0,-5 4 1,-4-2-66,-2-1 93,5 7 1,-9-9-1,5 3 20,-1-4 0,-4-1 1,5 0-1,-2 2 31,0 3-29,0-4 0,-4 5 1,3-6 22,1 0 1,4 0 0,-4 0 0,-1 0 49,-2 0-65,-2 0 0,0 0 0,0 0 6,0 0 0,-4 0 0,-1 0-3,2 0-9,2 0 1,-3 0 0,-1 0-8,2 0 0,2 0 1,1 0-1,0 0-29,0 0 36,1 0 0,-1 0 0,0 0-23,0 0 1,-4 0-2,-1 0-75,-6 0 120,10 0 74,-11 0-96,4 0 25,-6 0 0,-2 0 78,-2 0 6,2 0 306,-4 0-21,6 0-82,0 0-467,-7 0 1,4-6-115,-6-3 70,6 2 1,-9-5-1,6 2 37,-2-2 1,0-3-1,-3 1 1,2-2-75,-2-3 251,4 4 0,-5-4 0,4 8 26,0 1 1,-3 1-214,6-6 43,0 8 13,-1-6 1,5 13 0,-3-2 0,8 7 407,5 3-187,-3 1 0,7 7 0,-5 2-49,0 1 1,4 0 0,-4-5 0,0 0-4,-3 0-89,3 0 0,-7 1 0,4-1-69,-3 0 1,-4 0-1,-3 0 1,-4 1-328,-4-1-468,-1-6 0,-5 4 0,0-4-908,2 0 0,1 3 1809,2-6 0,19-19 0,4-10 0</inkml:trace>
  <inkml:trace contextRef="#ctx0" brushRef="#br0" timeOffset="31">28407 5743 8021,'0'8'3395,"0"-1"-2687,0-7 2620,0 0-3290,-6 0 45,5 0 0,-12 0 0,3 0-356,-2 0 173,-2 0 0,-1 1 0,1 2 0,0 2-586,0-2 506,6-1 0,-3-4 1,4-1-1,1-3-265,0-2 402,1-2 1,5 1 0,2 1 23,2 2 1,4-4 0,7 6 0,0 0-112,4 3 372,3 1 1,2 0 0,-2 1 138,-1 4 1,2 3 0,-2 6-1,0 0 616,-1 1-811,5-1 1,-7 0-1,4 0 0,-2 1 1,-1-1-1,-3 0 1,1-1-92,2-4 4,0 4 0,0-12 1,0 6-150,-1-1 0,-1-5 0,0 4 1,2-5-11,-1-5 11,-2-2 0,-2-8 0,-2 1 61,-2 0 1,3-5 0,-6 0-1,1 2 69,-3 1-90,-3-5 0,-2 6 0,0-4-9,0 3 1,0 2 0,-2-1 0,-3 3-156,-4 2 84,-4-2 0,-3 10 0,-3-3-69,-4 4 0,-4 1 0,-2 0 0,1 0-302,0 0 362,-1 0 1,1 6 0,1 2-206,3 0 0,-1 4 1,6-2-1,2 3-1201,1 1 631,2-6 0,4 4-711,1-2 1,5 2 1583,0 3 0,34-1 0,9 0 0</inkml:trace>
  <inkml:trace contextRef="#ctx0" brushRef="#br0" timeOffset="32">28493 5715 7970,'1'-9'569,"3"-1"1432,0-1-1438,1 5 1,-7-1-1,-2 9-97,-6 3 0,-2-2 1,-3 6-1,1 1-98,0-2-270,0 4 1,-2-5 0,-1 4-15,-2-2 0,-5-1-139,5 2 0,-5-3 0,5-3 0,0 2-102,-1 2 27,4-5 0,-9 3 0,6-6 0,1 0 0,3 0-149,0 0 264,1 0 0,5-6 0,1-3-19,1-4 1,3-6 0,5-2-1,6 1-96,7-1 80,6-4 1,9 8 0,-1-5 78,1 1 0,4 4 0,0 7 0,-1 5-9,-2 4 9,-2 1 1,0 0 0,-1 0-42,-3 0 0,-3 6 0,-7 4-294,0 2 78,0 2 1,-4 1 0,-2-1-418,-2 0 0,5 0 1,-2 1-1,4-1-2248,1 0 2893,1 0 0,5 7 0,2 1 0</inkml:trace>
  <inkml:trace contextRef="#ctx0" brushRef="#br0" timeOffset="33">29218 6028 8449,'-6'-8'2518,"4"0"-878,-3 3-938,4 4-604,1-6-41,0 7 1,4 7-1,3 2 1,1 4-1,3 1-49,1 0 0,7 2 0,2 1 0,-1 4 190,1 1-177,4-5 1,-7 10 0,5-5 3,3 0 1,0 5 0,3-3 0,-1 1-85,1-1 92,-1 3 1,1-10 0,-1 5-70,0-1 1,1 3 0,-1-5 0,1-2-55,-1-1 81,1-2 1,1 0 0,1 0-72,2 1 1,2-6-1,-2 1 1,5-1-331,3-1 363,-4-2 0,2-6 0,-4 0-11,1 0 1,1 0 0,0 0 0,-3 0-67,-4 0 150,-2 0 1,-6 0 0,-3 0-94,-3 0 1,-2 0 0,0 0-32,1 0 215,-7 0-506,4 0 264,-10 0 55,4 0-54,-6 0-153,0 0 0,-5-1 48,1-4 125,-1 3 0,0-6 0,-1 5 28,-2-1 0,3-6 0,-4 4 0,-1-2-53,2-3 82,-4-2 1,4-1-1,-6 0 104,-1-1 0,1 1 1,0 0-1,0 0 316,-1 0-230,1-1 0,5 3 0,1 1 491,2 1-431,-6 1-29,11 1 1,1 2-1,9 7 48,4 4 0,1 1 0,0 7 0,1-1 447,-1 4-555,0 2 0,0-4 1,1 0-137,-1 0 0,-5-1 0,-1-2 1,-2-2-169,-2 2 179,-3 2 0,-1-3 1,0-1-92,0 2 0,-1-3 0,-4 0 0,-6 0-992,-7 0 490,3-5 1,-7 8-1,4-6-779,-1-2 0,0 3 1383,5-1 0,6-7 0,2-6 0</inkml:trace>
  <inkml:trace contextRef="#ctx0" brushRef="#br0" timeOffset="34">30967 6412 14821,'-8'6'316,"-5"2"1,4 6 0,-4 0-367,-1 0-31,-7 1 0,5-6 1,-2 1-1,2-1 1,2-1-1,-1-3-998,1-4 889,0-1 0,0 0 1,1-1-1,4-4-1017,4-4 993,3-4 0,2-1 0,2-1 78,3 1 0,-2 0 1,6 0-1,2 1 186,2 4-24,1-4 0,0 11 0,1-2 124,-1 2 0,0 2 0,0 0 0,0 2 680,1 2-569,-1 4 0,-3 3-45,3 4 1,-3 0 0,8 9 0,-2-5 273,2-3-451,4-2 1,0 0-1,1-1 34,1-4 1,0 3-1,2-6 1,-1 0 100,-1 0-81,5-1 1,-13-5 0,5 0 93,-1 0 1,3-6-1,-5-4 640,-2-2-571,-1-2 0,-8-1 0,-4 0-81,-2-4 1,-2 3 0,0-5 0,0 2-354,0 0 117,-6-6 1,-2 9 0,-8-3-179,-3 4 0,-3 5 1,-7 2-1,-1 2-326,-3 3 340,-3 1 0,-2 2 0,2 0-316,1 0 0,2 2 0,6 1 0,2 3-846,1 2-226,13 2 1,-6 4 1612,12 0 0,32 19 0,12 5 0</inkml:trace>
  <inkml:trace contextRef="#ctx0" brushRef="#br0" timeOffset="35">4266 4450 7997,'-7'-8'612,"6"-5"1,-5 10 0,6-6 2020,0-2-2402,0 4 0,-2 2 0,-1 10 0,-4 6 0,0 5 902,-4 3-1063,4 6 0,-4-3 0,5 7 0,0-1 0,-1 1 219,4-1-401,1 7 0,2-10 1,0 4-1,0-4 1,4-3-448,5-3 478,1 3 1,12-11 0,-5 2-70,2-5 0,6-4 0,-3-4 0,2 0-10,0 0 154,-7 0 0,4-6 0,-7-3 27,0-4 1,-1-1 0,-2 0 0,-3-2 63,-2-3 0,-1 3 0,-4-5 475,4 7-548,-3 0-193,4 0 176,-6 6 0,5 8 0,1 9 1,2 4 1344,3 1-1116,-5 0 0,1 1 1,-7-1-49,0 0 1,0 5 0,0 0 0,0-2-534,0-1 276,-7-2 0,-7 1 0,-8-1-862,0 0 1,-5 0 0,5 0-1,-2-1 943,1-3 0,5-10 0,-2-8 0</inkml:trace>
  <inkml:trace contextRef="#ctx0" brushRef="#br0" timeOffset="36">5375 4734 8033,'-14'-8'928,"6"-4"0,0 8 0,5-5 0,-4-1 1032,-1 3-1760,5 0 0,-3 9 1,6 4-1,-2 7 1,-1 6-1,-3 3 622,-2 3 1,3 7-733,-4 1 0,4 0 0,-3-5 0,2 1 0,1-1 1,0 1-552,1-1-586,-1-6 1,5 4-3085,0-7 985,0-1 3146,0-10 0,19-83 0,-7 23 0,-1 1 0</inkml:trace>
  <inkml:trace contextRef="#ctx0" brushRef="#br0" timeOffset="37">5304 4663 8033,'8'-8'767,"4"-3"1,-2 6 854,2 2-1305,3-5 1,3 7 0,3-4 61,1 3 0,2 4 1,4 3-1,1 4 956,-1 4-1053,-6 1 1,4 2-1,-8 1-33,0 2 0,-2 5 1,-4-4-1,-2 2 219,-5 4-428,-4-6 0,-7 7 1,-5-5 83,-7 0 0,-4 5 1,-6-5-1,-2 2 190,-3 0-789,-4-7 0,1 8 1,3-6-378,3-1 0,1-4 1,1-3-1,1-2-2429,3 2 1025,10-4 2256,1 5 0,75-48 0,-26 16 0,1-1 0</inkml:trace>
  <inkml:trace contextRef="#ctx0" brushRef="#br0" timeOffset="38">5773 4848 8033,'14'-7'664,"0"0"0,-1-3 92,-4 1 387,-2 5 690,-7-2-1064,0 6-603,-7 0 0,-1 6 0,-6 6-45,0 5 0,5-1 1,-1 4-1,1-1-93,1 0 0,-5 0 1,12 0 0,-4 0-122,3-2 1,2-1 0,2-2 0,3-1-570,4-3 572,10 2 1,-2-10-1,9 2 71,4-2 1,-2-8-1,5-4 1,-3-4 238,-1-5 84,-1 3 0,-6-11 1,-4 4-137,-7-4 0,-5-2 0,-6 1 0,-2 0 206,-2-1-473,-4 1 0,-13 6 0,-2 3-161,-4 3 1,-2 8 0,1 3-1,-1 4-899,1 1 874,-1 12 1,6-1 0,1 13-8,1 1 1,4 2 0,6 2-1,3-1 136,1 0 19,3-5 1,5 2 0,6-5 51,7 2 1,6-9 0,10 0 0,4-5 32,4-5 31,3-2 0,1-2 0,-1-4 15,-3-4 0,8-10 0,-5-5 0,0-3-87,-1-1 316,-9-1 0,4 1 0,-8-2-41,-3-3 0,-5 3 0,-10-2 0,-4 7 1024,-4 6-810,-1 3 1,-1 3-137,-4 4 1,-3 3-1,-6 7 1,-2 5-795,-3 9 497,3-1 1,-6 13-1,5-4-12,-2 4 0,0 2 0,6-2 0,2-2-123,2-1 35,6-1 1,-8-1 0,6-1-126,2-1 1,7-5 0,7 0 0,7-5-474,6-4 771,9-1 1,3-5 0,7-2-1,-1-2 0,-4-9 0,0-8 1,2 1 64,1-1-17,-5-4 0,-6 8 0,-8-5 363,-1 1 1,-7 4 0,-6 6 444,-2 1-704,-1 7 0,-7-3-366,-2 6 0,2 8 1,-3 4 772,4 6-506,1 1 0,0-4 1,0 3 2,0 1 0,-2 1 0,-1-2 0,-2 1-52,2-2-223,1-1 1,-2-2 0,-1 0-262,2 0 0,-5-4 0,-2-2-289,-2-2 205,4-1 184,-5-5 1,7-2-1,-4-4 1,7-7-1217,6-4 1268,-1-8 0,15 3 1,-1-7-151,5 1 0,-2-2 0,4-2 0,1-1 442,-2 1 0,5 2 0,-5 2 0,5-1 0,-3 1 0,3 0 0,-12 5 0,4 4 0,-3 4-556,-2 0 1507,-6 1 1075,5 6-1582,-11 8 1,-1 4-1,-6 5 191,2 2 0,2 2 0,-1 2 0,-1 3 935,-2 1-901,-6 6 0,8-4 0,-7 4 422,-1-1-944,5-1 0,-5 1-1,5-2 1,-1-1 0,1-2 105,3 1-421,-5-4 0,6 4 0,-2-5 1,2-1-945,2 0 306,0-6-1337,0 5 1044,0-12 996,6 6 1,-4-9 0,4-1 167,1-2 0,-4-6-123,6 2 219,-6 2 1,5-5-139,-3 2-188,-3 4 0,4-2-818,-6 3 325,6 4 1,-4-7-1446,3 3 1315,-4 3 356,-1-4 424,0 6 2518,0 0-2062,0 6 350,0-4 54,0 4-879,0-6-616,0 0 499,0 7-2668,0-6 2813,0 5 0,-12-6 0,-4 0 0</inkml:trace>
  <inkml:trace contextRef="#ctx0" brushRef="#br0" timeOffset="39">7806 5061 13746,'0'-8'85,"2"-3"1,1 5 0,3-2 0,2-5 0,3-3 0,2-4-542,1-2 398,6-8 1,1-5 0,4-4 0,-3 2 0,-1 2 0,-4 4 0,-3 2 145,-4 6 0,-2 4-124,-3 9-363,-4 4 1,5 17 539,-6 3 1,-4 10-1,-3 0 1,1 3 894,0 1-908,-5 0 0,8-4 0,-5-2 0,1-1 0,4-4 263,2-1-568,1-2 0,1-1 341,4-4-182,3 4 0,8-12 0,1 3 0,4-8 0,1-7-245,3-6 238,8-5 0,-4-2 0,1 0 136,-5-1 0,-3-3 1,2-4-1,-5 1 765,-4 4-672,0-2 1,-6 7-1,-1-5 312,-2 4-128,-1 2 0,-5 7 0,-2 1-68,-2 4-680,2 2 0,-4 9 1,4 1-991,-3 2 946,4 0 188,-5-5 0,6 1-23,0 4 547,0-3 159,0 4-215,0-6-1252,0 0 775,0 6 217,0 2 0,0 6 0,0 2 237,0 3 0,0-2 1,0 6-1,0-1 414,0 0-534,0 1 0,0 6 0,0-2-54,0-4 0,0 3 0,1-6 0,2 1 178,2-1-508,0-1 1,1-9-1,4-2-240,2-2 1,9-1 0,1-5 0,3-3-2962,4-7 2705,-4 1 0,10-18 0,-8 2 771,-4-7 0,-21-42 0,-7 29 0,0 0 0</inkml:trace>
  <inkml:trace contextRef="#ctx0" brushRef="#br0" timeOffset="40">8204 4720 7991,'-8'0'1023,"-3"1"1281,6 4-961,1-3-762,4 4 1,12-6-1,7-2 1,8-2-537,6-6-56,4-2 0,1-1 0,-2 2-559,-1 1 0,-2 1 0,-5-4 0,1 2-2448,-1 2 3018,-6 6 0,-20-16 0,-12 3 0</inkml:trace>
  <inkml:trace contextRef="#ctx0" brushRef="#br0" timeOffset="41">9683 4748 7961,'0'-14'285,"0"0"0,0 0 1,0-1-1,0 1 1,-2 2-1,-3 2 1222,-4 5-1361,-4 4 0,-3 1 1,-1 1-1,-3 4 1,-3 5-1,-2 4 1,-2 5 724,-1 4-799,-1 11 1,7-4 0,3 3 0,4-5 0,0-3-202,1-1 0,5-5 0,2 3-893,6-1 775,4-9 1,13-5 0,3-7-199,4 0 1,6-8 0,2-5-1,3-6-206,-3-3 558,-1-2 0,-1 1 0,-1-1 282,1-1 0,-7 3 1,-3 0-1,-4 1 1398,0 4-989,-8 1 1,0 6-283,-7 1 1,-2 7 0,-3 2 0,-4 10 269,-4 7-328,5-1 1,-4 11 0,2-3-268,-2 2 1,2-2-1,2-2 1,2 0-217,3 0-422,1-4 0,4-2 0,3-7 189,4 2 0,4-5 1,3-1-1,1-3-684,2-2 928,6-7 1,-3 0 0,7-9 220,-1-3 0,-4-2 1,-2-4-1,-2 3 965,-2 1-606,-2 2 1,-4 5 2096,-2 0-1960,-4 0-276,-6 6 1,0 8 0,-2 11-106,-2 6 0,2-1 0,-3 3 1,4-3 156,1-2-775,0 0 1,1 0 0,4 1 89,5-1 0,2-6 1,3-3-1,0-4-853,4-1 1156,-3 0 1,9-1-1,-6-4 31,-1-5 1,2-7 0,-1-2-1,-1 0 357,-3-2-206,-7 6 1,-1-6 0,-7 7 235,0 0 0,0 4-1323,0 1 520,-7 6 0,-1-4 1,-6 9-183,0 3 1,4 1-1,1 5 670,-2-2 0,-2 1 0,-1-2 0,-13 4 0,-3-4 0</inkml:trace>
  <inkml:trace contextRef="#ctx0" brushRef="#br0" timeOffset="42">9996 4848 7404,'0'8'767,"0"-2"-152,0-6 550,0 0-840,6-6 0,0-2 0,5-6 0,-1-1 119,1 1-335,-5 0 1,7 0 0,-4-2-115,4-3 0,-4 2 1,1-7-1,1-1-88,1-2 88,-4-8 0,3 3 1,-4-5-28,1-3 1,-5 1 0,2-1 0,-4 4 85,-1 1 19,0 8 1,-1 7-146,-4 5 1,-3 7 0,-6 7-153,-1 9 4,1 1 1,5 18 0,-1-2 314,-1 7 1,-1 0 0,-1 4 0,2 0 1302,1 1-1157,1 0 0,1 5 0,2-5-115,-1-3 0,6 0 0,-4 0 0,4-4-257,1-5 145,6-5 0,2-5 0,8-3-470,2-2 0,0 1 0,6-7 0,-1 0-892,-1-3 1163,5-7 0,-6-2 0,4-6 121,-1 0 1,-7-5 0,2-2 0,-3-1 35,-2-3 189,-6 4 1,3 1-1,-6 5 357,-2 1 0,-1 5 404,-2-1-469,0 7-369,0-3 1,-5 17 0,-2 3 243,0 2-135,3 0 1,-7 3 583,7 0-887,-1 0 1,5-5 0,1 0 0,4-1-1638,5-4 1511,2-3 1,3-6-1,0 0-84,4 0 1,-3 0 0,5-1 184,-1-4-40,-4-3 1,4-1 177,-5-1 1,-6 7 236,1-2 129,-1 4 55,-1 1 1,3 1 0,-5 2 464,2 2-883,2 0 0,4-5 0,0 0 28,0 0 1,2 0-1,2 0 1,1 0 87,-2 0-283,5-6 0,-1-2 0,2-6 42,-4-1 1,-3-1 0,-2-1 0,-1-2 275,-4 2-112,-2 1 0,-7 2 1,0 0-131,0-1 1,-2 6-1,-3 1 1,-4 2-866,-4 2 793,-1 3 0,0 2 1,0 3-155,-1 0 0,3 7 1,2-1-680,6 3 722,2-6 0,4 6 274,2-3 0,6-4 0,9-1 1,3-4 122,0-1 172,5 0 1,-5 0 0,6-1-121,1-4 0,-1-1 0,-1-5 0,-2 3 481,-1 1-455,-7-4 0,4 8 1,-7-5-115,0 2 1,-4 1 0,-1 5-203,2 0 67,-4 0-258,5 0 193,-10 0 300,4 0-152,-6 0 1,-1 0 0,-4 0-20,-5 0-143,-2 0 1,-2 0-1,-2 2 71,-3 2-7,3 4 0,-6 2 0,5-1 0,-2 2 0,1 2-38,2 1 107,2 0 0,0 1 0,1-1-116,4 0 1,1 0 0,5 0 0,-2 1-534,2-1 695,8-6 1,3 0 0,6-5-12,0 2 0,7-1 0,2-5 0,3-4 85,-3-4 65,4-4 0,-6-1 1,2 0-49,-4-1 1,-3 1-1,-2 0 1,0 0 761,1-1-680,-7 8 0,-2-6-495,-6 3-1222,0 4 1295,0 0 1,-2 18 174,-2 7 1,2 0 0,-4 0 0,1-3-263,0-2 183,0 1 1,7-3-1,1-1 87,2-1 0,8-6 0,-1 4 1,7-1 92,3-4 63,2-2 1,0-2 0,-2-4-27,-2-4 0,4-6 0,-3-2 0,-1-2 277,1 2-230,-9 1 0,1 2 181,-4-1 1,-2 6-1381,-3-1 781,-2 7 1,-2-1-16,0 8 0,0 4 0,0 6 0,0 1-220,0-1 397,0 0 0,6-4 0,4-1-13,3 2 1,1-5 0,2-1 0,1-3 215,2-2 297,6 0 0,-7-2 0,4-3-10,-2-4 1,4-4-1,-5-1 1,-2 0 691,-1 0-366,-8-1 0,-2 6 383,-6-1-2489,0 1 864,0 1 0,-6 19 429,-4 13 0,3 11 0,-3-2 0,-1 0 478,-2 2-418,-1 1 0,1 2 0,2-2-10,2-1 0,-1-3 0,-2-7 0,1-3 14,1-1 254,1-3 1,-1-8 272,1-1 0,4-5 0,-3-1 1,2-6 812,3-7-1337,1-9 1,2-3 0,0-6-231,0-1 1,8-6 0,6-2 0,7-3-2620,1 2 2315,5-3 0,-5 11 0,6-3-399,1 3 1,-1 8 0,1 4 949,-1 7 0,7 24 0,1 11 0</inkml:trace>
  <inkml:trace contextRef="#ctx0" brushRef="#br0" timeOffset="43">7493 5601 16319,'0'14'82,"-5"-4"1,-1-1 0,0 2 0,-1 2 0,3 0-1438,-3-4 1143,6 4 0,-5-10 0,7 5 0,4-2 0,4-4-598,4-5 840,1 1 0,5-11 0,0 4 0,-2-4 0,-1-1 659,-2 0-426,-6 0 1,3 4-1,-4 2 1,-1 0-561,0 1 117,5 3 0,-9 0 0,3 10 0,-4 7-230,-1 4 374,0 2 0,0 1 0,0 3-26,0-1 0,7 5 0,2-5 1,4 0-116,1-3 178,7-3 1,-4-4 0,7-2 68,1-6 0,2-2 1,1-5-1,1-5 204,-1-6 7,1-10 1,-7 0 0,-3-7-106,-4-2 0,-7-2 0,-3 3 0,-3-1 175,-2 1-181,0 9 1,-7 2-1,-1 7-80,0 0 1,-4 6 0,2 3-962,-2 4 556,-2 7 1,1 2-1,2 6-210,1 0 1,7-3 0,-2 2-390,4 3 694,7 1 1,2-4-1,8-2 140,3-2 0,8-6 0,6 2 0,0-3 142,2-2 154,-5 0 0,5-2 0,-7-1 389,0-2 0,-5-4 0,-5 2 380,-2 0-514,-8 3-296,-1-2 1,-7 8-1,-2 2 1,-3 6 309,-4 2-413,2 3 1,-4 0 0,7 3-171,0 1 1,3 1 0,1-2 0,0 1-648,0-2 642,6-1 1,4-7 0,9-1-31,4-1 0,4 2 0,2-4 1,-1-4-348,0-4 508,1 2 0,-5-12 1,-2 2 198,-2-6 1,-6-1 0,-6-6 0,-1-1 895,-4-2-884,-2 5 1,-2-3 0,-4 6-67,-4 2 0,-6 1 1,-2 2-1,-4 1 368,-1 4-796,5 2 1,-8 7 0,4 0-135,-1 0 1,5 2-1,-2 1 1,5 3-883,4 2 925,-3 2 0,12-1 0,-4 1-46,4 1 1,2-3 0,5-1 0,9 0 128,7-4 200,5-2 0,6-1 0,0 0 4,-1 0 0,2-4 1,-1-3-1,-3 1 679,-4 0-411,1-5 0,-12 9 0,4-3 300,-3 4 0,-6 1-35,-1 0-207,-6 0 0,4 6 0,-7 4-68,0 2 1,0 2-1,0 1 1,0-1-12,0 0-115,0 0 0,0 1 1,0-1-32,0 0 1,0-5-219,0 1 228,0-1 515,0-1-307,0-1 1,0-18 0,1-4-122,4 0-245,-3-1 0,9 0 1,-5-1-38,2-2 1,0-5 0,3 5 0,-2 0-394,2-1 389,2 4 0,-4-3 0,-1 8-109,-1 1 0,4 2 1,-2-1-388,4 4 408,-5 4 0,4 1-156,-2 0 63,2 0 1,-2 1-1,-2 4 1,0 3-727,0 0 0,-5 4 1,2-2-693,-4 2 1746,-1 3 0,0 5 0,0 2 0</inkml:trace>
  <inkml:trace contextRef="#ctx0" brushRef="#br0" timeOffset="44">9114 5374 7901,'0'-10'641,"-2"2"0,-1 1 339,-1-1 1897,-1 4-1183,5-2-1380,0 6 1,0 6 0,0 6 225,0 5 0,0 5-285,0 6 0,-2 1 1,-1-1-1,-2 1 60,2-1-247,2 1 1,-4 2-1,0-1 1,2-3 0,0-2 139,-2-3-1103,3-1 1,-4-7-548,6 0 1107,0-6 1,2-3 0,2-10 0,6-6-736,3-6 737,1 1 0,6-11 0,2 2 1,2-5-1,-2-3-367,-1 1 600,4 9 0,-14-3 0,3 7 50,-1 2 1,-5 7-437,1 6 672,-5 2 1,0 4 0,-8 2 98,-6 6 1,-3 3 0,1 2 0,-1 3 517,-1 1-555,9 0 0,-14-5 0,11 2-332,0 3 1,2-7 0,6 6-713,0-1 606,13 0 1,3-4 0,14-2-292,3-1 0,3-7 1,7 1-1,-2-2-2086,-3-2 2567,-4 0 0,-37-51 0,-8-12 0</inkml:trace>
  <inkml:trace contextRef="#ctx0" brushRef="#br0" timeOffset="45">20417 7464 7913,'14'-7'388,"-4"4"1,-1-6-1,1-2 1830,-2-2-1926,4 5 0,-12 3 0,2 10 0,-7 5 0,-3 4 0,-3 5 0,-1 4 1408,-3 4-1580,1 2 1,0-1 0,0 1 0,-1-1 0,1-1 482,0-3-600,0 2 1,0-3 0,-1 5 0,1-1 0,0-4-265,0-4-107,6 4 1,-3-12 0,6 3-530,2-2 573,1-5 1,2-9-187,0-12 1,7 0-1,2-7 1,4 1-1658,1-4 1868,6-3 0,-2-1 0,4-1 112,-1 1 0,-3-1 0,-3 1 0,-1 0 363,0-1-5,-6 7 0,3-3 0,-6 6 568,-2 1 0,-1-2 606,-2 1-181,0 6 0,1 7-674,4 6 0,1 2 0,5 2 0,-3 7 890,-2 7-1095,6-2 1,-6 10 0,5-2 40,-2 3 0,-1 1 0,3 1 1,-1-1 658,1 1-851,2 5 1,-4-4-1,-1 4-72,-2-4 0,4-7 0,-4-1 1,0-1-154,1-4-867,-3-1-1034,3-2 1069,-6-6-23,6-1 1,-9-14-69,-3-2 1,-1-9 0,-5-1 0,1 2-1621,-1 1 1417,-1 2 1217,-9 0 0,-39-13 0,22 12 0,0 0 0</inkml:trace>
  <inkml:trace contextRef="#ctx0" brushRef="#br0" timeOffset="46">20318 7762 7960,'-8'0'-1086,"-5"0"639,4 0 3522,2 0-2223,1 0 0,19 0 0,7 0 0,10-1 1215,8-4-1731,3-3 1,2-2 0,-2 1-309,-3-2 0,-2 3 1,-6 0-1,-1 2-527,-7 3-136,-11-5-282,1 6 1,-12-4 0,0 7-1,-9 4 917,-8 5 0,-44 15 0,24-10 0,-1 0 0</inkml:trace>
  <inkml:trace contextRef="#ctx0" brushRef="#br0" timeOffset="47">21185 7648 7944,'-8'-6'721,"0"5"0,5-6 832,-2 1-390,-6 4 1,10-6 501,-4 4-1097,3 2-409,9-4 1,2 6 0,10 0 85,5 0 1,4 0 0,5 0-1,7 0 475,6 0-593,4 0 0,9 0 0,1 0 33,1 0 0,6 0 0,-6 0 0,-1 0 147,-1 0-233,-9 0 1,-1 0-1,-6 0-51,0 0 0,-6 0 0,0 0 0,-2 0 32,-4 0 119,-1-7 0,-3 4 0,-3-5-138,-5 2 0,-5 0 87,-5 1-316,-2 3-160,-7-4 1,-2 6-1139,-3 0 960,4 0 0,-7 0 0,5 2-643,-2 2 0,-1-2 1,2 4-1688,0 1 1511,-1-6 1350,5 12 0,0-5 0,0 6 0</inkml:trace>
  <inkml:trace contextRef="#ctx0" brushRef="#br0" timeOffset="48">22834 7449 7947,'-6'-14'716,"4"6"1,-6-4 1338,4 2-1599,2 4 1,-4 1 0,6 10-1,0 4 1,0 4 229,0 1 0,0 5 1,-2 2-1,-1 1 456,-2 3-967,-6 2 0,8-3 0,-5-1-24,2 3 0,-4 0 1,6 3-1,-1-1-97,-1 1-64,4-1 1,-4-4 0,6-2-108,0-1 0,8-7 0,4-6 0,7-2-704,3-3 511,2-1 1,4-2-1,1-2 174,-1-3 1,1-3 0,-1-6 0,1-2-108,-1-3 442,-6 4 1,-1-11 0,-7 7 108,0 2 1,-6-3-1,-5 1 21,-6 1-280,-5 2 0,-12 9 0,-4 2-20,-3 3 0,-6 2 0,-2 0 1,0 0-193,1 0 124,0 0 0,6 0 0,1 2-279,3 3 0,4-4-412,6 4 573,6 3 0,3-7 1,11 4 19,9-3 1,5-7 0,8-1 0,2-2-211,4-3 448,2-2 1,2-6 0,-2 0-20,-1 2 0,-7-4 0,-5 1 0,-3-1 768,-3 1-679,-1-6 0,-8 11 0,-5-4-88,-6 3 1,-6 2 0,-10 1 0,-5 2-280,-3 1 101,-1 7 0,-2-3 0,-2 6-335,-1 0 1,0 5 0,6 1-1,3 2-2034,5 3 1600,3 2 1,4 1 0,2 2-402,6 3 1,2-4 1264,2 4 0,25 10 0,7 1 0</inkml:trace>
  <inkml:trace contextRef="#ctx0" brushRef="#br0" timeOffset="49">23687 7663 7887,'-14'0'1196,"0"0"1,4-5 1441,1 0-2358,6 0 0,3 5 1,11 0-1,6 0 1,8 0-1,7 2 1,6 1 665,3 2 0,8 0-611,3-5 1,2 1 0,-1 2 0,-2 2-135,-2-2 0,3-1 0,-4-2 0,-4 0 46,-5 0-163,-4 0 1,-8 0 0,-3 0 34,-5 0 53,-4 0-677,-7 0-395,-1 0-1598,-20 0 1690,3 0 1,-10 0-491,6 0 0,-1 0 1,1 0 1297,0 0 0,-7 13 0,-1 2 0</inkml:trace>
  <inkml:trace contextRef="#ctx0" brushRef="#br0" timeOffset="50">25592 7464 7894,'0'-15'225,"0"1"1,0 0 0,0 0-1,0 0 2566,0-1-2461,0 7 1,-1-3 0,-4 7 0,-4 0 0,-6 3-1,-2 2 459,-2 4 0,-6 5-590,1 9 0,-1-2 0,0 7 1,1-1 75,-1 0 1,2 3-1,1-2 1,2 3 225,2 1-351,9 1 0,3-2 0,6-2-109,0-1 1,6-2-1,5 1 1,8-4-157,9-3 202,1-8 1,10 3 0,-6-6-103,-1-2 1,-2-1 0,-3-2 0,-2 0-38,-1 0-84,-13 0-491,8-7 1,-18-1-166,4-6-574,-10 6 0,2 2 0,-6 6-457,-2 0 1,3 0 1822,-2 0 0,14 0 0,-3 0 0</inkml:trace>
  <inkml:trace contextRef="#ctx0" brushRef="#br0" timeOffset="51">26104 7520 7208,'10'0'1367,"-1"0"0,2 0 1176,2 0-2088,1 0 0,8 5 0,7 0 0,9-2 0,9-1 0,11-2 0,10 0 1974,7 0-2326,-6 0 1,-1-2-1,-8-1 1,-5-3-1,-7-1-35,-9 1 0,-6 0 0,-9 3 108,-5-2-1202,-3 0-640,-8 5 417,-2 0 217,-6 0 1,0 2-377,0 2 1,0 0-1035,0 5 2442,0 0 0,38-1 0,9-1 0</inkml:trace>
  <inkml:trace contextRef="#ctx0" brushRef="#br0" timeOffset="52">27498 7364 7941,'7'0'1800,"1"-6"-744,-3-4 918,-3 4-621,4 0-830,-6 6 1,0 6-1,-2 3-66,-2 4 1,1 8 0,-7 2-1,1 4 562,1 2-845,-5-1 0,10 0 0,-5-1-74,2-3 1,-4 3 0,5-5 0,2 2-1046,2-1 601,-6-5 0,6 2-1339,-4-5-22,3-1 1289,2-6 0,5-10 0,0-11-212,-2-4 0,3-8 0,-1-1 0,0-4-444,1-3 1043,-4-6 1,6 7-1,-5-4 38,2 1 1,-1 4 0,-4 7-1,0 5 153,0 3 1002,0 2-659,7 6 0,1 3 37,6 10 1,-5 4-1,1 9 1,2 2 1110,6 2-1396,-2 2 0,6 3 1,-3-2-1,4-1 1,4 0 719,2-2-822,-1-2 1,-1-4 0,-2 2 86,-1 0 1,-2-3-1,2-7-173,-5-2 65,-10-1-196,-3-5 1,-18 0 0,-9 0 230,-9 0-365,-6 0 1,-8 4 0,-2 1-382,-2-2 0,1 4-201,4-3 0,2 3 0,2-4 0,4 3-2687,5 2 2844,-2 2 1,17-1 0,-3 0 620,7 3 0,37-12 0,13-2 0</inkml:trace>
  <inkml:trace contextRef="#ctx0" brushRef="#br0" timeOffset="53">28407 7577 7844,'-20'-6'838,"4"3"0,-3-5 1267,3 2-1860,9 1 1,7 5 0,9 0-1,5 0 1,5 0 0,5 0-1,1 0 395,-1 0 1,3 0 0,-4 0 0,4 1-369,2 4-346,-1-3 1,-4 4 0,-2-6-383,-2 0 0,-1 0 121,-4 0 0,4 0 0,0 0-790,-2 0-531,-8 6 1,-1-4 1655,-3 3 0,-3 9 0,4 2 0</inkml:trace>
  <inkml:trace contextRef="#ctx0" brushRef="#br0" timeOffset="54">29516 7421 8433,'0'-8'2322,"0"-5"147,0 4-1113,0 3-875,0-1 0,-1 7 0,-2 2 1399,-2 3-1552,0 3 1,1 7-1,-3 4 43,-1 5 1,5-2 0,-3 2 0,1 1 94,0 2-361,-6-5 0,10 5 1,-4-3-1,2 2 0,0 3 410,-2-1-627,0 1 1,10-6 0,1 0-186,2-3 0,2-1 0,4-5 0,2 0-768,3 1 889,3-7 1,6-2-1,1-6-152,-1 0 0,2-2 1,3-2-1,5-6-497,3-3 517,2-1 1,-5 0-1,-2 0-451,-1 0 0,-8-1 0,-8 3 0,-5 1-1369,-5 1 1300,-2 7 0,-20-3 0,-6 6 457,-6 0 0,-8 0 0,-2 0 0,0 0 371,0 0 0,2 0 0,-46-13 0,33 5 0,1 0 0</inkml:trace>
  <inkml:trace contextRef="#ctx0" brushRef="#br0" timeOffset="55">29588 7705 7922,'-8'-6'1668,"1"3"-696,7-7 809,0 7-1196,0-3 1,7 4 0,2-1 0,5-2 843,5 2-1361,-3 2 1,11 1-1,-3 0-679,3 0 0,-1 0 0,-2-2 0,-5-1-3141,-3-2 3128,-2 0 624,0 5 0,-82-19 0,24 8 0,0-1 0</inkml:trace>
  <inkml:trace contextRef="#ctx0" brushRef="#br0" timeOffset="56">29445 7535 7922,'8'-7'54,"7"4"0,-3-5-54,6 2 785,13 1 1,1 1 0,15-3-386,5-1 1,10 4 0,3-4-1,-2 0 226,-6 0-830,-7 5 1,-15-4 203,-7 7 0,-75-6 0,-26-2 0</inkml:trace>
  <inkml:trace contextRef="#ctx0" brushRef="#br0" timeOffset="57">21711 7449 7870,'-14'-20'320,"6"4"0,-5-4 1,5 5-1,0 1 1,2 0-1,1 0 2585,1-1-2504,-1 8 0,6 0 0,4 9 0,5 4 1,4 7 301,5 4 0,-2 8 0,7-1 1,1 3 557,2 1-962,1 1 1,1 1 0,1 1 93,3 3 0,-1-1-285,6-5 0,-5 5 0,3 1 0,0-3 113,1-1-264,-12-8 0,7-1 1,-15-7-1,-3-1-464,-3-4-2830,-8-3 1987,4-6 1,-7-6 0,-2-3 0,-1-4 1349,-2-1 0,-31-32 0,-4-8 0</inkml:trace>
  <inkml:trace contextRef="#ctx0" brushRef="#br0" timeOffset="58">22109 7321 7916,'0'-14'1002,"0"0"1,0 0 1399,0 0-1882,0 6 1,0 3 102,0 10 1,-6 4 0,-5 12 0,-7 6 1137,-5 4-1003,2 9 1,-6 1-1,3 6-377,-2-1 0,-3-2 1,1 0-1,1 1-687,3-3 169,-3 4 0,10-14 0,-5 4-224,1-1 0,4-8 1,6-10-1,3-4-4222,2-4 3656,1-6 1,7 4 0,2-7 926,6 0 0,21-19 0,7-5 0</inkml:trace>
  <inkml:trace contextRef="#ctx0" brushRef="#br0" timeOffset="59">27227 8132 7885,'15'-7'257,"-7"6"0,-1-10 0,-3 5 1707,0-2-440,1 4-588,-5-2 1,-2 12-688,-2 4 1,1-2-1,-5 1 1,0 2 76,0 2 0,-2 1 1,-4 0-1,0 1 351,0-1-521,0 0 0,-1 0 1,0 1 21,-4-1 1,1 5 0,-4 0 0,0 0 342,0 1-390,-2-4 0,-6 4 0,-1-4 3,-3 3 0,0-3 1,2 5-1,-1-2 90,1-1-173,-4 1 0,6-3 1,-5 2-70,0 1 0,5 0 1,-3-4-1,3 3 35,2 1-101,-7 0 0,7-4 0,-2 3 40,4 1 0,-2 1 0,-5-2 0,-1 1-230,0-2 275,4-1 1,-7 3 0,4 0-134,-5-2 0,-1 4 0,-1-2 0,4-2-186,1-1 289,-4-2 1,2 0 0,-5 0 3,-1 1 0,2-1 1,2 2-1,1 1 62,-2 2-40,-1 0 1,-2-5 0,1-1-27,-1-4-6,0 4 0,-6-5 0,-1 4 0,-1-1 1,2-1-368,0 1 352,5-5 0,-5 5 1,7-4-39,-1 1 0,7-5 1,2 1-1,3-2-113,-2-2 179,3 0 1,-5 5 0,5 0-37,-3-2 1,3-2 0,-7-1 0,1 0-99,-2 0 138,0 0 0,5-4 1,-2-3 14,-1-1 0,0 4 0,-2-4 0,4 0 4,4 0 81,-4-2 1,4 1 0,-4-1-36,4-1 0,2 0 1,0 0-1,-1 2 102,1-2-59,-1-2 0,1-1 0,-1 1-12,1 4 0,-5-4 0,0 4 1,1-4 217,2-1-240,2 0 1,-1 1-1,2 2 50,4 1 0,-4 1 0,5-5 1,0-1 177,3 1-234,3 0 0,0 0 1,-1 0-56,-2-1 0,-2-4 0,2 0 1,-5 1 18,-2-3-143,3 5 0,-3-6 0,2 5 31,-3-2 0,-1-7 0,-1 4 0,1 0-45,-1 3 112,7-3 0,2 5 0,4-5 92,-3 1 1,3-3 0,-3 6-1,3-1 334,2-2-369,6 5 0,-8-9 0,5 4 22,0-1 0,0 0 0,-5-3 1,-1 1 76,-2-1-52,0 4 1,7 1 0,0 6 144,3-1 0,4 8 360,-4 2-589,6 3 136,-4 2 0,9 2-628,3 3-373,-4-4-459,6 5 0,-6-4-1067,4 3 1825,3-4 0,1 10 0,1-4 577,1 1 0,30 0 0,13-1 0,4 4 0,0 1 0</inkml:trace>
  <inkml:trace contextRef="#ctx0" brushRef="#br0" timeOffset="60">27498 7449 8026,'0'-14'173,"0"6"1,4-4-1,1 2 1,-2-2-1,-3-1 915,-5 3 0,2-2 0,-5 2 1097,2-2-1736,1 4 1,4 1 0,-2 6 949,-2-4-1107,0 4 1,5-4-1,-1 10 1,-3 4 551,0 4-540,-1 1 1,0 6 0,0 4-1,2 3 1,0 1 899,-2 1-1067,4-1 0,-6 1 1,7-1 27,0 1 1,-1-1 0,-2 0-1,-2 1 349,2-1-570,1 1 0,-2-7 0,-1-3-53,2-3 0,-1-4 0,1-1-350,-1-1-789,-1-7 627,5 3 1,0-7 0,0-4-1,0-5-2578,0-2 2397,0-2 1,0-1-1,1 1-1159,4 0 0,-2 0 1961,7 0 0,25-45 0,-13 24 0,1 1 0</inkml:trace>
  <inkml:trace contextRef="#ctx0" brushRef="#br0" timeOffset="61">27469 7464 8026,'-6'-15'195,"4"1"1,-3 0 1347,4 0-958,1 0 1,0 4 361,0 1 0,6 1 1,4-2 861,2 5-1488,3 4 1,-1 1 0,0 0 130,0 0 1,0 0 0,1 1 269,-1 4-407,0-3 0,2 10 0,1-2-136,2 3 0,0 1 0,-5 2 0,1 1 151,-1 2-256,0 0 1,0 0 0,0 0-6,1-2 1,-3-1 0,-1 0 0,-1 1-260,1 2 183,-5 0 0,5-10 1,-6 1 109,-2 1 0,-1 2 0,-4-1 0,-3-1 1020,-4-1-881,-4-1 1,-9 1 0,-5-1 38,-4 2 0,-9-3 1,2 0-1,-3 0-105,-1 0-180,-7 1 0,9-1 0,-1-3-122,5-3 0,3 2 0,6 1 0,3-2-474,5-1-1353,10-2 45,2 0 0,9 0-1733,3 0 2768,-4 0 0,12 0 0,-4 0-423,4 0 0,1 0 1296,0 0 0,7-13 0,1-3 0</inkml:trace>
  <inkml:trace contextRef="#ctx0" brushRef="#br0" timeOffset="62">24313 10079 7887,'-8'-6'332,"-3"-2"1035,6-6 0,-4 5 593,4-1-1686,0 7 1,5-5 0,2 5 0,4-2 0,8 2 0,10 1 205,8 2 1,4-4-1,8-1 1,2 2-102,1 1-289,1 2 1,-6-5 0,-1 1-233,-3 1 0,-3 1-110,-6 2 1,-7 0-2348,-3 0 1895,-10 0 0,-4 0 0,-10 0 0,-6 2 0,-5 1-1855,-3 1 2110,-6 7 1,3-7 0,-7 5 448,1 2 0,-32 2 0,-8 1 0</inkml:trace>
  <inkml:trace contextRef="#ctx0" brushRef="#br0" timeOffset="63">24512 10051 8107,'6'-8'938,"-4"2"1,6 4 886,-4-3-779,-2 4-209,4-5 1,-6 7 332,0 4-812,0 3 0,0 6 0,-1 0-2,-4 0 1,2 7 0,-5 1 0,0 2 224,0-1-463,5 1 0,-8 5 0,5-1-101,-2 0 1,3 1 0,-3-1 0,0-1-114,0-3-44,5 3 0,-5-11 1,5 2-1555,-2-2 1,1-1-1684,4-1 1765,0-6 627,0-2 1,6-12 0,3-4 984,4-2 0,20-41 0,5-8 0</inkml:trace>
  <inkml:trace contextRef="#ctx0" brushRef="#br0" timeOffset="64">24682 10264 10813,'-7'0'2916,"0"-1"-1285,7-4-1071,0 3 1,-1-4 185,-4 6-630,3 0 1,-4 6-1,6 4-39,0 2 0,0 3 0,0-1 0,0 2-207,0 3 67,0-4 1,0 11-1,0-6-324,0 2 0,0-4 0,0 1 1,2-3-904,2-2 979,-2 0 0,11-1 136,-4-4 0,4-3 0,1-6 1,0 0 161,0 0 33,-6-6 0,8-7 1,-3-7 65,2-2 1,-3 0 0,3-4 0,-4 4 330,0 2-45,-4 1 1,4 5-220,-6-1 0,1 3-93,-1 2 227,-4 4 0,5 12 1,-6 4-119,0 2 0,0 4 1,0 2-1,0 0-32,0 0-125,0-2 0,2-2 1,1 0-187,2 0 1,4 1 0,-2-3 0,1-1-623,3-1 650,1-7 0,4 3 0,2-7-34,0-4 1,1 2-1,-4-8 1,-1-4 139,0-2 102,0-8 0,-1 7 1,-2-5 41,-2-3 0,-5 6 0,0 1 1,-2 3 435,-2 2-196,0 0 0,-6 6-179,-4 3 0,-2 3 0,-3 2-858,1 0 446,6 0 0,0 5 1,5 2-180,-2 0 0,2-2 0,8 3-349,4-2 656,10-1 1,-1 0 0,5 0-33,3-2 0,1-2 1,-1-1-1,0 0-470,-3 0 1011,-5 0 1,2-4 0,-5-1 713,-1 2 1,-5 1-304,1 2-137,-7 0 0,3 2-293,-6 2 1,-4 0 0,-3 5 0,1 2 383,0 2-842,1 1 1,5 0-1,0 0-62,0 1 1,0-6 0,1 1 0,4-1-261,5-1 311,2 5 0,9-12 1,1 4-150,0-3 1,5-2-1,-5-2 1,2-3 55,-1-4 184,-5-4 1,2-3 0,-7-1 232,-4-2 0,-2-5 0,-7 4 0,-2-2-55,-3-4-266,-2 6 0,-9 1 1,-5 8-106,-7 1 0,-1 7 0,-4-2 0,3 5-581,2 5 13,6-3 1,-1 10-1,6-1-99,-2 7 1,6-2 0,9 3 0,2-2-2225,2 2 3091,0-10 0,25 23 0,7-8 0</inkml:trace>
  <inkml:trace contextRef="#ctx0" brushRef="#br0" timeOffset="65">25891 10335 7980,'0'8'807,"0"0"575,0-3 53,0-4-772,0 6 1,6-7-498,4 0 1,2 0 0,3-2 0,-1-1 0,0-2 0,0 1 350,0-3-501,1 6 1,-6-6 0,1 6-20,1-4 0,-3 3-94,1-2 1,-4 1-912,4-2-984,-6 3-356,4-4 216,-7 6 2132,0 0 0,-13 13 0,-3 2 0</inkml:trace>
  <inkml:trace contextRef="#ctx0" brushRef="#br0" timeOffset="66">26275 10278 7980,'14'0'1430,"-6"0"232,5 0-1091,-6 0 1,1 2 0,-3 3 0,-3 4 388,-2 4 0,-2 1 0,-1 0 0,-2 1-30,2-1-762,-5 6 1,7-4-1,-6 3-270,1-3 0,4-2 0,-4 0 0,1 1-207,1-1 210,-1 0 1,5-5-680,0 1 0,0-9 309,0-1 276,0-6 0,1-14 1,4-4 84,5-3 1,-2-1 0,1-1 0,2 2 379,2 4-166,1-4 1,-1 9-1,-2-2 68,-2 4 1,1-1 0,4 9 228,0 0-128,0 2 0,-4 12 1,-1 3 99,2 4 1,-3 3-1,0 1 1,0 4 135,0 1-432,-5 2 0,3-1 0,-4-1-218,3-1 1,-2-1 0,5-2 0,-2 1-1561,-3-2 1195,5-7 0,-5 1-272,7-7 0,-1 0 1,5-9 141,1-5 642,-1-2 0,0-9 0,0-1 74,0 0 1,1-5 0,-3 5 0,-1 0 23,-1 3 875,-7 3 1,8 2 399,-6 0-372,0 6-793,-5 8 1,0 9 0,0 9-176,0 1 1,0 1 0,0-2 0,0 0-641,0 0 505,6 4 0,2-6 0,8 1-178,3-6 0,1 2 0,5-5 0,-1 0-1108,1-4 1144,2-2 1,0-4 0,-2-2 0,-3-6 0,-1-4-301,-4-5 544,-1 3 0,-6-11 0,-2 4 44,-2-4 1,-3 0 0,-8 2 0,-4 3 85,-4 1-49,-1 8 0,-7 2 1,-2 7 126,-4 0 1,-2 4 0,1 4 0,1 2 221,3 2-396,4 1 0,1 5 0,2 2 135,4 3-147,-1-3 0,12 5 1,-3-7-1,4 0 1,2 0-588,4 0 420,9 1 1,8-7 0,7-2-202,-1 0 0,7-4 0,1 1 0,2-5-789,0-2 1151,0-7 0,0 3 0,-2-7 248,-1 1 1,-2 0 0,-4 0 0,-2 0 379,-4-1-319,-2 7 1,-7 1 714,0 2-625,-6 3-63,-1-4-326,-7 12 0,0-3 0,-2 5-155,-3-1 71,4-3 42,-6-4-199,7 0 84,-6 0 0,3 0 0,-7 2-72,-1 3 1,-1-4 0,-4 6 0,-2-1-232,0 3 449,-1-2 0,4 5 1,1-4-68,0 0 1,0 5 0,-1-4-119,1 4 327,6-5 49,2 4 1,12-5-148,4 2 1,9-2 0,4-9 0,4-3-102,2-4-28,-7-4 0,5-1 1,-4-2-1,3-1 1,-1-4-429,-1-1 397,-1-2 1,-1-6 0,-4-1 5,-7-2 0,0-7 0,-6 2 0,-2-1-228,-2 1 427,-1 9 1,0 9-1,-1 7 6,-4 4 1,-3 6-1,-6 12 1,0 10-91,0 6 427,6 10 0,-3 1 1,4 7-92,-1 0 1,5-1 0,-1-1 0,2-1 1383,2-2-1388,0 0 0,6-4 0,4-4-359,2-4 0,9-9 1,3 2-1,2-5-714,3-4 617,6-4 0,-5-8 0,3-2-261,-3-6 0,-2-4 0,-1-5 1,-2-5-478,-1-2 494,0-3 0,-2-4 0,-3 0-75,-3 1 0,-4 2 1,-2 2-1,-5 1-300,-4 3 763,-1 4 1,-3 12-133,-7 3 1,-1 10 0,-11 6-1,2 6-212,2 7 440,-4 3 1,8 1 0,-2 2 648,5 3 1,3-4-464,-1-1 1,3-1-1,6-6 1,0-1 845,0 1-1436,6-2 0,3-10 0,9-1 0,2-2 0,2-3-2028,4-1 1796,-6-2 1,5-6-1,-4-4-1371,1-2 1,-5-3 1862,2 1 0,-28-57 0,0 28 0,1 1 0</inkml:trace>
  <inkml:trace contextRef="#ctx0" brushRef="#br0" timeOffset="67">28635 10094 7978,'0'-8'868,"0"-5"0,0 4 0,-2-2 1446,-2 1-2001,2 4 1,-11 6-1,4 0 1,-4 0-1,-1 0 1,-2 1-1,-1 4 325,-2 5 0,-2-1-713,2 5 0,4-3 0,-3 8 0,6-3-87,2-2 0,7 1 0,-2-1 0,4 0-50,1 0 55,6 0 1,4-4 0,8-1 143,6 2 1,-2 2-1,2 0 1,0-2 176,-2-2-3,-2-6 1,-5 8-1,-1-4 88,0 1 1,-6-4-1,-3 6 517,-4 1-703,-1-5 1,-11 1 0,-5-6-115,-4 4 0,-4-4 1,-4 4-1,1-2-807,3 2 707,-3-3 1,11 4 0,-2-6-362,2 0-745,1 0 486,8 0 821,0 6 1,9-3 291,3 7 0,2-7 1,8 3-1,1-1 859,2 0-1101,-2 0 1,10-5 0,-6 0 0,2 0 0,3-2-687,2-3 401,2 4 0,-6-12 0,1 4 23,1-4 0,1-1 0,-1 0 1,-3-1-516,-1 1 587,-2 0 1,-7 0 0,-2-1 327,-6 1 0,3 5 845,-2-1-818,-1 7 0,-5-3 1,-4 7 400,-5 4-396,4-3 1,-7 10-1,6-1 1,-3 5-1,2 3 436,2-1-584,1-3 1,0 0-1,1-1-292,1 0 1,1 0-1,2 0-1302,0 1 1104,6-7 1,2-2 0,8-6 0,1 0 0,4-2-996,1-2 1216,-5-4 0,10-7 1,-3 1 71,3 0 1,1-5 0,-1 0 0,-2 2 672,-1 1-461,-7 8 1,4-3 0,-7 6 844,0 2-412,-6 1 1,3 6 0,-6 4 1115,-2 6-1467,-1 3 0,-4 2 0,-3 2-70,-4 1 1,-4 0 0,-1 2 0,0-6-552,0-2 64,0 5 0,-1-9 0,1 4 0,1-2-2562,4-2 1408,-4-8 735,12 3 620,-6-7 0,9 0 0,3-2 0,4-1 0,5-2-564,5 2 1032,4-5 1,0 6 0,1-2 75,1 2 0,0 2 0,-1 0 1,-5 2 1561,-3 2-1578,-2-2 1,0 11-1,-1-4 1,-4 4 674,-4 1-725,-3 0 1,-9 0-209,-2 1 0,-8-3 0,-2-2 0,0-4 321,-2 0-642,5-4 1,-4 4 0,6-6-519,-1 0 367,1 0 1,5 0-1,1-1-574,1-4 515,3-3 1,12-8 0,6-1 101,8-2 1,11-6 0,3 1 0,4-3-476,3-1 808,-4-1 1,15-1 0,-7-1 0,-1-2 0,-2-1-439,-1 0 463,-7 4 0,-9 1 0,-13 10 43,-7 3 1,-7 4-1,-7 2 99,-7 6-188,-6 2 0,-4 7 1,0 3-24,-1 4 1,0-1-1,-1 8 1,4-1 272,2 1-132,1-4 0,5 11 0,1-7 21,3-2 1,4 4 0,6-3 0,2 0 86,2-2-198,4-2 0,13-5 0,4-1 6,7-1 1,4-3-1,7-4 1,-1-1-486,1-4 308,0-3 1,-1-6 0,1-2 37,0-3 1,-7 3-1,-3-3 1,-4 5-78,-6 5 332,4-4 1,-11 7-27,3-4 0,-8 4 124,-2 6-168,-5 0 0,2 1 269,-6 4 0,0-2 15,0 7-108,0-7 95,0 3 0,-2-6 12,-2 0-349,2 0 1,-11 0-1,4 0-250,-4 0 1,-6 5 0,-1 0 0,-2 0-252,-4 1 302,-1 2 0,5 1 1,2 1 98,-1 1 1,5-3-1,-1 1 1,4 1-130,4-2 219,6 4 0,-3-9-30,6 7 1,7-7 0,8 2 0,7-4-12,5-1-16,1-6 1,5-4 0,0-7-91,-1-2 0,-2-1 0,-3 1 0,-2-5-575,-1-3 548,0-1 1,-2-2-1,-3-3-28,-4-5 1,-2 1-1,-3 3 1,-6 3-116,-2 9 534,-2 5 0,-2 9 102,-2 3 1,-4 12 0,-7 7 0,1 10 323,0 7 192,0 6 0,0 0 1,1 0-541,3-2 0,-1-2 1,7-5-1,0 1 78,3-1-820,1-6 0,1-1-1353,4-7 1,3-5 0,6-1-3344,1-1 4105,-8-3 1018,0-4 0,-32-17 0,-20-10 0,2-1 0,-1 1 0</inkml:trace>
  <inkml:trace contextRef="#ctx0" brushRef="#br0" timeOffset="68">27227 11700 7785,'-14'0'471,"5"-1"0,1-4 0,0-5 0,2-2 0,-1-3 2563,4 1-2858,2 0 0,1-8 0,1-5 0,4-6 0,6-3 0,5-6 0,4-2 290,2-3-452,-4-1 1,7 12 0,-6 3 0,-3 5 0,-4 4 123,-2 5-230,-7 9 0,3 6 0,-6 8 1,0 6 141,0 3 132,-6 7 0,-3 2 0,-9 7 1,-1-1-1,2 2 910,1 3-963,-4-9 1,8 9 0,-2-11 0,3 2-1,2-2 67,-1-1-182,7-2 1,-3-5 0,6 0-236,0 0 1,1 0 0,4-1-223,5-4 273,2 4 0,2-11 1,1 2 67,-1-2 1,0 0 0,0 1-34,1 2 420,-8-1 0,6-4-113,-3 0 217,-4 0 0,2 0 174,-4 0-555,-2 0 0,6 0 1,-3 0-112,4 0 1,1 0 0,2 0-1,4 0-429,0 0 396,0-6 1,3 0 0,0-5 0,0 1 0,0 1-120,-1 1 361,1-5 0,-9 7 1,-2-5 379,-2 1 0,4 5 9,-6-4 691,1 6-422,-5-3-686,0 6 1,-2 0-513,-2 0 347,2 0 0,-6 0 0,5 1 0,-2 4-164,2 4 173,-5 4 0,7-4-172,-4 1 0,3-1 234,2 6-7,0-1 0,0-5 1,2-1-30,3-1 0,3-3 0,6-4-86,0 0 74,0 0 0,5 0 0,0-1-13,-1-4 1,-1-3 0,0-6 0,2 0-154,-1-1 69,-3-5 1,0-1 0,-3-4 6,-2 1 1,-4 1-1,-6-6 1,-1 1-447,-4-1 474,-3 7 1,-13 3-1,-2 10 30,-4 4 1,-6 5 0,-1 5 0,4 6-156,5 6 178,-2-1 1,10 9 0,-4-4 89,6 1 1,-1-3 0,11 3 0,2-1 100,1-4-138,9-1 1,7-8-1,11-4-127,7-2 1,4-2 0,7 0-1,-1-2-325,1-2 407,0-4 1,-1-6 0,-1-1 92,-3 1 1,0 1-1,-8 2 1,-4 3 747,-4 2-578,-10-5 1,-4 10 671,-3-4-589,-3 3 1,4 9 0,-8 2 0,-1 4 0,-3 1 1125,-2 0-1264,5 0 1,-4 1-19,7-1 1,0 0 0,2 0 81,3 0-358,9 1 1,3-8-1,7-2 1,0-3-1,-1-2-836,1 0 782,0-7 0,-1 0 0,-2-8 95,-5 1 0,1 0 1,-9 0-1,0-2-183,-3-3 273,-4 3 1,-7-4-1,-3 5-574,-4 1 471,-8 0 0,-1 6 0,-6 3 0,-1 4 0,1 1-134,-1 0 116,1 6 0,6 2 0,3 6 58,3 0 0,4 1 0,2-1 0,5 0-192,4 0 456,1 1 0,3-1 0,5-2-339,6-2 0,10-2-225,-1-4 0,9-2 0,1 3 0,0-4-2288,2-1 848,-5 0 1823,5 0 0,0-44 0,1-11 0</inkml:trace>
  <inkml:trace contextRef="#ctx0" brushRef="#br0" timeOffset="69">29232 8445 7275,'14'0'-7,"-4"-5"1,-2-2 0,0 1 2288,0 0 1024,-5-5-1030,3 9-1753,-6-4 1,-2 6-206,-2 0 0,1 0 1,-7 1 212,-1 4-388,-8 3 1,2 11-1,-5 0 1,-1 0 0,1 0 234,-3 0-384,4 6 0,-5-7 1,2 4-103,-3-2 0,-3 5 0,-3-1 0,-3 3-95,-1 1-6,-4-5 0,3 3 0,-8-3 35,-1-1 0,4 0 0,5-5 0,-1 2-179,-2-2 294,-2-1 1,5-2 0,0 1-59,-1-1 0,-2 0 0,-3 0 0,-2 2-91,-2 3 149,1-3 1,0 4 0,-2-5-10,-2-1 1,1 5 0,-4 0 0,2-2 32,-2-1 28,-1-2 0,-7 0 1,0 1 30,2-1 1,-3 0 0,0 0 0,-2 0 120,-3 1-112,11-7 0,-3 4 0,11-4-18,-1 0 1,1 3 0,-5-5 0,1 1 22,4-1-4,-4-1 0,3-4 1,-7 2 8,0 2 1,5 0-1,0-5 1,-2 0 20,-1 0-89,-2 0 1,0 0-1,0 0-131,0 0 0,1 0 0,-1 0 0,0 0-395,0 0 464,6 0 0,2 0 0,5 0 81,-3 0 1,-4-2 0,-4-1-1,3-2 73,4 2-27,-2-5 0,6 7 1,-5-5-107,0-1 138,11-1 0,-14-1 1,9 1-1,-1 0 1,-2 0 18,-1-3-71,9 5 1,-10-5 0,10 4-12,-3 0 0,-1 2 1,-1-5-1,2 1 18,3 1-27,-3-5 1,9 10 0,-7-6-7,-5-2 0,1 3 1,-5-2-1,4 1 14,2 1 9,-1-5 1,0 5 0,1-6 0,-1 0 0,5 0 0,0-2 0,-1-2-21,-2 0 9,-2-1 1,5 0 0,0 0 4,-1 1 0,-4-4 0,-3 0 0,0-2 83,5 1-92,-1 5 1,7-9 0,-5 5-7,2 0 0,12-3 1,-1 4-1,3 1 12,2-1-7,-2-4 0,1 5 1,0-6 6,3 3 1,-5-1 0,1-5-1,-3 1 28,-1 0-118,-1-1 0,1 2 0,1 4 121,3 4 0,4 3 0,5 3 2,1 4 725,6 2 459,-4 7-529,10 0-443,-4 0 270,6 0-3978,0 0 1,5 2 2666,-1 3-1407,7 3 2195,-9 0 0,55 23 0,6 1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8.547"/>
    </inkml:context>
    <inkml:brush xml:id="br0">
      <inkml:brushProperty name="height" value="0.053" units="cm"/>
      <inkml:brushProperty name="color" value="#FF0000"/>
    </inkml:brush>
  </inkml:definitions>
  <inkml:trace contextRef="#ctx0" brushRef="#br0">2393 5805 8345,'8'-14'17,"5"2"0,-5 1 255,0 1 1,-1 2 0,-3 0 404,0 8-610,-5 7 0,-2 7 1,-7-1-1,-1-2 1,-1-2-1,-4 0 0,-2 1 228,0-1 1,-6-6-260,5 2 0,-6 1 0,3-1 0,-2-2-23,1-1 0,1-2 0,-2 1 0,4 3 113,-1 0-193,12 1 0,-10-3 1,11 2 210,0 6-80,2-4 0,6 7 0,0-4 0,1 5 0,4 4 311,5 0-221,8 8 1,0-9 0,4 5-46,-2-2 0,1 4 1,-4-4-1,2 1 196,-2-1-253,-1-1 1,-2 0-1,0 0 135,0-2 1,-1 5 0,-4 2 0,-2 1 311,-1-1-387,-4 2 0,4-2 0,-6 7 103,0 2 1,-5 1 0,0-6-1,1 0 205,-3 0-332,0 1 0,-1-6 1,1 1-121,1 1 0,5 2 1,-4 1-1,3 1 218,2-1-202,0 0 1,0 5 0,0 2 14,0 1 1,2 2 0,1 4-1,3 1-42,2-1 12,-5 1 0,5 1 0,-5 1 128,2 3 1,0-1 0,-5-6 0,0-2 290,0-1-355,0-1 1,0 6 0,0-2 30,0-3 1,0 3-1,0-4 1,0 3 243,0-3-209,0 4 0,0-5 0,0 5 37,0-3 1,0 6 0,0-5 0,0 1 40,0 1-68,6 0 0,-4 7 0,4 3-19,0-1 1,-4 4-1,2-6 1,0 1 190,0 0-238,-2 11 0,4-15 0,-6 7 51,0-6 1,0-4-1,2 1 1,1-1 163,2 1-209,-1-7 0,-4 5 0,0-3 49,0 2 0,0 1 0,0-1 0,2-3 71,3 3-116,-4 1 0,6 1 0,-7 1-93,0-1 1,1-1 0,2-2 0,2 1-239,-2 4 254,-1-2 1,-2 2 0,0-6-22,0 1 0,4 2 0,1 0 0,-2-2 23,-1-1 48,-2-6 1,0 7 0,0-6-17,0-1 1,0-3 0,1 0 0,3-1 28,0 0 4,1 1 0,-5 2 1,0-1-47,0-3 1,0 3 0,0 3 0,0-2 150,0-1-153,0 5 1,-2-5-1,-1 4 10,-1 1 0,-1-4 1,5 7-1,0 0 39,0-2-13,0-1 0,0-9 0,0-1 229,0-1 0,1-7 335,4 2-88,-3-9-18,4-4 92,-6-6 0,0-2 334,0-2-746,0 2 1,2-4-90,2 6-69,-2 0 1,6 0 0,-4 0 0,6 0 0,4 0-874,5 0 688,-3 0 1,9 0-1,-5 0-65,2 0 0,2 0 1,4 0-1,1 0-820,-1 0 654,0 0 1,2-2 0,2-1-658,1-2 1,4-6 0,-4 0-1,-3-4-2241,-5-4 2133,-4-6 0,-9 4 1170,-2-2 0,-41-13 0,-31-10 0,-2 0 0,12 9 0,1 0 0,0 0 0,0 0 0</inkml:trace>
  <inkml:trace contextRef="#ctx0" brushRef="#br0" timeOffset="1">17062 7620 10213,'-8'-8'-948,"-5"0"1,4 5 736,-4-2 261,5 1 0,0 4 0,4-2 0,-6-1 0,-3-2 2,-1 2 1,0 1 0,0 2 0,0 0 52,-1 0-97,-5 0 1,-2 0 0,-7 0 0,-1 2 0,-3 1 54,-5 2-48,3 0 0,-9-5 1,5 0 52,-1 0 1,2 0-48,0 0 1,-1 0 0,6 0 0,1 0 24,2 0-36,2 6 1,1-5 0,1 4 0,3-3 0,-2-1 39,-2 4-77,5-3 0,-5 6 0,1-5 17,-5 1 0,1 3 0,-3-4 0,1 2-11,-1-2 18,3 5 0,-11-7 0,4 4 4,1-3 1,-3 2 0,5 1 0,1-2 45,-1-1-19,3-2 1,-3 1 0,5 3-18,1 0 1,-7 1 0,-1-3 0,-2 1 15,0 2-33,6-1 0,-7-2 0,4 1 13,-1 2 0,4 0 0,-3-4 0,2 2 15,0 2-36,0 0 1,4-5 0,1 0 12,0 0 1,-1 0-1,-1 0 1,-1 0 16,-3 0-7,1 0 1,5 0 0,-1 0 3,1 0 0,-1 0 1,1 0-1,0 0 33,-1 0-36,7 0 0,-5-2 0,5-1-4,0-2 1,-3 1 0,4 4-1,-1 0 5,-3 0 2,-2 0 1,-3 0 0,-2-2-1,-1-3 0,-2 4 0,2-4 0,-5 3 18,-3 2-12,5 0 1,0 0-1,4-1 25,-1-4 1,0 3 0,6-2 0,3 1 51,5-2-13,-3 3 1,5-4 0,-6 4-87,3-2 0,1 2 0,5-3 0,-2 4-17,-3 1 32,3 0 1,-11 0 0,4 0-15,-4 0 0,-2 0 0,-1 0 1,0 0-64,2 0 58,-4 0 0,15 0 0,-5 0 43,1 0 1,-2 0 0,4 0 0,1 0 282,2 0-282,2 0 0,-2 0 1,-1-2-20,-2-3 0,-1 4 1,1-6-1,-5 3 86,-3-1-146,-1 0 0,-1 0 0,-1 1 37,-3 1 1,-3 1 0,-7 2 0,0-2-100,1-2 127,-1 2 0,0-4 0,1 6 32,-1 0 0,-3 0 1,2 0-1,5 0 143,2 0-169,-2 0 0,7-5 0,-4 0-1,1 2 0,-3 0 0,3 0 0,1-2 32,-1 2-69,-5 1 1,6 1-1,-6-2-7,2-2 0,5 0 0,-3 5 1,1 0 20,3 0 17,2 0 0,7 0 1,-1 0-15,-1 0 0,-2 0 0,-2 0 0,1 0 52,-1 0-50,1 6 0,-2-4 0,-3 3-13,-5-4 0,-3 4 1,-2 0-1,-1-2-6,-3-1 5,2 4 1,-4-5 0,8 4-14,3-3 0,-3-1 0,5 3 0,0 0-13,2-1 46,4-1 0,0-2 1,-1 0 53,-2 0 1,-1 0 0,6 0 0,0 0 140,-1 0-206,-6 0 0,1 0 1,-4 0 1,5 0 0,1 0 0,0 0 0,-2 0 52,-3 0-67,-1 0 1,0 0 0,2 0 2,1 0 1,1 0-1,2 0 1,-1 0 124,1 0-103,-4 0 0,6 0 1,-3 0 10,3 0 0,1 0 0,1 0 0,-1 0-32,1 0 8,0 0 0,-1 0 0,-1 0-12,-3 0 0,3 0 0,-3 0 0,1 0 15,-1 0 23,3 0 1,-5 0-1,8 0 21,4 0 1,-6 0-1,2 0 1,-3 0 41,3 0-85,-1 0 1,6 0 0,-8 0-4,-3 0 1,4 0-1,-1 0 1,5 0-30,0 0 41,-2 0 0,-6 0 1,0 0-44,1 0 1,2 0 0,1 0 0,-1 0-44,-3 0 67,-3 0 0,-2 0 0,2 0-2,1 0 0,-5 0 1,3 0-1,-5 0 2,0 0-9,-7 0 0,3 0 0,-6 0 5,-2 0 1,4 0 0,-1 0 0,1 0-1,-1 0 8,5 0 1,-6 0 0,8 0 31,3 0 1,3 0-1,-2 0 1,2 0 18,-1 0-27,4 0 0,-6 0 1,3 0-15,-3 0 1,-6 0 0,-1 0 0,3 0-136,0 0 105,3 0 1,-1 0 0,0 0-21,1 0 0,-6 0 0,1 0 0,-1 0 9,0 0 19,3 0 1,-4 0-1,7 0 25,-1 0 0,0 0 1,1 2-1,-1 1 40,0 1-48,1 1 1,-1-3 0,0 1-23,1 2 1,-6 1-1,-1-3 1,0 2 7,0-2-22,2-1 1,3 2 0,-2 1 25,-1-2 1,4-1-1,3-2 1,-2 0 14,-4 0-20,-1 6 1,-1-4 0,1 3 6,1-4 0,0-1 0,0 2 0,-1 1 13,1 2 6,2-1 1,3-4 0,1 2 9,2 3 0,-3-4 0,-3 4 0,5-2-16,2 2-15,-2-4 0,7 6 0,-4-6 3,1 4 1,4-3-1,5 2 1,3-2-2,-3-2-39,-1 0 1,1 5 0,0-1 25,3 0 0,4-3 1,-5-1-1,-1 0-44,-2 0 52,5 0 1,-5 0 0,5 0 7,0 0 1,-5 0-1,5 0 1,-2 0 60,0 0-43,7 0 1,-10 0 0,5-1 19,0-4 0,-3 3 1,4-4-1,0 1-5,1 0-18,-5 1 1,7-1-1,-4 0 23,2 2 1,1-3-1,4 1 1,1 2 22,0 1-11,6 2-217,-5 0 129,12 0-429,-5 0 1,7 0 187,4 0 1,-2 2 0,5 3 0,-2 4-1101,-3 4 991,5 1 0,0 0 364,6 0 1,26 32 0,6 8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8.552"/>
    </inkml:context>
    <inkml:brush xml:id="br0">
      <inkml:brushProperty name="height" value="0.053" units="cm"/>
      <inkml:brushProperty name="color" value="#FF0000"/>
    </inkml:brush>
  </inkml:definitions>
  <inkml:trace contextRef="#ctx0" brushRef="#br0">10877 9212 7864,'8'-14'424,"5"0"0,-10-2 2,6-3 860,-6 3 1,4 0-94,-7 7-1107,0 6 1,-7-3-1,-2 6 1,-5 0 0,-4 0-32,-1 0 1,-1 4 0,1 1-1,-5-2-308,-3-1 214,5-2 0,-3 4 0,4 1 78,-1-2 0,5-1 1,-2 0-1,3 1-158,2 1 149,6 1 1,0-5-1,5 2 40,-2 2 1,0 0-1,5 5 430,0 2-386,0-5 0,5 7 0,0-3 44,-2 2 0,3 2 0,-1 1 0,0-1 162,1 0-78,-4 7 0,4-4 0,-4 7 49,2 1 1,-2 3-1,3 4 1,-4 1 515,-1-1-583,0-2 0,5 3 1,0 2-94,-2 1 1,-1-3 0,-2 4-1,0-1 89,0 0-118,0-4 1,0 9-1,0-3-170,0 3 0,0 1 0,0 0 1,0-1-348,0 1 346,0-2 0,0 4 0,0-6-17,0 1 0,0 2 0,0 2 1,0 0 62,0-1 4,0-5 1,0 2 0,0-4 18,0 1 0,4 1 1,1 1-1,0-5 8,1-3-55,-4 4 0,6-2 1,-5 4 40,1-1 1,1-2 0,-3-4 0,1 1 47,2 3-51,-1-3 1,-4 9-1,0-5 36,0-3 0,0 4 0,0 0 0,0-1 104,0 1-117,0-2 0,0-4 0,2-1 24,3 1 1,-4-1-1,4 1 1,-3-3 135,-2-2-116,0 9 0,4-14 1,1 10-32,-2-2 1,-1-1-1,-2 3 1,0-1 48,0 1-81,6-1 0,-4-4 0,2 0 2,-2 1 1,-2 0 0,0-1 0,0-4 24,0 1-124,0-5 1,0 6 0,0-5 79,0 2 0,0 0 0,0-5 0,0 0 441,0 1-394,0-1 0,2 2 0,1 1 152,2 2-125,-1 0 0,-4-5 0,0 0 0,2 1 0,1 0 274,2 4-330,-1-9 1,-4 10 0,2-9-1,1 4 1,2-3-30,-2 1-173,-1 0 1,-2-4-188,0 1 143,0-1-100,0-1 157,0 5 1052,0-12-213,0 5-227,0-6-21,0 0-335,6 0-206,-4 0 0,12-1 0,-2-2 48,6-2 1,7-1-1,0 2 1,7-2-950,6-2 701,3 5 0,2-8 0,-1 6-495,1 2 0,0-3 1,-2-1-1,-3 1-1195,-5 0 1683,-10 1 0,-8 4 350,-11-4 0,-46-9 0,-14-9 0</inkml:trace>
  <inkml:trace contextRef="#ctx0" brushRef="#br0" timeOffset="1">10891 11714 8228,'0'-14'485,"0"0"0,0 0 1373,0-1-1491,0 1 0,-1 6 0,-3 5 0,-2 5 856,-2 3-1064,5 6 1,-8-8-1,5 6 1,-2 2 0,-2 2 34,2 1 0,-4 0 0,4 1 0,-2-1 519,1 0-626,-1 0 0,1 0 1,1 1-42,2-1 0,-4 0 0,4 0 1,0 0-128,-1 1-104,3-7 0,2 4 187,-3-2 1,4 2-1,-4 3 650,3-1-413,2 0 0,0 2 1,0 1 446,0 2-473,0 0 1,0 0 0,2 2 0,1 1-1,2 3 1007,-2 2-862,5-5 0,-6 6 1,4-1 10,0 5 1,-4 1-1,4-5 1,-1 2 179,0 4-361,-1-4 0,-2 9 1,1-4 25,2 1 0,-1-3 0,-4 4 1,2-1 343,3 0-420,-4 2 0,6 0 0,-7 0-55,0 2 0,0-4 0,0 2 0,0 0-74,0-2 23,0 5 0,0-9 0,0 4-10,0-1 1,0-2 0,0-3 0,1 2 92,4 1-114,-3-6 1,4 4-1,-4-2 19,2 1 0,-2-5 1,3-1-1,-4 1 63,-1 2-163,0 1 1,0-4 0,0 0 22,0 1 0,0-3 1,0 0-1,0 0-97,0 0 151,0-4 0,0 7 0,0-5-56,0 3 21,0-6 1,0 3-1,-1-5 1,-3-1-1,0 0-325,1 0 320,1 1 1,2-1 0,0 0 0,0 0-182,0 0 204,0 1 1,-5-6 0,0 1-40,2 1 1,2 1 0,1 3-62,0-1 108,0 0 0,0-5 0,0 1-3,0 1 1,0-3 0,1 0 159,4-2-142,3 5 0,1-9 1,2 2 66,5-2 0,5 3 1,9 0-1,3-2 88,5-2-112,3-1 1,6-4 0,2-3 72,2-1 0,-5 4 1,0-4-1,-7 0 152,-6 0-198,-9 5 1,1-4-13,-6 7 47,-6 0-313,-7 0 1,-8 0-462,-2 0 1,1 0-1,-7-1-4597,-1-4 4214,-2 3 0,-1-4 0,0 6-3993,0 0 5042,-7 0 0,-45 6 0,24-2 0,0 0 0</inkml:trace>
  <inkml:trace contextRef="#ctx0" brushRef="#br0" timeOffset="2">11062 14529 7923,'0'-14'559,"0"0"1,5 0 0,-1-1 2355,-1 1-2462,-1 6 1,-4 2 0,-2 6 0,-7 0 663,-7 0-1014,3 0 1,-14 0-1,2 0 1,-4 0-1,-1 0-11,2 0 0,0 1 0,0 3 0,0 0 18,3 0-135,2 3 1,3-3-1,3 5-4,3 2 0,6-3 1,3 1-1,0 3 170,4 0-3,2 2 1,1 1 0,0-1 2,0 0 129,6 0 0,-3 2 0,6 1 0,1 2 0,-1 0 722,1 2-782,-7-5 0,5 6 1,-5-3 410,2 4-430,0-2 0,-5 9 0,0-5 0,0 1 0,0 2 592,0 4-589,0-2 0,-2 9 0,-1-4 25,-2 1 0,-4-3 1,4 5-1,0 2 289,-1 1-451,4 1 0,-6-4 0,5 0 88,-2 2 0,1-4 0,4 0 1,0 1 255,0-1-304,0-4 0,0 4 1,0-4 119,0 1 1,0 5 0,0-4 0,1 1 583,4 0-594,-3 4 1,10-2 0,-4 5-60,0 1 0,5 0 1,-4-1-1,4 1-62,1 0-86,0-1 0,-1 1 0,-4 0 0,-4-1 0,1-2 0,-1-1 0,-2 2-185,-1-1 52,-2-7 0,0 6 0,0-4-53,0 2 1,0-4 0,0 3 0,-2-1-342,-2-4 559,2-1 1,-4-1 0,4-1-68,-3 1 0,4-1 1,-4 1-1,3-1-76,2 0 166,0 1 1,-4-5 0,-1-1 7,2 2 0,1 2 1,2 2-1,0-2 151,0-4-149,7 4 1,-4-9 0,6 4-65,2-2 0,0-1 0,0-5 0,-1-1-319,1-4 218,2 4 1,6-11-1,-1 4-165,0 0 0,-1-4 0,2 3 0,5-4-176,3-1 431,-5 0 1,5 0 0,-5 0-22,0 0 0,3 5 0,-6 0 0,-1-2-136,-3-2 210,-7-1 1,5 0 418,-4 0 537,-2 0-398,-1 0 126,-6 0-1810,0 0 37,-6 0 185,4 0 0,-11-6-1319,4-3 0,-4 1 0,-1 0 0,0 0 2180,0 0 0,-45-27 0,25 12 0,-1 1 0</inkml:trace>
  <inkml:trace contextRef="#ctx0" brushRef="#br0" timeOffset="3">7678 10193 7786,'0'-14'154,"0"6"1,0-5 0,0 4-1,2-4 1,1-1 1252,1 0-626,1 6 0,-3 0 236,3 3-810,-4 4 0,-2 10 0,-12 12 0,-4 2 1,-1 4 596,2 0-683,-4 8 0,4 1 0,-3 7 255,3 0 1,4 1-194,2 3 1,-1-1 0,6 6 0,2 0 345,2-1-526,7-2 0,2-8 1,8-2-1,1-2 0,2-4-307,-2-6 253,5-5 0,-6-13 0,3-1-680,-3-2 1,-7-1-1135,1-5 896,-7 0 1,3-1-463,-6-4 0,0 2 1431,0-7 0,7-31 0,1-13 0</inkml:trace>
  <inkml:trace contextRef="#ctx0" brushRef="#br0" timeOffset="4">8019 10435 7966,'14'-6'719,"-4"-1"0,-2-4 2018,-2 2-1994,-1-1-496,-5 2 0,0 4 1,0 8 541,0 6 1,0 4-519,0 5 0,-5-2 1,-1 5-1,0 1 236,-1-1-445,-4-5 0,8 4 0,-5-6 1,2 3-1,1 1 176,-1-2-484,4-7 1,-6 1 0,5-5 384,-2 2-174,1-5-11,4 3 1,0-12 0,0-5-198,0-6 0,1-6 0,2-5 1,4-2-172,1-3 429,1-3 1,4-1-1,-2 4 123,-2 3 1,-4 8 0,3 3 0,-2 3 542,-3 2-354,-1 6-117,4-5-274,-4 12-26,4 1 0,-6 3 0,0 6-156,0 2 92,0-4-66,0 5 0,0-8 147,0 5 265,0-6 0,2 4-15,2-7 0,4 0 0,7-2-168,-1-3-8,0 4 1,2-10 0,1 6 16,2 2 0,0 1 1,-5 2-1,1 0 217,-1 0-161,0 0 1,0 6 0,0 4 141,1 3-112,-1 1 1,-5 2 0,-1 1-1,-1 3 1,-4 1 339,-2 0-377,-7 4 1,-7-5 0,-7 6-118,-2-3 1,-2-5-1,-4 1 1,-1-4-550,1 0 495,6-7 0,-4-1 0,7-3-67,2 0 441,7 1 0,6-11-459,8-4 1,9 2 0,8 1 0,2 0-680,7 4 995,-1-5 1,6 7 0,-9-4-18,-2 3 1,1 2 0,-4 2-1,-1 1 46,1 2-73,-8 6 0,-2-3 1,-7 6 117,0 0 0,-3 0 0,-2 1 0,-4-1 850,-5 0-871,-2 0 0,-9 5 0,-3 0-282,-2-2 0,-8-5 1,1-3-1,0 0-765,-2-1 607,5-1 1,-4-7 0,7 0-497,3 0 1,-1 0 0,6-2 0,3-3-1332,5-4 1232,5 3 1,6-7-1,1 3-307,4-2-578,3 4 1740,12-5 0,24 3 0,10 0 0,8-5 0,0 0 0</inkml:trace>
  <inkml:trace contextRef="#ctx0" brushRef="#br0" timeOffset="5">8602 10677 7966,'8'0'1,"5"0"2092,-4 0-702,-2-7 0,4 7 1267,-7 0-2006,1 7 0,-10 7 1,-1 2 421,-2 2-724,-1-2 0,-4 6 0,2-4 1,1 2-1,-1 1-263,-1-1-643,-2-1 0,-1-3-555,1 3-642,0-3 1,4 3 0,2-8-1264,2-2 2638,1-5 1,5 0 377,0-8 0,18-34 0,9-14 0,0-7 0,1 1 0</inkml:trace>
  <inkml:trace contextRef="#ctx0" brushRef="#br0" timeOffset="6">8787 10392 8302,'0'-8'3447,"0"2"-1637,0 6-1136,0 0 0,0 6-845,0 4 1,0 7-1,0 2 1,0-2-2892,0-1 2510,0 5 552,0 1 0,6 44 0,2 10 0</inkml:trace>
  <inkml:trace contextRef="#ctx0" brushRef="#br0" timeOffset="7">9114 10293 10067,'0'-15'5743,"0"9"-5011,0 6 0,0 8 0,-2 11 1,-1 5-295,-1 3 1,-1 6 0,3 0 0,-1 0-95,-2 2-326,1-5 1,4 5 0,-2-7-345,-3 0 1,4 1-96,-4-1 1,3-4 0,1-2-1949,-4-1 1719,3-9 0,-5-1 0,2-6-1101,-5-2 787,4-7 0,-5 0 0,5-5 964,-2-2 0,-14-46 0,-8-13 0</inkml:trace>
  <inkml:trace contextRef="#ctx0" brushRef="#br0" timeOffset="8">8801 10506 7978,'8'-28'313,"0"-1"1,-5 2 0,3 2 0,1 3 0,-1 1 3315,-3 4-2788,5 7 0,-6 1 0,3 9-376,-4 6 1,-1 7-1,0 6 1,-1 5 856,-4 2-1100,3 3 1,-9-1 0,5-1 0,-1-2 0,1-1 220,3 1-344,-5 2 1,7-3 0,-4-2-119,3-1 0,2-2 1,0-5-1,-1 0-443,-4 0 279,3-6 163,-4-2 1,6-7 0,0-4 487,0-4-1536,0-4 1,0-3 0,0-1-185,0-2-101,0 0 0,0 5 1,0-1-1,0 1 1353,0 0 0,44-32 0,12-7 0</inkml:trace>
  <inkml:trace contextRef="#ctx0" brushRef="#br0" timeOffset="9">9014 10307 7978,'0'-14'1470,"7"-1"1,-4 1-521,6 0 0,-4 1 0,5 4 1099,1 4-1687,1 4 0,3 2 0,0 4 0,3 6 1,1 6 1356,-2 7-1358,-1 3 0,-7 6 1,-1 2-23,-1 1 0,-3 2 0,-5 5 0,-4-1 713,-4 1-929,-10 0 1,-4-2-1,-7-2-116,-3-1 1,2-6 0,-7 1 0,-2-3-2008,-1-2 1280,5-6 1,-5 1 0,4-6-5232,1 2 5951,1 0 0,-12 8 0,-5 3 0</inkml:trace>
  <inkml:trace contextRef="#ctx0" brushRef="#br0" timeOffset="10">7479 15340 8058,'0'-15'703,"0"1"0,0 0 0,0 0 1,-2 1 1475,-2 4-1925,-4 2 0,-11 14 0,-2 2 1,-1 5-1,-3 7 0,-4 6 1,-1 6 2043,2 3-2026,-4 2 1,15 5-1,-5-1 1,3 1-1,5 0-20,3-1 1,7 1-1,1-2 1,5-3 7,3-5-366,12 3 0,-6-12 1,11 1-640,-1-3 1,4-10-1,-1 0 1,3-4-3383,1-5 3113,0-1 0,-1-2 0,-1-2-1530,-3-2 2544,1 2 0,23-49 0,5-4 0</inkml:trace>
  <inkml:trace contextRef="#ctx0" brushRef="#br0" timeOffset="11">7778 15581 8058,'-5'-9'418,"-2"-1"1211,0-1 1,3 3 739,0-1-1222,-4 6 0,5-4 546,-7 7-1555,1 0 1,-4 2-1,2 3 8,1 4 0,1 4 0,-5 1 1,1 0 168,4 0-215,-4 1 1,11 4-1,-4 0-359,0-2-69,4 5 0,-2-5 0,7 6 0,5-3 0,3-3-2160,4-1 2119,9-2 0,-7 1 0,6-1-293,-3 0 1,4-6 0,-5-3-1,0-2-845,1 2 1173,-4-4 0,5 6 334,-7-7 0,0-38 0,0-10 0</inkml:trace>
  <inkml:trace contextRef="#ctx0" brushRef="#br0" timeOffset="12">8019 15766 8058,'8'0'6200,"-2"0"-3578,-6 0 134,0 0-498,7 0-1118,-6 0-677,6 0 1,-7 6 0,0 4 55,0 2-483,0 3 0,-5-1 1,0 0-129,2 0-68,-5 7 0,2-5 1,-5 4-1,1-1 1,-1 0-1037,-1-2 20,-3 6 1,1-8-1,0 4 40,0-3 0,0-3 0,-1-2-2854,1-2 2035,6-6 1955,2 4 0,25-58 0,5-12 0</inkml:trace>
  <inkml:trace contextRef="#ctx0" brushRef="#br0" timeOffset="13">8375 15624 8104,'8'-6'2187,"-2"-2"-106,-6-7 1,0 6 344,0-1-1897,0 7 1,0-1 0,0 8 0,0 6 0,0 2 1649,0 3-2017,0 5 0,0-2 0,0 4 0,0 0 0,0-2 97,0 1-142,0-2 0,0-3-1002,0 3 0,-5-4 0,0 4-3234,2-3 2803,2-2 1,1-4-3119,0-1 4434,-7-6 0,-7-66 0,3 20 0,0-1 0</inkml:trace>
  <inkml:trace contextRef="#ctx0" brushRef="#br0" timeOffset="14">8616 15467 8140,'15'-14'642,"-6"-2"1,1-1 0,1-2 1157,1 2-1258,2 7 0,2-2 0,2 4 0,1 0 1,0 3 548,1 4 1,-4 7-682,3 3 0,0 10 1,-3 5-1,-4 4 1192,1 6-1284,-7-4 1,1 12 0,-7-1 0,-2 5 0,-3 0 1143,-4-2-1301,-10-1 0,-3-4 0,-7 1-175,1-1-21,-1-1 1,-4-11-1,-2-2 1,-1-3-1,-2-1-397,2-4-1239,1-1 0,7-8 0,-1-2-416,1 1 1,-1-6 2086,1 4 0,-38-35 0,28 10 0,0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39"/>
    </inkml:context>
    <inkml:brush xml:id="br0">
      <inkml:brushProperty name="width" value="0.08571" units="cm"/>
      <inkml:brushProperty name="height" value="0.08571" units="cm"/>
    </inkml:brush>
  </inkml:definitions>
  <inkml:trace contextRef="#ctx0" brushRef="#br0">213 2190 7834,'0'-22'19,"0"8"148,0 0 122,0 9 106,0-4 56,0 9 246,0 0-529,0 9 0,0-4-121,0 9 1,0-7 182,0 7-282,0-9-24,0 14 235,0-17 50,0 8-55,10-10 1,-6 0 137,10 0 1,-9-3-186,2-4 0,-2 5 129,2-5-462,-5-5-668,8 0-1203,-10 1 2097,0 1 0,-28 38 0,-8 8 0</inkml:trace>
  <inkml:trace contextRef="#ctx0" brushRef="#br0" timeOffset="1">192 2211 7856,'0'-21'-475,"0"6"-615,0 1 2159,0 0-617,9-7 1,-4 9 318,9 5-121,-9-5 222,14 10-362,-17-8-32,17 10-6,-17 0-236,8 10 1,-10 2-115,0 9 0,0-5 55,0 6 0,-7-6-119,0 12 1,-7-2 52,6 3 0,-8-3-172,2 9 0,2-7 96,-2 8 1,2-3-114,-2 2 1,-5 6 156,5-6 0,2-2-30,-2 2 1,2-2-26,-2 3 1,-3-3-39,10-5 1,-7-9-108,7 10 0,-7-18-29,7 11-339,0-15 54,7 2 38,0-9 1,0-2-508,0-5 1,2 2 356,5-9 1,-2-3-620,9-11 1166,-9 4 0,23-44 0,10-17 0,-3-3 0,1 1 0</inkml:trace>
  <inkml:trace contextRef="#ctx0" brushRef="#br0" timeOffset="2">256 2211 7935,'0'-12'1520,"0"3"-648,0-1 37,0 8-224,0-8 153,0 1-355,0 7-259,0-8 1,0 12-1,0 6 0,0-4-54,0 10 1,2 1 26,5 6 1,-5 0-26,5 0 1,5 3-116,2 4 0,-2-2-41,2 10 1,-6-3 57,6 2 1,-7 5-102,7-4 1,-7-3 50,7 2 0,-9-2 22,2 3 0,2 1-34,-1-8 1,1-1-227,-2-7 179,-5 1-242,8-1-342,-1-9 237,-6-3-1012,6-9 780,-9 0 0,0-2-114,0-5 1,2 2 727,6-9 0,-44-57 0,-2-21 0</inkml:trace>
  <inkml:trace contextRef="#ctx0" brushRef="#br0" timeOffset="3">107 2615 7935,'-12'0'3283,"3"0"-2009,9 0-566,0 9 1,9-7-230,5 5 0,12-4-94,3-3 1,8 0-250,-1 0 1,-3 0-99,2 0 1,-6 0-132,6 0 0,-16 0-689,2 0-1382,-4 0 1039,4 0 1125,-9 0 0,-69-19 0,-26-5 0</inkml:trace>
  <inkml:trace contextRef="#ctx0" brushRef="#br0" timeOffset="4">1106 1807 7694,'-12'0'880,"2"0"-329,1 0 291,7 0-66,-8 0-138,1 0-464,6 0 0,-6-2 185,9-5-151,0 4-19,0-16 0,2 15-139,5-11 0,5 4 97,9-4 1,10-3-46,5 3 1,6-11-93,8-2 0,6-3 28,15 3 1,7-5-158,-33 12 0,2 0 0,4-1 0,2 1 151,3 0 0,1 0 1,0-4-1,0 0-46,-4 0 0,0 0 1,3-1-1,1 0 31,0 1 1,0 1 0,-1 2-1,-1-1-64,-5-2 0,-1 0 0,-1 3 0,-2-1-10,39-19 0,-2-1-289,-5 1 1,2-1 279,-9 1 0,-10 9 96,-11 5 1,-8 4-1,-6 3 0,2-1 3,-10 1 0,0 2 13,-6 5 0,-8-2 46,0 9 307,0-10 0,7 15-373,1-5 406,-11-5-459,-1 9-173,-10-6-369,0 9-1893,0 0 1888,0 9 574,0-6 0,-19 16 0,-5-8 0</inkml:trace>
  <inkml:trace contextRef="#ctx0" brushRef="#br0" timeOffset="5">3996 234 7877,'0'-21'-156,"0"7"67,0 0 1,0 7 186,0-7-187,0-1 640,0-6 137,0 0 169,0 0-199,0 9-24,0-7-92,0 17 167,0-8-518,0 10 0,-2 0 135,-6 0-256,6 0 0,-7 10 89,9 4 1,-7 5 7,-1 2 0,1 3-12,7 4 1,-7-2-31,0 9 0,0 1-51,7 6 0,-7-2 12,0-4 0,0 4 18,7-5 0,-2-2-135,-6 3 0,6-10 154,-5 2 1,5-4-175,2-3 1,0 0-479,0 0 203,0-9-61,0-2-219,0-1-1944,0-6 2550,0-13 0,0-42 0,0-26 0</inkml:trace>
  <inkml:trace contextRef="#ctx0" brushRef="#br0" timeOffset="6">3932 149 7876,'0'-14'102,"0"0"0,-7 7 570,0-7-326,0 9 0,0-7 132,0 5-242,0 5 62,7-8-285,0 10 1,2 0 106,5 0 0,5 0 51,9 0 0,0-2 5,1-5 0,-1 5-200,0-5 1,7 2 34,1-2 0,2 4 83,-3-4 1,-5 5 10,6 2 0,-6-7-15,-1 0 0,-1 0-4,0 7 0,0 0 23,1 0 0,-3 2-7,-5 5 0,2 5 41,-9 9 0,0 0 4,-7 1 1,0-1-91,0 0 1,0 3 1,0 4 1,-9-2-118,-5 9 0,-7-9 65,-8 3 0,3-6-146,-9-1 1,9-1 49,-2 0 1,-3-2-114,2-5 1,1 3 56,7-10 1,2 2-107,5-2-197,-5-4 331,17 6 1,-5-9 150,14 0 1,4-2-52,11-5 1,1 4 146,6-4 0,4 5-14,9 2 0,-6 0 157,-1 0 1,0 2-125,8 5 0,-8-2 59,1 9 1,-13 0 119,-1 8 1,-1-1-71,-7 0 0,-5 0-3,-1 1 1,-8-1-37,-8 0 1,-3 0 73,-11 1 0,1-1-163,0 0 1,-10-2-98,-4-5 1,2 3 94,-3-10 1,1 7-130,-8-7 1,8 0-256,0-7 0,6 0-19,-6 0 0,9 0-175,-2 0 0,4 0-32,3 0 0,6-7-345,1 0 1,10-2 9,-3 2 1,7-3 816,7-4 0,33-43 0,16-2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46"/>
    </inkml:context>
    <inkml:brush xml:id="br0">
      <inkml:brushProperty name="width" value="0.08571" units="cm"/>
      <inkml:brushProperty name="height" value="0.08571" units="cm"/>
    </inkml:brush>
  </inkml:definitions>
  <inkml:trace contextRef="#ctx0" brushRef="#br0">3507 0 7926,'12'0'903,"6"0"-359,-15 0 123,16 0-4,-17 0-425,17 0 0,-14 8 68,9-1-99,-9 9 1,13-4-2,-3 9 1,3 3-10,4 4 0,-1-2 13,0 10 1,3-1-46,4 7 0,-2 3-37,10 5 1,-1-3 33,7 10 1,1-8 24,0 8 0,-1-7-81,1 6 1,-1-8 9,1 1 1,-8-4-17,0-2 0,-9-8 15,3 0 0,-6-9-74,-1 3 0,1 1 36,5-1 0,-4 6-155,4-7 1,-4 1 12,-3-8 0,-2 0 78,-5 1 1,5-1-38,-5 0 1,-4-7 13,-3 0-43,5-9 21,0 14 12,-1-17 1,1 8-61,-5-10-10,-4 0-147,6 9 184,-9-6 1,0 8-224,0-3-60,0-6 47,0 17 0,2-15 89,5 11 1,-2-8-136,9 7 1,-7-9 124,8 2 1,-11-3-21,3 4 0,-2-6 130,2 5-21,-4-5 0,6 1 100,-9 4 0,2-5-50,6 5 244,-6-4-301,7-3-55,-9 0-15,0 0 1,-37-19 0,-11-5-1</inkml:trace>
  <inkml:trace contextRef="#ctx0" brushRef="#br0" timeOffset="1">5207 1828 7888,'12'-9'1660,"-3"6"-842,-9-16 61,0 17-332,0-17-198,0 17-193,-9-8 0,-3 10-123,-9 0 0,-3 0 102,-4 0 1,4 3-78,-4 4 1,-3 7-27,3 14 1,-8-2-195,8 10 0,-8-1 8,8 8 0,0-1 37,7 1 1,9 1 105,5 6 0,-3-5 124,3 5 1,10-13 244,11-1 1,7-3-112,7 2 1,12-4-81,10-10 0,9-7 17,-2 0 1,4-9 22,3 2 0,7-4 23,0-3 1,-10-3 92,-11-4-333,-6-5 1,-13-2-100,-10 0-322,-9 9-10,-12-4 0,-9 9-589,-5 0 0,-5 0 371,-3 0 1,1 0-339,0 0 1,-10 0 996,-4 0 0,-14 0 0,-9 0 0,-4 0 0,-1 0 0</inkml:trace>
  <inkml:trace contextRef="#ctx0" brushRef="#br0" timeOffset="2">43 1849 7663,'-12'-11'1709,"2"1"-512,1 1-253,7 6-279,-8-6-267,10 9 54,0-10-106,0 8-174,0-7 0,3 9 15,4 0 1,4 0-29,11 0 1,1 0-175,6 0 0,-3 0 33,9 0 1,10 0-3,12 0 1,6 7 33,8 0 1,0 0-154,14-7 1,-5 0 162,12 0 0,-4 0-94,-3 0 1,-10 0 97,-4 0 0,0 0-19,-7 0 1,-5 0-186,-17 0 0,1 0 88,-1 0 0,8 0 42,-1 0 1,1 0-9,-7 0 1,1 0-12,6 0 1,-5 0 16,4 0 1,-1 0 152,1 0 1,-4 7-147,5 0 1,2 0 1,-3-7 1,1 2 22,-8 6 0,3-6-20,5 5 1,-5-5 2,4-2 0,-2 0-13,3 0 0,-5 0-2,5 0 0,1 0 0,-1 0 0,0 0-3,-8 0 1,8 0 10,-1 0 1,8 0-1,-7 0 1,2 0 8,-3 0 0,-4 0-7,5 0 1,2 0 3,-3 0 0,1 0-3,-8 0 0,1 0 3,-1 0 1,-2 0-3,-4 0 0,4 0-1,-5 0 0,-2 0 1,3 0 1,-1 0-1,8 0 0,-8 0 0,1 0 1,-1 0-2,7 0 1,-1 0 0,-6 0 1,3 0-2,-10 0 1,8 0 0,-8 0 1,7 0 27,-6 0 0,-1 0 4,-7 0 0,-7 0 33,1 0 12,-1 0 32,7 0 1,0 0-35,1 0 1,-1 0 6,0 0 0,-7 0-16,0 0 1,1 0 7,6 0 1,0 0-36,0 0 1,-7 0 0,1 0 1,-8 0 125,7 0-10,-9 0-57,4 0 0,-7 0-87,5 0-15,-4 0 41,6 0-11,-9 0-58,0 0-261,-9 0-161,6 0-627,-6 0-233,0 0 1,-1-2 255,-4-5 0,-5 2-763,5-9 1820,-5 9 0,-59-32 0,-14 1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49"/>
    </inkml:context>
    <inkml:brush xml:id="br0">
      <inkml:brushProperty name="width" value="0.08571" units="cm"/>
      <inkml:brushProperty name="height" value="0.08571" units="cm"/>
    </inkml:brush>
  </inkml:definitions>
  <inkml:trace contextRef="#ctx0" brushRef="#br0">0 83 7860,'0'-14'1160,"0"0"-523,0 0 64,0 2 10,10 3-478,-8 9 0,8 2 142,-10 5 0,0 5-57,0 9 1,0 8-53,0-1 0,0 10-89,0-3 1,0 5 13,0 3 1,-7-1-18,0 1 0,-1-8-14,8 1 0,0-10-220,0 2 0,0 3 135,0-3-399,0 0 191,0-7-59,0-9 248,0-2 0,3-13 14,4-4 0,-2-5-53,9-9 0,-7-9 8,7-6 0,-9-4-121,2-3 1,2-6 138,-2-1 0,0-6-140,-7 6 1,8 0 73,-1 8 1,0 2 28,-7 4-298,0 6-19,0 18 0,0 5 160,0 14 0,7 7 53,0 14 1,0-2-34,-7 10 0,0-1 33,0 8 1,0-3-665,0-5 1,-2 3-7,-5-10 768,4 1 0,-44 1 0,0 3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50"/>
    </inkml:context>
    <inkml:brush xml:id="br0">
      <inkml:brushProperty name="width" value="0.08571" units="cm"/>
      <inkml:brushProperty name="height" value="0.08571" units="cm"/>
    </inkml:brush>
  </inkml:definitions>
  <inkml:trace contextRef="#ctx0" brushRef="#br0">149 274 7916,'2'-12'-397,"5"5"1687,-4-4-842,6-1 1,-9-2 171,0-1-424,9 11 1,-6-8 142,4 5 174,-5 4 55,-2-6-370,0 9 1,-2 0 222,-5 0-50,4 0 0,-6 9-105,9 6 1,-7 3 36,0 4 0,0-1-28,7 0 0,-7 0-14,0 1 0,0 6-29,7 0 0,-3 8 0,-4-8 0,5 3-68,-5-3 0,4-4-87,3 4 0,0-4-62,0-3 0,0 0 22,0 0 0,0 1-23,0-1 1,0-7 96,0 0-128,0-9 359,0 4 257,0-9-501,0 0 0,0-11-12,0-11 0,0-1-239,0-13 1,0 1 94,0-8 0,3-6-278,4-1 0,-5-9 122,5 3 0,3-3-29,-3 2 0,7 5 87,-7 9 1,7 3-352,-7 5 296,10 4 0,-13 19-151,11 5 1,-11 7 396,3 7 1,-4 12-56,-3 10 0,0 8 322,0-1 0,0 4-139,0 2 1,-3-6-1,-4-1 1,3-2-72,-11 3 1,8 2 130,-7-10 1,7 7-214,-7-6 0,9-1 18,-2-7 0,5-7-309,2 1 0,-7-8-32,0 7-1100,0-9 808,7 4 1,0-11-886,0-5 1490,0 4 0,-57-63 0,21 31 0,1-1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51"/>
    </inkml:context>
    <inkml:brush xml:id="br0">
      <inkml:brushProperty name="width" value="0.08571" units="cm"/>
      <inkml:brushProperty name="height" value="0.08571" units="cm"/>
    </inkml:brush>
  </inkml:definitions>
  <inkml:trace contextRef="#ctx0" brushRef="#br0">43 76 7852,'12'-9'-548,"-3"6"0,-9-9 896,0 5 1258,10 5-681,-8-7-371,7 9 98,-9 0 443,0 0-730,0 9-149,0 3 1,0 9 7,0 0 1,0-7-101,0 1 1,0-1 0,0 7 0,0 3 15,0 4 1,-2-4-9,-5 4 1,5 3-82,-6-3 1,6 3 72,2-3 1,0-4-143,0 4 0,0-4 114,0-3 0,0 0 0,0 0 1,0-6 22,0-1-7,0-10 361,0 15-335,0-16 1,0 4-30,0-14 0,0-5-47,0-9 0,0-1-156,0 1 1,7-3 135,0-4 1,0-5-127,-7-9 1,3 1 30,4 6 0,-5-5-199,5 4 1,-4-1 73,-3 1 0,0-2 88,0 10 34,0 0-179,0 7-169,0-1 330,0 10 27,0 12 1,0 12 23,0 10 0,0 1-11,0 6 0,0-4 143,0 11 1,-3-10-106,-4 2 0,5 3 201,-5-3 0,4 3 40,3-3 1,0-4 26,0 4 0,0-4-69,0-3 1,-2 0-46,-5 1 0,5-8 30,-6 0 24,6-9-26,2 4-71,0-9-11,0 0 0,0-9-573,0-6 1,0-6-760,0-7 1,0 4 306,0-4 0,0-3-430,0 3 0,0 0 1351,0 6 0,-28 1 0,-8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52"/>
    </inkml:context>
    <inkml:brush xml:id="br0">
      <inkml:brushProperty name="width" value="0.08571" units="cm"/>
      <inkml:brushProperty name="height" value="0.08571" units="cm"/>
    </inkml:brush>
  </inkml:definitions>
  <inkml:trace contextRef="#ctx0" brushRef="#br0">43 298 7333,'-12'0'946,"-7"0"7,16 0-318,-6 0 87,9 0 205,0 0-651,9 0 0,3 0 0,10 0 0,6 0-24,0 0 1,17 0 90,-2 0 1,16 0-54,4 0 0,4 2-77,10 5 1,4-5-297,11 5 0,-2 3 210,9-3 0,-10 2-163,4-1 1,-16-4 75,-6 10 1,-5-9-154,-2 2 1,-12-4 10,-9-3 0,-1 0-84,-6 0 1,-3 0-127,2 0 42,-9 0-155,5 0 458,-20 0-513,-1 0-36,-10 0-447,-10 0-368,-1 0 1331,-11 0 0,-8 0 0,-3 0 0</inkml:trace>
  <inkml:trace contextRef="#ctx0" brushRef="#br0" timeOffset="1">2316 21 7521,'-11'-9'964,"1"6"-405,10-6 297,0 9 3205,0 0-3980,0 9 0,0 3 26,0 10 1,0-8 7,0 0 1,0 0-23,0 7 0,0 1-89,0-1 1,0 0 69,0 0 0,-2 8-26,-5-1 0,2 7-38,-9-6 0,9 6 76,-2-7 1,-2 3-3,2-2 0,-8-6 13,8 5-44,0-4 0,7-3-27,0 1-20,-9-11 77,6-1-25,-6-10 87,9 0-81,0 0-27,0-10-41,0 8-27,0-7 13,0 9-45,0 0 35,0-10 63,0 8 3,0-8-18,0 10-81,0 0 46,0-9-28,0 7-42,0-8 66,0 10-5672,0 0 5691,0-9 0,0-22 0,0-14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54"/>
    </inkml:context>
    <inkml:brush xml:id="br0">
      <inkml:brushProperty name="width" value="0.08571" units="cm"/>
      <inkml:brushProperty name="height" value="0.08571" units="cm"/>
    </inkml:brush>
  </inkml:definitions>
  <inkml:trace contextRef="#ctx0" brushRef="#br0">1 0 7014,'12'0'1236,"-3"0"-734,-9 0 3039,0 0-3441,0 10 1,2-8 103,6 5-88,-6 5 0,10 0-8,-5 9 0,-5-7-88,5 1 0,3-1 70,-3 7 1,7 0-17,-7 0 0,7 1-14,-7-1 1,7 7-81,-6 1 1,8 1 14,-2-1 1,-2 1 4,2 6 1,-7 4-1,7-5 0,1-2 48,6 3 0,-2-3-7,-5 2 0,5-2-65,-5-4 1,-2-6-13,2 6 1,-2-6 62,2-2 1,2 1 2,-8-1 1,6 0 94,-7 0 0,7 1-90,-7-1 0,3-2 7,-3-5 0,-3 5 25,10-5 1,-6 5-2,6 2 0,-2 0-44,2 1 0,5-1-6,-5 0 1,-2 1 11,2-1 0,-2-7 19,2 0 189,5 0-146,-8 8 0,8-8 114,-5 0-142,-4-9 1,-3 6 64,0-4-112,0-4 0,0 9 9,0-5-41,0-5 73,3 17 1,-5-14-203,9 9 79,-10-9-7,6 13 55,-10-15 0,0 9-24,0-5-492,0-5-70,0 8 1,-2-13-306,-6-4 1,4 2 909,-10-9 0,-19-28 0,-12-15 0</inkml:trace>
  <inkml:trace contextRef="#ctx0" brushRef="#br0" timeOffset="1">1297 1488 7812,'-9'-12'-1289,"6"0"1110,-4 5 1229,5 5-346,2-7 139,0 9 1133,0 0-1742,0 9 1,0-4-48,0 9 1,0-7 20,0 7 1,0 0 25,0 8 0,0-1-117,0 0 1,0 7-159,0 1 1,-2-1 125,-5-7 0,4 8-118,-4-1 0,5 3-31,2-3 0,0-4 67,0 4 1,-7-2-45,0 2 0,-1-11 68,8 4 1,3-4-100,4 4 0,-5-7 94,5 0 0,5-9-12,2 2 0,5-5 43,2-2 0,1 0 5,-1 0 1,0 0-72,0 0 0,1 0 4,-1 0 1,0-7-302,0 0 0,1-2 16,-1 2 0,0 4 24,0-4 0,-6 2-424,-1-2-635,0 5 781,7-7 0,-9 6-889,-5-4 1437,5 5 0,-57-45 0,-5-1 0</inkml:trace>
  <inkml:trace contextRef="#ctx0" brushRef="#br0" timeOffset="2">1340 1786 7065,'0'-12'3021,"2"2"-2575,5 10 0,-2 0-374,9 0 0,0 0-104,7 0 1,1 0-72,-1 0 1,0-7-277,0 0 1,1 0-545,-1 7 1,0-2 393,0-5 529,-9 4 0,-2-25 0,-10 4 0</inkml:trace>
  <inkml:trace contextRef="#ctx0" brushRef="#br0" timeOffset="3">1340 1403 7855,'-10'-12'1753,"8"-7"-1571,-8 17 1,13-7-152,4 9 1,5 0 37,9 0 1,3 0-154,4 0 0,3 0-320,4 0 0,3 0 404,-10 0 0,38 18 0,3 6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58"/>
    </inkml:context>
    <inkml:brush xml:id="br0">
      <inkml:brushProperty name="width" value="0.08571" units="cm"/>
      <inkml:brushProperty name="height" value="0.08571" units="cm"/>
    </inkml:brush>
  </inkml:definitions>
  <inkml:trace contextRef="#ctx0" brushRef="#br0">0 1041 7848,'0'-21'10,"0"7"187,0 0 0,0 7 24,0-7 0,0 6 655,0-6 34,0 10-93,0-6-242,0 10-20,0 0-407,0-9 0,3 6-113,4-4 0,5 5 93,9 2 0,12 0 91,9 0 0,6 0-138,15 0 1,-1 0 75,16 0 1,9 0-329,12 0 0,-4 0 350,-3 0 1,-5 0 45,-2 0 0,-4 0-51,-11 0 0,-15-7 11,-20 0 1,-16 0 24,2 7 147,-14 0-333,3 0-19,-10 0 1,-3 0 335,-4 0-697,5 0-487,-7 0-70,-1 0-778,8 0-120,-8 0 964,1 0 847,-3 0 0,-47 9 0,-10 3 0</inkml:trace>
  <inkml:trace contextRef="#ctx0" brushRef="#br0" timeOffset="1">680 213 7841,'-2'-33'292,"-5"4"0,5 6 468,-5 1 448,4 11-201,3-8 151,0 16-742,0-6 0,0 11-62,0 5 1,0-2-105,0 9 1,0 3 23,0 11 0,-2-2-1,-5 9 0,4-6-89,-4 6 1,5-7-46,2 8 0,-2-3-3,-5 2 0,4 3-127,-4-9 1,5-1 61,2-7 1,0 0-139,0 1 484,0-1-72,0-9 242,0-3-578,0-28 1,0-4-155,0-20 1,0 1 50,0-1 1,0-7-173,0 1 0,0-8 121,0 8 1,0-1-79,0 8 1,0 9 75,0 4 0,0 6-311,0 1-332,0 10 549,0 3 1,-3 26 93,-4 4 1,5 7-85,-5 1 0,-3 4-174,3 9 1,-7-7-125,7 1 529,-9-1 0,23 46 0,-5 8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60"/>
    </inkml:context>
    <inkml:brush xml:id="br0">
      <inkml:brushProperty name="width" value="0.08571" units="cm"/>
      <inkml:brushProperty name="height" value="0.08571" units="cm"/>
    </inkml:brush>
  </inkml:definitions>
  <inkml:trace contextRef="#ctx0" brushRef="#br0">43 86 8044,'12'-15'1563,"-5"1"-654,-4 10-370,-3-6 107,0 1 177,0 6-235,0-6-232,0 18 1,0 3-112,0 9 1,0 3 0,0 4 0,0-2-67,0 10 1,-3-1 38,-4 8 1,5-1-1,-5 1 1,2-1-59,-2 1 0,5-1-179,-6 1 1,6-1 53,2 1 1,-7-3-109,0-5 0,0-4-259,7-10 1,0 0-458,0 1-600,0-11 938,0-1 1,0-12-221,0-6 0,0-3-73,0-11 744,0 1 0,4-30 0,1-14 0,1-4 0,0-1 0</inkml:trace>
  <inkml:trace contextRef="#ctx0" brushRef="#br0" timeOffset="1">22 64 7921,'0'-21'1607,"2"2"-217,6 5-290,-6 5-504,17 9 1,-7 0-200,9 0 0,2 2-117,6 5 0,-3 2-88,9 6 1,1 4-28,6-5 0,-7 7-30,1 7 0,-8-4-98,8 4 0,-10-4-63,2-3 1,-4 0 55,-3 1 1,0 1-57,0 6 1,-2-6 47,-5 6 0,3-6 23,-10-2 0,0 1 64,-7-1 0,0 0 5,0 0 1,-2 1 47,-5-1 0,-8 0 12,-13 0 1,2 1-192,-9-1 0,-1 0-36,-6 0 1,-1 1-225,1-1 1,-1-2-149,1-5 1,2 2-391,4-8 0,3-1 269,5-7 1,11 0-1059,-4 0 942,14 0 662,-2 0 0,27-29 0,6-6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62"/>
    </inkml:context>
    <inkml:brush xml:id="br0">
      <inkml:brushProperty name="width" value="0.08571" units="cm"/>
      <inkml:brushProperty name="height" value="0.08571" units="cm"/>
    </inkml:brush>
  </inkml:definitions>
  <inkml:trace contextRef="#ctx0" brushRef="#br0">95 107 7971,'0'-14'-668,"0"-1"0,7 8 1378,0-7 1,0 7 212,-7-7-190,0 9-173,9-4 281,-6-1-390,6 8-3,-9-8-145,0 20 0,0 4-102,0 14 1,0-4-1,0 4 1,0 3-13,0-3 0,0 8-28,0-8 0,-7 8 5,0-8 0,0 7-5,7-6 0,-7 6-186,0-7 1,0 1 117,7-8 0,0-7-131,0 0 283,0 0 439,0-2-525,0-2-159,0-10 0,0-17 68,0-4 0,-7-14-140,0-1 1,-3-4-221,3-3 0,5 1 160,-5-1 0,4 1-23,3-1 1,0 10-188,0 5-174,0 4 246,0 13 144,0 1 80,0 29 0,0 2 19,0 15 0,0 2 99,0-10 0,-2 7-130,-5-6 1,4 1-366,-4-1 0,3-6-800,-4 6 199,6-6 0,-10-2 1024,5 1 0,14-1 0,-4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63"/>
    </inkml:context>
    <inkml:brush xml:id="br0">
      <inkml:brushProperty name="width" value="0.08571" units="cm"/>
      <inkml:brushProperty name="height" value="0.08571" units="cm"/>
    </inkml:brush>
  </inkml:definitions>
  <inkml:trace contextRef="#ctx0" brushRef="#br0">128 139 7943,'-10'-21'1307,"8"9"-523,-17-6 259,7 6-654,1 0 0,-6 5 30,10 14 0,0-2 63,7 9 0,0 0-52,0 7 0,0 3-160,0 4 0,-7-4-57,0 4 0,0 5 27,7 3 1,0-3-90,0 2 1,-7-9-104,-1 2 0,1-4 257,7-3-282,0 10 58,0-7 215,0 6-6,0-18-210,0-2-155,0-29 0,3-5 3,4-18 0,-2-1-151,9 1 0,-3-10-4,4-5 0,1 5-178,-9 2 0,3 8 180,-3 6 1,-5 3 78,5 5 0,-4 12-211,-3-6 142,0 15 1,0 7 4,0 14 1,-7 8 144,-1 6 0,-6 3 130,7 4 1,-7 5-158,7-4 1,0 1-16,7-1 1,-7 2 13,0-10 0,0 3-520,7-3 0,-7-12-1987,-1 6 2600,1-6 0,7-13 0,0-6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64"/>
    </inkml:context>
    <inkml:brush xml:id="br0">
      <inkml:brushProperty name="width" value="0.08571" units="cm"/>
      <inkml:brushProperty name="height" value="0.08571" units="cm"/>
    </inkml:brush>
  </inkml:definitions>
  <inkml:trace contextRef="#ctx0" brushRef="#br0">43 1595 7915,'-12'0'304,"3"0"0,6 7 531,-4 0-238,5 0 389,-7-7-71,9 0 466,0 0-987,0-9 27,0 6 42,0-16-354,9 8 1,3-8 85,9 4 1,0-1-107,1 9 0,1-7-51,6 7 0,-3-10-57,9 3 0,-2-5 36,2-2 0,6 0-75,-6-1 0,5 1 122,3 0 1,4 0 4,-5-1 1,6-6-125,-13 0 0,3-3 112,-3 3 1,5 2-22,-4-10 0,-3 10-69,2-2 1,-2-3-120,3 3 0,11-10 134,-5 3 0,6 4-85,-6 3 1,1 2 93,-1-3 1,8 6-20,-1-6 0,1 6-94,-8 1 0,1 1 111,-1 0 1,1-7 11,-1-1 1,1 1-47,-1 7 1,1-3 2,-1-4 1,1 2-12,-1-10 1,1 10-3,-1-2 0,1 2-15,-1-2 1,8 4 39,0-4 1,-1 4 3,-6 3 1,-1 0 17,1-1 0,6 4 10,1 3 0,0-3 12,-8 3 1,1-1 9,-1 2 0,8-5 12,-1 5 0,-6-3 111,-8 3 0,-9-3 164,2 10-239,-4-9 84,-12 13-197,-3-6-130,-9 9 1,-2 0-455,-5 0-999,4 0 832,-15 0 0,13 7 792,-9 0 0,-29 29 0,-13-1 0</inkml:trace>
  <inkml:trace contextRef="#ctx0" brushRef="#br0" timeOffset="1">893 596 7924,'12'-9'1048,"-3"6"0,-6-13-82,4 9-265,-5-1 45,8 8-488,-10 0 1,-3 0 27,-4 0 0,2 10-56,-9 4 0,7 5 0,-7 2 0,7 0-91,-7 1 1,2 6-13,-2 0 0,-3 1-78,10-8 1,-7 0 123,7 0 1,-2-2-186,1-4 0,6 3 355,-5-3 56,5-6-161,2 1-119,0-10 1,0-3-167,0-4 1,0-12-82,0-9 0,7-10-111,0 3 0,7-8 81,-7-6 0,7 4-165,-7-5 0,0-2 146,-7 3 0,0 6 5,0 8-297,10 9 82,-8 4 233,8 13 1,-10 21 203,0 9 0,0 10 303,0 11 0,-7 1-116,-1-1 0,1-6 81,7-1 0,-7-9-130,0 2 0,0-4-52,7-3 1,0 0 44,0 1 69,0-10-27,0-3-199,0-9 1,3-9-153,4-6 1,-5-13-46,5-7 0,2 2-214,-1-3 1,6 1-80,-7-8 0,0 3-266,-7 5 0,2 4-449,5 10-292,-4 9 1473,6 2 0,-18 77 0,-3 15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6T18:12:30.066"/>
    </inkml:context>
    <inkml:brush xml:id="br0">
      <inkml:brushProperty name="width" value="0.08571" units="cm"/>
      <inkml:brushProperty name="height" value="0.08571" units="cm"/>
    </inkml:brush>
  </inkml:definitions>
  <inkml:trace contextRef="#ctx0" brushRef="#br0">106 43 7829,'-11'0'12,"-6"-3"253,10-4 567,-9 5-242,13-8 256,-16 10 48,17 0-519,-8 0 0,13 0-90,4 0 0,5 0-64,9 0 1,0 0-14,0 0 0,1 0-46,-1 0 0,0 0-159,1 0 1,1 0-27,5 0 0,-4 0-222,4 0 0,-4-2-748,-3-5 0,1 4 299,-1-4 1,0 5-48,0 2 0,-7 0 159,1 0 1,-11 2 581,3 5 0,-80 34 0,26-13 0,0 0 0</inkml:trace>
  <inkml:trace contextRef="#ctx0" brushRef="#br0" timeOffset="1">21 276 6838,'-2'29'-425,"-5"-1"2072,5 0-993,-8-6 0,10-8 31,0 0 0,3-9 287,4 2 0,4-5-411,11-2 0,1 0-16,6 0 0,-3 0-207,9 0 1,-7-7-148,8 0 0,-8 0-33,8 7 0,-18-7-120,4 0 1,-13 0-184,5 7-877,-9 0-1933,5 0 2067,-10 0 1,-3 0-1702,-4 0 2589,5 0 0,-64 0 0,-5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8.656"/>
    </inkml:context>
    <inkml:brush xml:id="br0">
      <inkml:brushProperty name="height" value="0.053" units="cm"/>
      <inkml:brushProperty name="color" value="#FF0000"/>
    </inkml:brush>
  </inkml:definitions>
  <inkml:trace contextRef="#ctx0" brushRef="#br0">14005 6724 7806,'0'-14'-242,"0"5"0,0-1-290,0-1 2552,0 5 1,0-7-288,0 4-1732,0 2 0,0 3 1,0 10-1,0 7 1,0 6 411,0 3-468,0-5 1,-5 10 0,0-3 10,2 2 1,2 8 0,1 0 0,0 0 62,0-4-181,0 1 1,0-9-1,0 7 73,0-1 1,0-6 0,0-3 0,0-3 53,0-2 229,-7-6 118,6 5 1,-7-13 0,5 0 0,-4-8 151,0-5-482,-3-7 1,1 2 0,-1-4 0,-1 2 1,0-1 0,0 4 178,1-2-257,7 0 1,-5 11-373,4 3 1,2 5-445,-3 5 1085,4-3 0,5 10 1,3-2-10,1 2 1,0 2-1,3 1 1,-2-3 673,2-2-693,2 2 0,1-10 0,0 3-47,0-4 1,1-1 0,-1 0 0,0-1 283,0-4-317,-6 3 0,5-10 0,-4 4-256,4 0 1,-5-5 0,-2 4-2052,1-4 158,-6-1 2083,5 0 0,-18 0 0,-4-1 0</inkml:trace>
  <inkml:trace contextRef="#ctx0" brushRef="#br0" timeOffset="1">13280 7606 7790,'0'-14'296,"0"-1"1,0 1 0,0 0 0,0 0 0,-2 1 0,-1 2 1834,-2 2-1409,1 5 0,4-8 1,-2 4-137,-3 0 0,-1 3-523,-4 10 0,-2 3 0,2 6 0,-2 0-150,-2 0 1,-1 5-15,1 0 0,0 7 0,0-3 0,1 4-183,4 2 0,-3-2 1,8-2-1,1-2-688,1 3 795,2-6 1,0 1 0,2-9-66,2-2 1,4 1 0,8-6 0,3-2-279,5-2 409,3-7 1,6-2-1,0-8 141,-2-3 0,-5 2 1,-4-5-1,-2 1 281,-2 4-18,-2-5 0,-9 6 1,0-3 87,-1 3 1,-4 2-1,1 2 289,-6 2-523,-5 4 1,-2 12-1,1 4-83,-2 2 0,0 7 1,0 2-1,3-1-84,1 1 19,3 4 0,4-8 0,0 6-44,0-3 0,0-1 0,1-5 0,6-1-312,7-4 317,0 4 1,13-11 0,-3 2-10,2-2 0,-2-8 0,0-4 0,1-3-57,2-1 286,-5-6 1,-1-2 0,-9-5 0,-2 3 1,-4-3 0,-6 4 0,-2-3 408,-2 3-470,-4 2 1,-8 7 0,-3 1-57,-5 4 0,2 2 0,0 7 0,0 0-115,0 0-16,5 7 1,-4-4 0,7 6-556,0 2 0,-1 2-919,1 1 1239,6 0 0,3-4 1,10-2 17,5-2 1,4-1-1,3-5 1,4 0-168,1 0 542,2-6 1,6 4-1,1-4 68,2-1 1,-4 6 0,-5-4 0,1 3 380,2 2-29,-5 0 0,-2 0 0,-5 2 146,-1 3 0,0 4 0,-1 9 361,-4 1-922,-3 0 1,-6-5 0,-1 0 0,-2 0 222,-2 0-726,-6 1 0,8-6-139,-7 1 174,7-7 156,-3-3 0,6-8 1,1-8 64,4-3 0,1 2 0,5-5 0,-1-1 339,1 1-103,2 5 0,1-4 1,0 9 245,0 2 0,1-1 1,-1 7-22,0 0-115,-6 3 0,4 2-50,-2 4 0,-2 5 0,0 7 0,-2 2 118,-3-2-292,5 5 1,-5-6 0,5 3-233,-1-3 0,4 3 0,-2 0-541,4-2 241,1-1 0,0-8 1,0-3 63,1-4 1,4-2 0,-1-4 0,0-5-336,-2-2 690,4-9 1,-4-1 0,3-8-119,-3-3 1,-4 1 0,-1-6 0,-3-1-602,-1-2 749,-3-2 0,-5 2 0,-2 3 281,-2 5 1,-5 9 0,4 5 0,-2 5 928,-3 5-857,5 2 1,-2 9 0,5 3 287,-2 4 1,-4 10 0,4 5 0,0 4 804,-1 6-828,4-4 1,-4 11-1,4-5 20,-2 0 0,2 4 0,-3-6 0,4 1 855,1 0-1126,0-2 1,0-6-1,0-2-589,0-1 1,0-7 0,1 2-1839,4-3 1791,-3-8 1,5-3-207,-2-10 0,-3-3 0,3-8 0,-4-3-2560,-1-4 2612,0-4 1,0-3 0,0-2-1670,0-1 2204,0-6 0,-19-10 0,-5-10 0</inkml:trace>
  <inkml:trace contextRef="#ctx0" brushRef="#br0" timeOffset="2">14019 7520 7790,'-14'0'1879,"6"0"-1261,2 0-237,6 0 1,6 5 0,5 0-68,6-2 1,6 3 0,7-1 0,1-2 150,2-1-943,7-2 1,-9 5-1,7-1 249,2 0 1,-7-3 0,-3-1 0,-6 0-1984,-4 0 665,-1 0 1083,-5 0 1,-7 0 1144,-7 0-430,-7 6 0,-7-4 536,0 3 0,5-4 0,1 1 910,1 3-1206,3-4 1,4 12 201,0-4 1,0 4-1,0 1 1,0 0 2720,0 1-2878,0 5 1,0-4 0,0 5-338,0-1 1,0-4-1,0 4 1,0-1-27,0 0-261,0-6 1,0 0 0,1-6-129,4 1 0,-4 0 0,6-5-838,-1 2 805,-4-6 1,10-7 0,-4-8-193,0-3 0,5-3 0,-4-7 0,4 1-622,1 0 834,0-1 0,1 2 0,-3 4-287,-2 4 1,2 3 0,-2 3-1112,2 4 739,-4 2 1,3 9-49,-6 3 0,5 3 1,-6 6 935,-1 0 0,-1 32 0,-2 8 0</inkml:trace>
  <inkml:trace contextRef="#ctx0" brushRef="#br0" timeOffset="3">14801 7705 7790,'0'-14'968,"0"0"0,0 0 0,0-1 234,0 1 21,-6 6 1,3-4-252,-7 2 0,5 4-625,-4 1 1,-1 4 0,-4 1 156,0 0-580,-7 6 0,6 2 0,-3 6 0,6 2 1,2 3-357,-1 4 331,-2-2 1,6 4-1,2-4-367,3 1 1,2-5-1,0 2 1,2-3-494,3-2 678,2 0 0,9-1 0,2-3-1,1-6 0,6-2 0,-1-4 0,2-2-200,3-6 735,-7-3 0,3-2 0,-6-3-94,-1-1 0,-4-1 0,-3 1 0,-3-3 272,-2 0-175,-1 1 0,-8 2 12,-7 0-277,1 7 0,-13 5 0,4 7 1,-2 2-1,-1 3-214,1 4 37,1 4 1,6 1-1,2 0 103,1 0 1,7 1 0,-1-1 0,2 0-63,2 0 181,6-6 0,4 3 0,9-6-102,4-2 0,4-1 0,2-4 0,1-3 222,3-4-150,-3-10 1,6-3 0,-4-7 7,1 1 0,-1-1 1,-9-1-1,-4-1 191,-3-2-154,-8-7 1,-2 10 0,-6-3 24,0 3 0,-1 6 0,-2 2 1,-4 3 373,-1 7-245,-1 4 0,-1 8 1,1 1-185,-2 4 0,-2 3 0,-1 8 1,1 4-100,4 9 429,-4-1 1,10 13 0,-6-5 243,-2 1 1,4 4-1,3-5 1,2 1 95,2-4-682,0-3 0,6-2 1,5-1-96,7-3 1,-1-8 0,5-9 0,0 0-1547,0-4 1233,-4-2 0,2-1 0,-5-1-1115,-1-4 1,5-3 0,-2-6 1515,-4 0 0,-5-38 0,-8-10 0</inkml:trace>
  <inkml:trace contextRef="#ctx0" brushRef="#br0" timeOffset="4">15825 7833 7753,'-8'0'1531,"2"-1"0,7-4 187,4-5-1612,3 4 1,6-7-1,2 4 1,1-4 0,4-1-1,1-2 1,3-3-15,2-4-78,8-4 1,-5-6-1,1-2 1,-4-1 0,-5-2-217,-1 1 170,-9-4 0,0 11 0,-8-1 0,-2 7 0,-5 10 211,-7 7-102,-2 6 0,-4 1 0,-2 1-1,-1 4 1,-4 5 0,4 9-1,0 4 136,-2 4 77,12 2 0,-10 1 0,11 1-68,0 2 1,-3 7 0,6-4 0,2 1 531,2-4-542,1 3 0,1-4 0,2 4 21,2-1 1,4-2 0,-2-5 0,-1-1 84,0-3-179,-1 3 0,0-11-126,0 2 174,-1-2-3,-10-8 0,3-2 1,-7-7-134,-1-4 1,-1-3 0,-2-8 0,-1-2-918,1-6 251,6-3 1,-3-3 0,6-3 169,2-5 1,2-5 0,1-3-1,1 1-794,4 4 1096,9-2 1,8 14 0,7-1 110,-1 5 0,1 14 1,-1 2-1,0 5 208,1 4-137,-1 7 0,-6 2 0,-3 9 210,-3 1 1,-3 6 0,-4-3 0,-4 2 648,-3-1-774,-2-5 0,0 4 0,-2-5-55,-3 2 1,-3-5-1,-6-4 1,0-1 29,0-1-223,-7 5 1,4-12-1,-7 4-169,-1-3 1,0-2 0,-1-2 0,3-3-472,-3-4 743,6-4 0,-1-1 0,7 0-5,0 0 0,1 0 1,4-1 52,4 1-83,3 6 1,4 2-1,3 6 1,3 0-1,6 0 1,2 1 958,3 4-785,3 3 1,1 0 0,0-2-120,-3 1 0,5-6 1,-1 4-1,3-3-721,1-2 582,1 0 0,6 0 0,1-2-8,0-3 0,5-7 1,-4-7-1,-1 1-414,-3 2 569,-3-4 1,-3 4 0,-3-1-236,-5 6 444,-4-2 0,-5 11 1,-2-4-37,-2 0-71,-1 4 0,-5-3-49,0 10 0,0-2-2,0 7 123,0-7 649,0 3-16,-6-6-850,-2 0 1,-2 0-1,1 0 9,-2 0 0,-2 5 0,-1 1 0,-2 1-28,-3-1 93,3 5 0,-4-5 0,5 5-41,1-1 0,0-1 0,0 6 0,1-1-101,4 0 64,-4 0 0,12 1 0,-4-1-115,3 0 0,4-1 1,3-4-1,4-3-325,4 1 389,7-6 0,-2 6 0,5-9 62,3-3 1,-4-3-1,0-6 1,-2 0-74,-2 0 367,-3 0 1,0 4 0,-3 1 136,-2-2 1,1 3 0,-6-2 346,-2-1-393,-2 5-267,-1-1 0,0 9 0,0 3-38,0 4-27,0 4 0,-4-4 0,-1 1-203,2 1 1,1-3 0,4 0-800,2-2 655,-2-1 0,12-5 125,0 0 1,-2 0-1,5-2 1,0-3-109,-1-4 254,6-4 0,-4-2 1,4-3 40,-2-1 1,1 0 0,-4 5 0,4 0 96,1 0 14,-5 6 0,5-3 0,-4 6 42,1 2 1,0 1-1,-5 2 1,0 0 66,0 0-184,0 0 0,-4 0 1,-2 2 165,-2 2 358,-1-2-342,-5 4 0,0-4 0,-2 1 160,-2 2 0,0 0 0,-5-5 0,-2 0-337,-2 0-211,-1 0 0,-5 4 1,-2 3 123,-1 1 1,5-4 0,-4 6-1,3 1-155,-1 1 127,0 3 1,4-4 0,3 1-19,2 4 1,-1 2 0,6-4 290,2 0-197,2 6 0,2-8 1,4 0-41,5-4 1,8-3-1,6-5 1,3 0-315,1 0 297,7-7 1,-5 0 0,5-8-183,0 1 0,-1-5 1,4-1-1,-6-2-427,-7-4 587,2 6 0,-9-7 0,2 3 71,-4-3 0,0-3 0,-12 0 1,0 0-148,-3 3 409,-1 9 0,0-3 1,-1 8-135,-4 4 1,2 3 0,-7 6 0,-1 1 85,-2 4-303,6 9 1,-4 3 0,4 7 439,-1 1 0,4 1 1,-4-1-1,1-1 1069,4 1-1216,2 2 0,1-4 0,0 0-158,0-3 0,0-1 0,0-5 0,0 1-88,0-1-8,0 0 1,6-6-319,3-3 1,-1-4 0,3-1-1,4-1-385,2-4 603,8-9 0,-7-2 1,5-5 20,3 1 1,-4 4-1,0-5 1,-2 4-141,-2 3 592,-2-4 1,-4 11 335,-2-8-69,-4 7-479,-6 2 0,-2 6 1,-2 2-77,-6 2 0,-7 0 0,-2 4 0,1-1-271,3 1 189,-6 2 1,5-1-1,-3 1-84,4 1 1,5-3 0,2 1-1,0 1-125,0-2 258,5 4 0,-8-4 0,6 6 25,2 1 1,2-6 0,2 0 0,4 1 10,4-2 17,10 4 0,-1-10 1,6 3-93,1-4 0,2-1 0,1 0 0,-1-1-78,-3-4 54,2 3 1,-5-10 0,4 4 62,-1 0 1,-2-5 0,2 4 0,-5-4 69,-3-1-90,-2 0 1,-2 0 0,-2-1 1,-5 1 0,1 0 1,-1 0 84,-2 0-113,-2 6 0,-2 1-107,-4 7 1,-1 2 0,-5 3-1,1 6-213,-1 6 579,-1-1 1,2 4-1,2-4-83,2 3 1,-4-3 0,6 3 0,0-3 187,3-2-217,1 0 0,1-1 0,4-2-34,5-2 0,4-6 0,3 2 1,4-3 155,1-2-149,2 0 0,3-7 0,-2-2 42,-2-4 0,1-2 0,3-3 0,-3-2-198,-5-2 111,3-2 1,-6-6 0,3-2-95,-4-1 0,0-5 0,-3 3 0,-2 1-281,-6-1 325,-2 2 0,-2 11-104,0 3 1,-2 11-212,-2 8 466,2 12 0,-11 11 1,6 7 243,-1 3 1,-8-2-1,5 6 1,0-3 828,-2-2-688,7-2 0,-5-2 0,6 1-252,2-1 1,1-6-1,2-3 1,0-3-688,0-2 138,0 1-60,0-8 1,7 0 0,2-9 0,2-3-995,-1-4 942,2-4 1,-5-6-1,4-1-539,-2-2 1,-1-7-1,1-4 1,-4 2-1220,-3 1 1888,-2 1 1,0 2 0,0 4 198,0 4 0,-7 4 0,-2 6-41,-4 4 936,5 4-325,-4 1 0,10 6 1541,-2 3-1575,8-2 0,6 1 0,7-5-173,2 2 0,5-1 1,-4-4-1,1 0-619,-1 0 111,6-6 0,-11 4 0,4-2-1241,-3 2 1,-2 2 1470,1 0 0,-14-19 0,-2-5 0</inkml:trace>
  <inkml:trace contextRef="#ctx0" brushRef="#br0" timeOffset="5">18256 7449 7753,'8'-14'-150,"3"5"1,-5-1 2610,2-1-1537,2-1 0,-1 2-835,1 1 1,-6 5-1113,6 0 808,-7 2 1,3 4-1,-7 2-537,-4 6 0,-3 3 1,-6 2-1,0 3-581,-1 1 1333,-5 0 0,-40 14 0,22-14 0,0 0 0</inkml:trace>
  <inkml:trace contextRef="#ctx0" brushRef="#br0" timeOffset="6">18626 7720 7732,'-7'7'220,"-1"0"1,-6-3 0,0 1 0,0-2 3110,0-1-2655,6-2 1,-5 0-1,5-2 1,-1-1 0,1-3-1,0 0 1,2-2 2464,-1 0-2850,3 5 0,4-5 0,-2 5-648,-3-2 220,4 0 0,-12 7-64,3 2 0,4 0 1,0 3-1084,0 0 959,4 4 1,-6-10 3,3 4 0,2-3 0,-6-2 0,-2 0-1364,-2 0 1157,-8 0 1,6-5-1,-4 0-2748,3 2 3276,2 2 0,-26 38 0,-6 11 0</inkml:trace>
  <inkml:trace contextRef="#ctx0" brushRef="#br0" timeOffset="7">18540 554 8057,'-6'-7'64,"4"-6"1,-4 3 0,1-2 859,1-2-495,-1 6 0,5 0 0,-2 3 1,-1-4 1603,-2-4-1517,1 5 1,4 0 446,0 3-628,0 4-201,0-6-6,0 7-67,0 0 1,0 7 0,0 2 21,0 4 0,0 1 1,0 0-1,-2 2-89,-3 3 120,4 3 0,-7 7 1,5-2-59,-2-4 0,0 9 0,4-4 0,-2 2 220,-2 0-290,0 5 1,5-5 0,-2 5 15,-2 0 0,2-4 0,-3 7 1,4 0 226,1-2-145,0 5 1,0-4-1,0 5 151,0 1 0,0 0 0,0-1 0,0 2 181,0 4-330,0-4 1,-2 5 0,-1-6 159,-2-1-222,1 1 0,4-2 0,-2 0 1,-1-1-1,-2 1-418,2-2 312,-5-6 0,5 2 0,-5-5 0,2 0 0,1-1-296,-1-7 242,4 1 0,-4-12 0,6 4-523,0-3 141,0 1-154,0-5 156,0-2 1,1-6 0,3-1-1734,0-4 1747,1-3 0,-5-6 0,0 0-637,0-1 1,5 0 0,-1-3 1138,0-1 0,16-50 0,-8 30 0,0 0 0</inkml:trace>
  <inkml:trace contextRef="#ctx0" brushRef="#br0" timeOffset="8">24881 13321 8045,'-4'-10'215,"-1"1"1,0-2 0,1-2 1045,-1-1-602,0 0 1,5 4-1,0 1 1248,0-2-1407,0 4-291,0 1 0,0 8 158,0 2 1,0 9 0,0 8 0,0-1 557,0 1-740,6 4 0,-4-3 0,3 6 1,-4 1-1,-1 1 957,0 3-988,0-3 0,5 6 0,0-2 35,-2 3 0,-2 5 0,-1 0 0,0 1 328,0-1-390,0 7 1,0-3 0,0 5 20,0-2 0,0 0-52,0-2 0,0-1 0,-1 4 0,-2 1-9,-2 0-83,0-6 0,5 4 0,0-6 0,0 0 0,0-2-234,0-3 215,0 3 1,0-5-1,0 7 114,0-1-99,0-5 1,0-3 0,0-5 0,0-2-1,0-2-21,0-1-2,0-1 0,0-1 0,0-3 1,0-3-178,0-2-65,0-6-1357,7-1 80,-6-7 910,5 0 1,-6-2-1794,0-3 1363,0-3 0,0-6 1062,0 0 0,19-25 0,5-7 0</inkml:trace>
  <inkml:trace contextRef="#ctx0" brushRef="#br0" timeOffset="9">24839 13264 8140,'-6'-14'1482,"4"-1"-277,-3 1-965,4 6 0,2-3 0,4 7 0,4 0 686,4 3-876,8 1 0,1 0 0,8 0 0,4 0 0,9 0 241,8 0-274,17 0 0,0 0 0,-28 0 1,2 0 38,1 0 0,1 0 0,0 0 0,2 0 1,0 0-1,1 0 0,-4 0 0,-1 0 284,36 0-330,1 0 1,-10 0-1,4 0-15,-4 0 0,-7-2 0,-12-1 0,1-2-22,-1 2-66,-4 2 0,2-4 1,-10-1-9,-5-2 0,-5 5 1,-3-2-1,-2 3-183,-3 2 257,-1 0 1,-5-5 15,1 1 1,-1-1 323,0 5-214,0 0 659,-6 0-247,-2 0-369,-6 0 84,0 0-30,0 6-31,7-4 1,-6 6-1,6-3-11,-1 4 1,-4-1-1,2 1 1,-1 1 402,2-2-413,-3 4 0,6-4-14,-4 6 0,-2 1 0,3-1 0,-4 0 370,-1 0-381,0 1 1,0 0-1,0 3 56,0 1 0,0 6 0,0-1 0,0 3 644,0 1-657,0 0 1,0 2 0,0 2 12,0 1 0,0 5 0,0-3 1,0 0 105,0-1-337,0 6 0,0-9 1,0 7 140,0 2 0,0-4 0,0 0 0,0 1 154,0-1-299,0 2 0,-4 0 1,-1-2-76,2-1 0,-4 5 1,3-4-1,0 0-144,3-3 380,1 4 1,0-7-1,0 4-6,0 1 0,0-5 0,0 3 1,0-3-15,0-1-52,0-1 0,0 5 0,0-1-6,0-5 0,-5 1 0,0-6 0,1 2-16,-3 0-27,6 0 1,-10-1-1,4-1 5,-1-1 1,5 3 0,-3-4 0,1 1 4,0-1 10,1-1 0,4-5 0,0 1-15,0-1 0,0 0 0,0 0 1,0 0-13,0 1-11,0-7 1,0 4 0,0-2-111,0 2 0,0-2 0,0-1-163,0 2 275,0-4 1,0 0-35,0-2 0,0-2 2,0 7 233,0-7-21,-7 3 1,0-6-1,-8 0 1,1 0 566,0 0-704,-7 0 1,-1 0 0,-8 0 9,-3 0 0,-3 0 0,-7 0 0,-1 0 117,-4 0-157,4 0 1,-10 0-1,6 0 15,-3 0 0,-1 0 0,-5 0 1,2 0-71,3 0 78,-4 0 1,10 0 0,-6 0-17,-1 0 1,2-1 0,0-4 0,1-3-153,-1 0 147,6-4 1,-8 4 0,9-7-32,3 1 0,8 0 1,0 0-1,3 0-53,1-1 46,1 1 1,6 2 0,4 0 19,7 3 0,0 4-29,7-4-518,-1 6 1,6-4-578,4 7 1,8 0 0,6 0-1,0 0-3656,1 0 3699,-4 0 1120,5 0 0,-1 0 0,2 0 0</inkml:trace>
  <inkml:trace contextRef="#ctx0" brushRef="#br0" timeOffset="10">25251 15794 8220,'0'-7'787,"0"-6"0,0 3 0,0-2 2563,0-2-2738,0 6 1,0 3 0,0 11 80,0 8 0,0 2 0,0 8 0,0 3 271,0 4-841,0-1 1,-5 5 0,1-6-90,1-1 0,-4 0 1,2 1-1,2-2-373,2-4-379,-6-2 1,6-7-282,-4 0 1,3-4 0,2-4-1371,0-4 1421,0-5 0,0-16 0,0-3 423,0-5 1,0 1 0,0-8 0,0-1 379,0-3 118,7 3 0,-6-4 1,4 6 289,-3 1 3,-2 8 1,4-1 0,3 6-1,1 3 1,3 4 1902,1 2-1200,3 7 1,-1-2 0,2 10-109,3 5 0,-2 8 1,5 6-1,-1 3 1103,-4 1-1627,-1 1 1,-2-1 0,-1 1 23,-4-1 1,2-4 0,-6 0 0,0-1 303,1-1-534,-4 5 0,2-11 0,-7 3-2,-2-3-287,-6-2 0,-1-5 1,-9-1-1,-3 0 1,-4-1-2385,-4-1 2076,-7-1 1,9-4 0,-3 2-876,3 2 0,3 0 1,3-5-870,5 0 1636,3 0 1,10 0-1,6-2 574,8-2 0,30-6 0,12-1 0,5-4 0,-1 0 0</inkml:trace>
  <inkml:trace contextRef="#ctx0" brushRef="#br0" timeOffset="11">25777 16022 8220,'0'-14'475,"0"4"1,0 1 792,0-2-555,0 4 0,0-5 1,-1 4-1,-3-2 0,-3 2 2227,-6 2-2556,2 1 0,-11 5 1,3 0 31,-5 0 0,-1 2 1,0 3-1,2 4 193,3 4-646,1 1 0,5 5 0,1 0-135,4-2-310,2-1 1,3-2 0,-1 1 0,3-1-1739,5 0 1881,5 0 0,8-6 0,1-3-89,2-4 1,5-2-1,-3-4 1,-1-4-252,1-4 708,4-1 0,-9 4 0,3 1 389,-3-2 0,-4-2 0,-1 0 403,-1 4-501,-7-4 127,3 12 1,-6 1 0,0 9 643,0 4-852,0 7 1,-5-4 0,1 3-73,1-3-221,1-8 0,4 3 0,2-5 1,6 1-1,2-1-154,3-3 109,-1-1 0,5-9 0,1-2-63,2-4 0,1-7 0,2-4 0,-3-3-461,-1-1 506,-3-7 0,-3-1 0,-1-7 46,0 0 1,-6 2 0,-3 3 0,-4 7 641,-1 5-430,0 6 0,-1 12-39,-4 3 1,2 12 0,-5 7 0,0 8 1195,0 5-984,5 8 0,-5-4 1,5 5 208,-2-1 0,0 3 0,5-5 0,0-1 215,0-2-1405,-6-8 1,5 3-1,-4-6-795,3-1 1,2-3-612,0 0 1399,0-7 0,-4-4 0,-3-8 105,-1-6 1,-1-4 0,-4-5-1,4-3-468,4 0 951,-3-5 0,6 6 0,-2-4 276,2 1 0,2 7 0,0-2 1008,0 3-990,6 2 0,4 6 0,9 3 179,5 4 1,2 1-1,3 0 1,-1 0-748,1 0-94,-1 0 1,-1 0-1,-2 1-183,-1 4 0,-5-3 0,3 2 1,-1 0-545,-4 0 578,-1-2 1,-2 4 393,0-6 0,-6 2 133,-3 2 2733,-4-2-1450,-1 4 1,-6-6-1,-3 0 1,-4 0 998,-1 0-1873,-7 0 0,5 5 0,-4 0 103,-1-2 0,6 3 0,-4 1 1,3-1 98,2 0-468,-1 5 1,3-7-1,1 5-513,1 2 1,7-3 0,-2 1-902,4 2 957,1 2 1,8-5-1,4-2-30,6 1 1,5-6 0,-2 2 0,1-4-1058,3-4 1446,-4-6 1,4 5-1,-6-5-385,-2 1 1628,-1 1 1,-2-6 1115,1 1-933,-7 6-220,-2 2-879,-12 19 1,2-4-1,-3 10 1,0-3-118,4-2-404,1 0 0,2-4 0,0-1 0,2 2-3979,3 2 3101,3-5 0,6 0 1,0-5-1205,0 2 0,5-1 2307,0-4 0,19-20 0,6-10 0,3-2 0,0 1 0</inkml:trace>
  <inkml:trace contextRef="#ctx0" brushRef="#br0" timeOffset="12">26829 15908 8223,'0'-14'603,"0"0"0,-1 0 3743,-4-1-606,3 7-1184,-4 2-2301,6 12 0,0 7 0,0 8-28,0 1 0,0 1 0,0 4 0,0-1-47,0-3-76,-6 1 0,4 0 0,-3-2-302,4-2 1,1-1 0,0-5 0,-2 1-778,-2-1 1217,2-6 1,-6-2-421,3-6 0,-1-8 0,-5-6 0,3-8-398,2-5 231,1-14 0,5 1 1,0-12 22,0-1 1,6-3-1,4 1 0,2 3-226,3 5 482,-1 9 0,-5 9 0,1 12-117,1 6 0,-3 4 0,0 11 0,0 3 348,-1 8-134,-3 8 1,2-1-1,-6 5-43,0-3 1,0 3 0,-2-3 0,-2 2-761,-6 3 21,4-7 1,-7 0-1,5-5-1077,0 2 1,-3 0 1827,7-4 0,5 5 0,7 2 0</inkml:trace>
  <inkml:trace contextRef="#ctx0" brushRef="#br0" timeOffset="13">26943 16022 17759,'8'0'826,"6"0"0,-1 0-748,4 0 0,8 0 0,-1-2 0,5-1 100,4-2-240,-3-6 0,5 8 0,-7-6 0,0-4 0,1-4-763,-1-7 647,-6-3 1,-1-3 0,-8-1-124,-4-3 0,-3-4 0,-7 5 0,-4 2-749,-4 1 1056,-4 14 0,-3-1 0,-1 12-128,-2 2 1,-5 3 0,5 6-1,2 8-245,1 8 440,2 5 0,1 2 0,2-1 4,2 0 1,5 1 0,0-1 0,4 1 169,4-1-180,4-6 1,7 4 0,0-7-109,4-2 1,3-6-1,5-3 1,-1-2-672,-3-3 564,1-1 0,0-4 0,-2-2-60,-2-6 1,1-4-1,-5-3 1,-1-2-161,-2 1 324,-8 2 0,3 4 0,-5 1-4,2 1-64,-1 7 312,-10-3 0,4 12 0,-4 4-46,0 2 1,4 2 0,-3 1 0,4-1 119,1 0-269,0 0 0,1-1 1,4-2-56,5-2 1,-1-1-1,4 2 1,3-5-874,-1-4 596,1-1 0,3 0 0,0 0-2123,-2 0 2450,-1 0 0,-1-19 0,-1-5 0</inkml:trace>
  <inkml:trace contextRef="#ctx0" brushRef="#br0" timeOffset="14">25720 13108 7931,'0'7'328,"0"6"0,-1-5 1600,-4 0 455,3 5 640,-4-12-2566,6 5 1,0-7-1,0-4 538,0-4-686,0-10 0,0 3 0,0-5 0,0-1 0,-1-5 466,-4-4-705,3-9 1,-9-2 0,5-11-173,-2-2 0,3-10 42,-4-6 0,-1-6 0,3 35 0,0-1 0,0 0 0,0 0-160,-1 1 1,2-1 97,-2-36 1,-3 10 0,6 12 0,0 9 174,-1 9 340,4 17 49,-4 9 0,6 15-906,0 2-150,0 4-752,0 0 1,0 0-869,0-3 1380,0 3 0,0 1 0,0 1 854,0 1 0,-38 33 0,-9 10 0</inkml:trace>
  <inkml:trace contextRef="#ctx0" brushRef="#br0" timeOffset="15">22123 12525 8116,'-8'-7'935,"2"6"1,1-7-1,1 3 1489,0-4-1953,3 2 1,2 1 0,4 6 75,5 0-426,9 0 1,-2 0 0,7 0 0,1 0 0,2 0 247,1 0-427,7 0 1,-3 0 0,5 0 0,3 0 0,1 0-274,2 0 252,-1 0 1,1 0-1,0 0-79,-1 0 0,3 0 0,0 0 0,3 0-130,-2 0 266,4 0 1,-6-5 0,4 1-84,-4 0 0,-1 3 1,-1 1-1,1 0-204,0 0 24,-1 0 0,-2 0 0,1 0-25,3 0 1,7 0 0,-2 0-1,0 0-860,0 0 889,4 0 1,-4 0 0,3 0-53,-4 0 1,-6 0 0,-2 0 0,-4 1-521,-1 4 705,-2-3 0,-9 6 0,0-5-13,1 1 1,3 3-1,5-4 1,5 2 414,3-2-300,8-2 0,-4-1 0,4 0 53,0 0 0,-5 0 0,3 0 0,-3 0 689,-1 0-617,0 0 0,3 0 1,-2 0 9,-3 0 1,-2 0 0,4 0-1,1-1 139,4-4-11,-4 4 0,0-6 1,-8 6-280,-1-4 1,3 3 0,-5-2 0,-1 2 61,-2 2 0,30-6 0,8-2 0</inkml:trace>
  <inkml:trace contextRef="#ctx0" brushRef="#br0" timeOffset="16">25806 12525 8110,'20'0'294,"2"0"0,7-2 671,-1-3-702,1 4 1,-1-6 0,0 6 49,1-4 1,4 2 0,2-5 0,1 2 642,4 3-889,1-5 0,1 6 0,3-4-9,2-1 0,5 6 0,8-4 1,3 4-217,2 1 84,1 0 0,4 0 1,0 0-51,1 0 1,-8 0 0,6 0-1,-4 0-871,-5 0 771,5 0 1,-2 0-1,3 0-29,-4 0 1,-2 0 0,2 0-1,4 1-88,4 4 159,1-4 1,-7 6-1,-2-7-145,-4 0 1,-2 0 0,-4 0-1,-3 0-451,0 0 597,1 0 1,9 0-1,1 0 162,1 0 0,7 0 0,0 0 0,7 0 628,5 0-641,-35-1 0,0 2 1,-1 1-1,-1 1 1,2-1-1,0 0 195,-1 0 0,-1-1 0,30 1 0,-7-2 0,-9 0-445,-10 0 250,1 0 0,-10 2 0,9 1 22,5 1 0,10 1 0,4-3 0,4 1 321,1 2-90,0-1 0,1 1 1,3 0 163,0-2 0,1 0 0,-6 0 0,-4 2 1153,-4-2-1203,-10-1 0,-17-4 88,-16-2-157,-10 2-849,-15-4 0,3 6-1141,-7 0 1724,-6 0 0,-50 0 0,24 0 0,0 0 0</inkml:trace>
  <inkml:trace contextRef="#ctx0" brushRef="#br0" timeOffset="17">20360 10890 8085,'0'-14'784,"0"-1"0,0 6 0,0-1 1757,0-1-2296,0 5 1,-1 0 0,-4 7 0,-3 4-1,-1 4 1,-1 6 126,-1 4 1,-2-2 0,1 7 0,1 1-141,1 2-171,1 1 0,1 1 0,2-2 1,1-2-1,0-1-602,2 1 373,1-5 1,4 6 0,3-7-63,4-2 1,4-3-1,3-4 1,1-6-428,2-2 537,6-2 1,-3 0-1,5-2 72,-3-2 1,1-3 0,-6-4 0,-2 2 495,-1-2 634,-2-2-89,1-1 21,-7 0-406,-2 6-275,-6 1-425,0 7 1,0 2 0,-2 1 0,-1 4-25,-2 0-65,1 3 0,4-1 1,0 1-1,1 1-941,4 2 912,-3-6 0,10 4 111,-2-6 0,2 0 1,3-5-1,-1 0 172,0 0-139,0 0 0,0-6 1,1-5 448,-1-7-311,0 2 0,-4-10 1,-3 3-1,0 0 1,-4 1 1219,-2 1-1066,-1-4 1,0 9-1,0-3 225,0 3 1,-1 8-650,-4 4 153,-3 2 1,-8 8 0,-1 5 0,-2 5-1,2 5-491,1 1 411,2-5 1,0 9-1,1-7-384,3-2 323,-2-1 0,10-2 0,-4 0 0,1 0 0,0 1-799,2-1 836,2-6 1,9-2 0,4-6-86,6 0 1,7-2 0,-3-2 0,2-6-134,-1-2 319,7-3 1,0-4 0,4-1 0,-4-2-1,-2-2 94,0 2 6,-5 1 0,-3 7 0,-7 0 545,-4 0-38,4 6-379,-12 2 0,6 7 0,-7 5 432,0 9-492,0-1 1,0 6-1,0-4 1,0 2-1,0 1 310,0-2-1024,0-1 0,0-2 45,0 0 0,0-4-168,0-1 599,0-6 1,1 4-1,2-9 1,4-3-86,1-4 541,1-4 1,4-1 0,-2 0 47,-2-1 1,1 3-1,4 1 405,0 1-603,0 1 0,1 1 103,-1 3 0,0 4 1,0 1 120,1 0-315,-1 0 0,0 6-209,0 3 1,0-1-1,2 0 1,2 0-505,1 0 530,0-5 1,-1 5 0,1-5 2,-1 2 0,2 0 0,1-5-109,1 0 261,-11 0 0,3 0 362,-9 0 192,-3 0-1514,4 0 1,-6-7-25,0-2 0,-5-4 1,-1-1-1169,-2 0 1593,5-7 0,-4 5 1,7-2 2,0 2 1,0-3 0,0 0 0,0 0 99,0-2 369,0 6 1,-1-8 0,-2 6 190,-2-2 1,-1 0 0,3 5-1,-2 0 1557,2-1-1410,-5 1 1,5 2 0,-5 1 1261,1 1 0,1 7 851,1-2-2029,4 4 0,-6 2 119,7 4 0,0 4 0,2 9 0,1 2 1128,2 2-1351,6 2 0,-9 9 1,2 0-203,-2-1 0,3 0 1,-1-1-1,-1 2-137,-1-1-132,-2-8 0,0 3 0,0-5-746,0 0 0,5-2 1,0-5-2289,-2-1 2428,-2-6 1,1-4 258,3-8 0,-4-4 1,5-8-1,-1-3-1242,0-5 1507,0-3 0,-7 1 0,-1 0 261,-2 3 1,-6 4 0,2-3 238,-4 1 873,-1 2 1,4 10 901,1-1-562,6 7-1216,3-3 0,9 6 0,10 0-206,5 0 0,9 0 0,3 0 0,2 0-843,0 0 643,-6 0 0,1 0 1,-8 0-205,-1 0 1,-7 4-1,1 3 1,-7 1 458,-7 3-41,-2 1 0,-2 3 0,0-1 530,0 0 1,-2 2 0,-1 1 0,-3 2 934,-2-2-1190,5 6 1,-8-8-1,6 4-64,2-3 0,-3-6 1,1-1 22,2 2-762,1-5 691,2 1 0,0-9 0,0-3-922,0-4 479,0-10 1,0 2 0,0-5 2,0 1 1,2-4 0,3 1 0,2-3-665,1-1 731,5-1 1,-5 2 0,6 4-70,0 4 1,0 5 0,1 3 0,-1 3-1312,0 1 1065,0 3 1,1 10 0,-1 3-148,0 4 0,0 3 1,-1 1-1,-2 4 620,-2 1 0,-5 20 0,2 11 0</inkml:trace>
  <inkml:trace contextRef="#ctx0" brushRef="#br0" timeOffset="18">21910 11032 8289,'0'-14'538,"0"6"1,0-5 1175,0 4-1287,0-4 1,-2 5 0,-2 3 462,-6 4 0,-4 1 1,-3 0 479,-2 0-1201,0 6 0,6 2 0,2 6 141,1 1-450,1-1 1,1 5-1,3 0 1,4 0-1,1 0-128,0 0 125,0-1 0,6-3 0,4-1-391,2 0 0,9-4 0,1-3 0,2 0-738,-1-4 1192,1-1 0,0-9 1,-2-1 340,-2 0 1,2-9 0,-6 3 0,-5-2 423,-3 0-418,3-4 1,-9 4 0,1-1-49,-6 5 1,-5 1 0,-6 7 0,-2 1 144,-3 1-362,3 2 0,-9 0 1,6 2-1,2 2 1,1 6-338,2 2-1,6-4 0,1 5 14,7-4 269,0 4 0,2-5 0,3-3 1,4-4-1,5-1-110,5 0 213,3 0 1,2-6 0,0-4 21,1-2 1,2-4-1,1-3 1,-1-5 219,-3-2-271,3-9 0,-11 3 0,1-4-33,-6 1 0,-5-3 0,-6 5 0,0 3 20,0 5 3,0-2 0,-6 16 0,-3-2 49,-4 5 0,-1 4 0,-1 5 0,1 5 23,0 9 29,0 5 0,0 9 1,1 1 346,3 3 1,-2 2 0,4 6 0,-2-2 1404,1 1-1590,6 4 0,-3-9 1,6 2-150,0-3 0,6-1 0,5-3 0,5-6-383,3-7-170,0 0 0,-5-10 0,0 2-2101,0-4 0,0 1 2529,1-1 0,-14 0 0,-2-5 0</inkml:trace>
  <inkml:trace contextRef="#ctx0" brushRef="#br0" timeOffset="19">21071 11729 7966,'-8'-15'1059,"-4"7"1,8-3 0,-5 7 794,-2 0-1394,5 3 0,-1 7 0,7 5 0,0 5 0,0 3 0,2 0 0,1 0 327,2 0 1,1 0-737,-1-5 0,-4 0 0,4 0 0,-3 1-5,-2-1 0,4-5 150,1 1-3,0-7-518,-5 3 0,-5-14 0,-1-4 0,0-7-492,-1-3 607,2-2 0,5-9 1,0-2-103,0-1 0,2-2 0,3-5 0,4 4 331,4 6-150,1-1 1,0 19-1,1-3 228,-1 7 1,0 5 0,0 6 0,0 1 586,1 4-518,-1 3 0,-6 6 0,-3 2 185,-4 3 1,-1-3-1,0 4 1,0-1 537,0 0-909,-6 0 0,-4-5 0,-7 1 325,-2-1-1276,0 0 0,3 0 0,-1 1 0,-2-1 1,1 0 970,3 0 0,7 7 0,1 1 0</inkml:trace>
  <inkml:trace contextRef="#ctx0" brushRef="#br0" timeOffset="20">21427 11757 8024,'0'-8'786,"0"-5"1,-2 6-139,-3-1 396,4 1 0,-12 3 0,4-1 1,-4 2 1653,-1 1-2402,6 2 1,-5 5 0,5 1-164,0 2 1,-3-3-1,7 4-583,0 2 227,3-4 1,-4 1-881,0-4-345,1-2 1151,4 4 0,6-6 0,2-1 15,0-4 1,4-1-1,-2-5 1,2-1-9,3-3 274,-1 0 1,-5-10-1,1 5 12,1-2 1,0-7-1,0-6 1,-3 1 119,-2-1-63,-1-5 0,-5 9 0,0-4 591,0 5 1,-2 5 0,-1 10 910,-1 1-1400,-8 6 0,5 4 0,-6 10 137,3 8 0,-5 7 0,2 7 1,0 2 517,1 3-595,-4-3 0,13 10 1,-5-5-86,2 1 0,1 0 0,5 2 0,0-5-830,0-3 576,6-8 1,4 4 0,7-7-366,2-2 0,6-6 0,-1-3 0,3-2-1110,1-3 1349,1-1 0,-1-8 1,1-4-27,-1-2 0,-4-3 1,-2 0-1,-2-3 151,-2-1 188,-3 0 0,-2 0 0,-2-1 113,-1-2 1,-6 4 0,4-1 595,-1 4 359,-3 7-912,-4 1 1,-6 7 0,-3 0 139,-4 0-258,-1 7 0,4-1 0,1 5-112,-2-1 0,3-3 0,-2 5 0,-1-3-89,-1 2 23,4-5 0,-5 7 0,5-4 47,0 4 1,-4 1 0,4 1-1,0-1 29,3 0-6,4 0 1,-1 0-71,-3 1 0,5-3 0,-1-1 0,5-3-338,4-1 346,2-3 1,4-4 0,0 0 65,0 0 1,1 0 0,-3-1 0,-1-4 13,-1-5 126,-1 4 0,4-6 0,-2 4 25,-2 0 1,-5-5 71,0 4-99,4 2-818,-6 1 778,4 6-206,-6 0 1,0 6-456,0 4 0,2-2-171,2 1 719,-2-6 1,6 4 237,-3-7 1,-2 0 305,6 0-185,1 0 1,-1 0-66,1 0 1,-6-5 120,6 0 158,-7 0 1,8 7-136,-6 3 0,4-2 0,-2 6-213,1 2-162,-5-4 1,5 4 0,-5-5-419,2 2 1,-1-3 339,-4 4 180,0-6-139,0 10 0,0-13 0,0 0-791,0-8 510,0-5 0,5-1 0,1 0-18,2 0 0,0 0 1,3-1-1,-1 1-164,1 0 504,1 6 0,4-3 1,2 6 64,1 2 0,0 2 0,-5 1 580,0 0-520,0 6 1,0 0 0,-1 5 169,-4-1 1,4-1-593,-3 5 115,2 1 1,-2-7-382,-1-4 1,1-2-190,4-2 425,0-6 1,-4-2 135,-1-7 0,-6-4 0,2 1 0,-3 0-301,-2 2 608,0 2 1,-2 5-1,-3 1-90,-4 1 0,1 3 0,-2 4 0,-1 1 101,-1 4 48,-3 3 1,8 6 0,2 0 34,3 1 0,2-1 0,0 2 0,2 1 36,3 2-280,2-6 0,9-1 0,3-2-319,5 2 0,3-4 0,1-3 0,-1-4-1958,-3-1 1909,3 0 1,-7 0 352,4 0 0,3-18 0,-5-6 0</inkml:trace>
  <inkml:trace contextRef="#ctx0" brushRef="#br0" timeOffset="21">24384 10449 8041,'0'-14'312,"0"0"1,0-5 0,0 0 0,0 1 0,1 3 0,3 0 0,0 1 2344,0 0-42,-3 6-1143,-1-5-1226,0 18 0,2-2 0,1 16 0,2 6 0,-2 6 191,-2 2 1,-1 6-1,0-1 1,0 5 551,0 4-751,0-3 1,0 10 0,0-5-8,0 2 1,-1 1-1,-2 5 1,-2-1 253,2 1-361,1 0 1,2-2-1,2-1-50,2-2 1,-2-6 0,3 1-1,-4-4-44,-1-5-443,0 3 1,0-11 0,0 3-34,0-3 1,0-8 0,0-1 0,0-2-1829,0 0 1567,0-7 0,-1 0-2374,-4-8 1038,3 1 1599,-4-11 0,6 3 1,0-7-360,0-1 1,5-3-1,1-5 1,2-5 802,3-3 0,4-39 0,2-16 0,-5 22 0,1 1 0,0-1 0</inkml:trace>
  <inkml:trace contextRef="#ctx0" brushRef="#br0" timeOffset="22">24512 10307 8060,'-10'-14'292,"2"-1"319,2 1 0,-3 0 0,4 0 1504,2 0-1633,1 6 1,4 1-233,2 7 0,6 0 0,11 0 1,7 0 788,8 0-839,12 0 1,4 0-1,9 0 93,6 0 0,2 0 1,4 0-1,1 0-6,2 0-340,-35 0 1,0 0 0,38 0-1,-36 0 1,-1 0 94,1 0 0,0 0 0,-1 0 0,1 0 0,0 0 0,-1 0 0,0 1 0,0 0 155,-2 1 1,1 1-300,1-3 1,-1 1 0,38 6-1,-37-7 1,-1 0-43,34 0 1,-5 4 0,-13 3 0,0-1-230,-1 0 147,1 5 1,-1-4 0,-6 2 171,-7-4 0,-2 1 1,-8-1-1,-3-2 424,-5-1-392,-4-2 147,-7 6 62,-6-4 20,-2 4 1115,-6-6-979,0 0-634,0 6 410,0 2 0,2 2 0,1 1 205,2 4 1,0 1-1,-4 8 1,2 1 479,2 2-571,6 8 1,-9-5 0,2 5 43,-2-1 0,-2 3 0,0 5 0,0-1 293,0-3-406,0 3 1,0-4 0,-2 4-87,-2-3 1,-3 1 0,-2-4 0,3 0 132,-1-1-391,6 6 1,-6-8-1,7 4 35,0-1 1,0 2 0,0-2 0,0 0-23,0 0 181,7-2 1,-6-5-1,4 1 3,-3-1 0,2 1 1,1-2-1,-2-2 122,-1-2-138,-2-5 1,0 4-1,-2-5-222,-3 2 182,4 0 0,-5-9 1,4-1-1,-1 2 1,-3 0-55,-2-1 53,4 2 0,-2-8 0,5 3-67,-4 0 1,3-1 0,-4-3-130,0 2 212,4 0 1,-11 0-1,4-1-43,-4-1 0,-3 1 0,-1-1 0,-3 1-292,-3 0 197,0-3 0,-10-1 0,-2 0 69,-2 0 1,-2 0-1,-7 0 1,-3 0-158,-1 0 254,4 0 0,-14 0 0,1 0-16,-4 0 0,-3 0 0,-5 2 1,0 1 102,0 2-112,-1-1 0,-2-4 0,2 0 3,2 0 1,7 5 0,-3 0-1,-2-2-175,-2-1 156,-1-2 0,5 1 0,1 2-29,2 2 0,-4 0 0,6-5 0,1 0-88,1 0 82,9 0 1,2 0-1,10 0-102,5 0 205,9 0-194,10 0-80,8 0 1,8 0-1266,2 0 1013,4-6 1,6 4-1,2-4 1,3 1-1,5 0-4321,3 2 4816,1-5 0,32-44 0,-26 17 0,0 0 0</inkml:trace>
  <inkml:trace contextRef="#ctx0" brushRef="#br0" timeOffset="23">25095 10506 7944,'0'-14'462,"0"0"1,0-1-1,0 1 1,0 0 2622,0 0-2778,-7 6 1,4-3-1,-6 6 1,-2 2-1,-2 1 1,-1 2-1,-2 0 525,-3 0 0,2 2-672,-7 3 1,2 7 0,-3 9 0,1-1-1,0 2 1,1 0 286,-1 4-438,7 1 0,-2 1 0,9 0 28,5 1 1,-1-1 0,1-1 0,5-3-204,8-5 72,2-3 1,17-2 0,-2 0-533,6 0 326,6-6 0,1-2 1,-2-6-1,-1 0 0,-4-1-2281,-1-4 1959,-1-3 1,-2-1 0,-4 1-78,-4 2 1,-3-5 0,-2 3-1,-1-2 699,-4 1 0,-21-13 0,-12-8 0</inkml:trace>
  <inkml:trace contextRef="#ctx0" brushRef="#br0" timeOffset="24">25194 10591 7944,'8'-6'1012,"-2"4"-596,-6-10 2438,7 4-1680,-6 0 1,6 3-1,-7 10 919,0 4-1678,0 4 0,0 6 1,0 2-50,0 1 0,1 1 1,2 4-1,2-2-7,-2-1-272,-1-6 0,0 4 0,1-5-397,1 2 1,1 0-502,-5-5 893,0-6-244,0-2 0,0-17 0,0-5 0,0-4-521,0-5 508,-6-8 0,4-1 0,-2-5-42,2-1 1,2-4 0,0 6 0,2-1-224,2 1 404,4 9 1,6 4 0,1 8 71,-1 4 1,6 5 0,2 8-1,2 2 752,0 3-664,-7 2 0,4 8 1,-9-1 80,-2 0 0,-4 0 0,-6 1 0,0 0 345,0 4-485,0-9 0,-8 9 0,-4-10-231,-6 4 0,-5-1 1,2-1-1,1-1-1714,-1 1 452,-4-5 0,7 7 0,-4-5-305,2 0 1733,1 4 0,11 3 0,1 7 0</inkml:trace>
  <inkml:trace contextRef="#ctx0" brushRef="#br0" timeOffset="25">25536 10577 7961,'0'-21'0,"4"6"0,1-4 2429,-2 3-786,-1 2 0,-2 4 1418,0 1-2870,0 6 0,0-2 0,0 10 251,0 4 0,0 5 1,0 5-1,-2 3 1028,-3 0-1341,4 5 1,-5-5 0,6 7-31,0-1 0,0-4 1,0-2-1,1-1-545,4-4 253,3 5 1,6-11 0,2 2-144,3-5 1,3-4 0,6-4-1,1-1-160,-1-4 363,7-9 0,-5-8 0,3-8 127,-3-3 0,-6 1 0,-2-4 0,-3-1-122,-7 1 163,3 4 1,-14-1 0,4 10 169,-3 4 0,-4 4 0,-3 6 402,-4 4-795,2 10 1,-5 4-1,2 10 91,-2 5 0,-1 3 0,2 1 0,3 1-545,2-1 472,1 1 1,5-6-1,0 1-974,0 1 1,2-3-1,1 1 1,3-1-3102,2 0 4245,2-5 0,23-15 0,5-12 0</inkml:trace>
  <inkml:trace contextRef="#ctx0" brushRef="#br0" timeOffset="26">26175 11231 7965,'-8'-6'3574,"1"2"-538,2-5-2858,3 0 1,-3 1 0,10 1-1,5 3 1,5-1 0,9 2 0,9 1 849,7 2-849,9 0 0,8 0 0,11 0 0,6 0 0,6 2 242,-38 0 1,0 0-346,1-1 1,-1 0 0,-1 4 0,-1 1 0,39 0 115,-2 2 1,-35-5-1,0-1 1,36 6 0,-6-2 222,-1-3-278,-8-1 1,1-4-1,-11-2-28,-5-6 0,-10 2 0,-19-1 230,-10-2-212,-6 4 0,-4 1 0,-2 5-146,-2-4 1,-6 2 0,0-5 0,-5 1-1018,-3 4 659,-6-5 1,7 7 0,-5-4-204,-3 3 1,-1 1-1,1-2 1,2-2-607,5 2 961,-3 1 1,11 2-1,-3 0 150,1 0 0,7-1 0,-1-2 136,1-2-102,4 0 1,-2 0-1,8 1 250,6 0 0,7 3 0,4-1 0,-1-1 995,1-2-1057,-2 1 0,-5 5 1,0 2 56,0 2 0,-1 6 0,-2-1 0,-3 2 474,-2 2-677,-1 1 1,-5-1 0,-1 0-491,-4 0 0,-3 5 0,-6 0 1,-1-1-879,1-3-35,-6 0 1,4-1-1,-3 0 166,3 0 1,2 0 1235,0 1 0,25-14 0,6-2 0</inkml:trace>
  <inkml:trace contextRef="#ctx0" brushRef="#br0" timeOffset="27">28024 11103 7960,'-7'-14'144,"6"0"0,-10-1 0,6 1 0,2 0 0,0 0 4833,-2 0-4316,3 6 1,-4-2-1,8 10 1619,2 6-1989,-2 6 1,9 2 0,-6 2 0,-2 1 0,-2 2 851,-1-2-1020,0 5 0,0-6 1,0 5-1,0-2 1,0 0 199,0-2-536,0-1 0,0-2-84,0 0 1,0 0-391,0 1 459,0-7 0,-6-4 0,-2-8-495,0-6 1,-3-3 0,5-4 0,0-5-825,-1-7 1282,3-8 1,5 0-1,4-5 18,4-1 1,6 0 0,2 2 0,3 3 512,3 5-274,-6 9 0,8 1 1,-4 9 135,1 6 1,-5 6-1,2 7 1,-3 4 353,-2 4-174,-6 1 1,3 7 0,-6 1-38,-2 0 1,-1 5 0,-4-5 0,-3 2 344,-4-1-578,-4-5 0,-3 4 0,-3-5-18,-4 2 0,1-5 0,0-4 1,-1-1-472,1-1 375,5 5 1,-4-12-1,9 6-463,2-1 204,-2-4 356,10 10 1,-3-10 0,12 3 233,7-4 1,2 4-1,7 0 1,3-2 160,0-2-438,3-1 0,-1 0 1,-1 0-104,-3 0 1,3 0-1,-5 0 1,2 0-758,-1 0 643,-5 0 0,1-1 1,-8-2 91,-2-2 0,-4-1 1087,4 1-250,-5 3 143,2-4-532,-12 6-31,-2 0 1,0 1 81,3 4 0,-1 3 0,1 6-275,2 1-231,1-1 1,4-5 0,1 1-15,2 1 1,6-5 0,0 0 0,5-1-39,3 0-3,-1 0 0,1-7 1,2-3 91,1-4 0,-5-4 0,2-1 1,-4-2-108,-6-3 321,-3 3 0,-6-9 1,0 5-55,0-2 1,-1 3-1,-4-4 1,-4 3-34,-4 3-6,-8 7 0,1-1 0,-5 6-11,1 2 1,5 3 0,-3 5 0,1 4-418,4 4 365,1 1 0,7 0 0,1 1-196,1-1 1,3 0 0,4 0-1,0 0-718,0 1 690,6-1 0,8-5 0,8-1 72,1-1 1,3-3 0,-2-4 0,3 0-486,1 0 864,1-6 1,-2 3-1,-4-5 62,-4 2 1,-3-4 0,-3 4 0,-2 0 1259,-2-1-610,-6 2-406,4 5 1,-7 2 0,0 3-107,0 4-257,0 4 1,0-4 0,0 1-205,0 1 0,1 2 0,4-1 1,5-1-779,2-1 646,2-1 1,5-1 0,0-3 3,-1-4 1,2-1 0,1 0 0,-1 0-175,1 0 496,-2-6 0,-10-2 1,-1-6 83,-1 0 1,2 4 0,-4 1 422,-2-2 145,-2-2 1,-1 4-428,0-1 1,-1 7-634,-4-2 263,4 4 1,-6 7-53,7 3 1,0 4 0,2 1-152,3 1 184,-4-8 0,12 4 1,-4-6-45,4-2 0,1 4 1,0-3-1,1 0 266,-1-3-98,0-1 0,5-1 0,1-4-102,3-5 0,-4-2 0,3-2 0,-2-2-14,-2-3-47,4 3 1,-7-11-1,3 3-40,-7-2 1,2-4 0,-6-4 0,1-4-688,-3-3 707,-3 5 0,-2 1 0,0 7 246,0-1 1,-5 12 0,-1 4 343,-2 6-351,-2 2 0,-4 6 1,0 6 118,0 7 0,1 2 1,2 7-1,3 3 532,2 1-449,-5 1 0,9 0 0,-3 1 20,4-1 0,1-1 0,0-2 0,0-1 283,0 1-770,0-4 1,6 1-1,4-5-30,2 2 1,2-1 0,2-7-1,2-3-362,1-2 331,6-1 1,-5-5 0,6 0-75,-3 0 0,-5-5 1,2-1-1,-1-2-223,0-3 465,0 4 0,-9-4 0,-3 5 311,0-2 0,2 3 246,-4-4-376,0 6-240,-5-4 1,1 9-1,4 1 263,5 2-19,2 6 0,2-5 0,1 5-111,-1-1 0,6-2 1,4 3-1,3-2 9,1 2-248,1-4 1,4 1 0,0-5 118,-1 1 0,-2 1 1,-3-5-1,-2-1-46,-1-4 142,-7 3 1,2-10-1,-8 4 207,-2 0 0,-5-5 0,0 4 521,-2-4-598,-2-1 1,0 4-1,-2 3-58,-2 0 1,-4 2-1,-7 5 1,0 0-769,-4 0 529,3 0 1,-5 0 0,7 2-83,0 3 0,1 3 0,2 6 0,3 0-274,2 0 650,1 7 1,5-4-1,0 7 74,0 1 1,2-3-1,3 2 1,3 1 625,-1 2-486,6-5 1,-7 4 0,5-8 39,-1 0 1,-5-2 0,3-2 187,-2 0-524,-1-6 0,-12-2 0,-2-6-416,-4 0 1,-7 0-1,-4-1 1,-3-4-2617,-1-4 2435,6 2 1,-5-10-1,3 3-273,-3-2 1,5-2 0,3-1 0,3-4-515,2-4 952,0-2 1,6-4-1,3-1 158,4-3 1,1 4 0,0-3 0,0 3-251,0 6 643,6-2 0,-3 13 1,5-2 168,-2 2 1,4 6 0,-4 2 0,2 2 1592,3 3-1626,8-5 1,-2 6-1,7-4-188,1 0 0,1 4 0,-1-4 1,-1 1-1617,1 0 1354,-5 1 1,1 4 140,-7 0 0,-25 12 0,-6 4 0</inkml:trace>
  <inkml:trace contextRef="#ctx0" brushRef="#br0" timeOffset="28">28208 11643 7950,'5'-14'1200,"0"0"1689,-2 0-2637,-1 6 0,-2 3 0,0 11 0,0 7 0,0 6 1,-2 3-1,-1 2 697,-2-2 1,-6 5 0,2-5 0,-2 1 454,1 1-1309,-3-6 0,7 2 1,-3-6-1,2-1 1,3-2-407,-1-2 42,-6-5 0,9 0-311,-3-8 0,5-6 1,5-9-1,6-6-560,7-7 951,-3-4 1,8-2-1,-6 0 106,2-1 1,6-1 0,-3 2 0,0 5 548,-3 3-273,4 8 0,-6 3 0,5 10 243,-1 4 0,-3 10 1,-3 6-1,-3 8 754,-2 9-696,2 7 1,-8 3 0,4 0-126,-2 1 0,-1-3 1,-5 2-1,0-1-189,0-6-150,0 2 0,0-12-3368,0 3-878,0-4 3199,0-12 0,-2-2 107,-3-6 0,-3-6 0,-6-3 0,0-4-1122,0-1 2032,-7-7 0,4 5 0,-5-3-15,1 4 0,-3 0 0,5 1 1,2 2-104,1 2 1493,2 4 0,0 1 1098,0 0-646,6 1-1362,8 4 1,9 0 0,10 0 22,5 0 1,4 4 0,4 1 0,3-2-422,1-1-231,2-2 1,0 0 0,-2 0-872,-1 0 844,4 0 0,-9-7 0,4 0 0,-4-3 0,-4 1-1111,-2-2 1048,-3-2 1,-12-1 0,-1-2 2,-2-3 1,-2 3 0,-9-4 0,-5 1 110,-2 0 214,-3 0 0,1 6 0,0 4 647,0 4-585,0 3 0,-5 2 1,0 0-1,1 2 1,4 4 529,5 8-188,-4 7 0,7 6 0,-5-2-96,1-1 1,7 1-1,-2 7 1,4 1 683,1-2-984,6-1 1,-3-1-1,7-2-168,1-4 1,6 3-1,2-7 1,0-2-881,2-1 814,1-8 0,1-2 0,1-6-239,1 0 1,1-2 0,-1-4 0,-3-7-353,-1-4 658,4-8 0,-3 7 0,5-4 197,-4 2 0,3-1 0,-6 5 0,1 1 223,-1 2 121,-1 2 1,-4 3 25,-1 3-534,-6 4-57,-2 1 53,-6 0 1,0 1-112,0 4-161,0-3 1003,0 4-638,-6-6 0,-2 0 0,-8 2-132,-3 2 0,2-2 0,-7 3 0,-1-2 122,-2 2 138,5-4 1,-4 10-1,7-5 1,2 2 0,1-3 1,2 5-67,0 1-299,6 1 0,5 2 96,12 1 1,2-7 0,13-4 0,3-2-531,4-2 503,-1 0 0,5 0 0,-6-2 125,-1-2 0,-4 0 1,-2-5-1,-3-2 585,-7-2-124,3 5 878,-7-4-1316,-1 10 78,0-4 1,-12 14-1,-1 4 99,-2 6 1,3 7-1,-3-1 1,0 4 498,0 5-611,5-3 0,-3 7 1,6-6-44,0 2 1,-2 1-1,-1-8 1,-2 0 157,2-3-300,2-5 0,-1 1 232,-3-10 0,1-2 1,-9-7-1,-3 0-693,0 0 379,-6-7 1,5-2 0,-5-9 29,1-1 1,2-1 0,7 3 0,2-2-386,5 1 398,4 2 0,2-3 1,4 0-258,5 2 1,9 1-1,6 2 1,5 0-369,3 0 619,7-7 0,-6 7 0,6-2 45,-2 5 1,-2 2 0,2-6 0,-5 1-289,-3 0 660,-8 6 0,-1-5 1222,-7 4 624,-6 3-1735,-2-1 0,-12 7 1,-3 0-241,-4 0 1,-1 7 0,-1 2 0,1 4 153,0 1-206,6 0 0,-3 0 0,6 1-169,2-1 0,2 0 1,1 0-1,0 0-703,0 1 443,12-1 0,-2-5 0,10-1-22,1-1 1,1-3-1,6-4 1,-1 0-92,-3 0 515,3 0 1,-5-8 0,5-4-100,-4-6 1,-2-5 0,-8 2-1,-2-1-106,-2-3 216,-6-2 1,4 5 0,-11 3-12,-5 3 0,-2 2 0,-14 1 1,-4 4-13,-2 4-87,-3 3 1,11 2-1,1 0-114,1 0 1,2 7 0,5 1 0,1 1-268,4 1 311,2-1 0,7 5 0,2 0-224,3 1 1,9-3 0,10-2 0,3-4-479,1 0 768,0-4 0,6 4 0,-1-6 123,-2 0 1,-1 0 0,-1-1 0,-2-2 263,-4-2-61,-2 0 0,-7 4 542,0-4 864,-6 3-1284,-1 2 1,-7 3 0,0 7-98,0 1 0,-2-3 1,-1 1-1,-2 2-5,2 2-118,1-5 1,2 5-61,0-4 1,-1-3-614,-4-1 631,3 3 76,-4-6 1,6 2 302,0-8-852,0 2 1,0-11-1,0 4 120,0-4 0,2-1 1,1-2-1,3-1-198,2-2 354,-5 0 1,8 3 0,-4-1-363,0-2 314,3 0 1,4 5 0,0 1 0,1 2 0,-1 3-334,0 2 101,0 1 1,0 5 0,1 0-1,-1 0 1,0 2-2006,0 2 1975,1-2 1,-3 11 0,-1-4-356,-1 4 1,-6 1 0,4 2 716,-1 3 0,-3 3 0,-4 6 0</inkml:trace>
  <inkml:trace contextRef="#ctx0" brushRef="#br0" timeOffset="29">30128 11871 8482,'-6'-8'1198,"4"-5"1,-4 10 1135,6-6-1319,0 5 1,0-4 460,0 4-1383,0 2 0,0-3 1,0 10 507,0 5 1,0 2-1,0 4 1,0 1 679,0 2-1169,0 7 1,0-11-1,0 6-126,0 0 0,0-6 0,0 4 0,0-3-1480,0-2 744,0 1 1,0-1-761,0 0-2173,0 0 3683,0-6 0,25-52 0,6-19 0</inkml:trace>
  <inkml:trace contextRef="#ctx0" brushRef="#br0" timeOffset="30">30327 11686 7985,'0'-22'743,"0"1"0,0 7 1612,0 0-1149,0 0 1,0 4 786,0 1-2008,0 5 1,0 0 0,1 8 378,4 6 0,-3 3 1,3 2-1,-4 3 900,-1 1-1198,0 6 0,0-3 1,0 8-33,0 3 1,0-3 0,0 3-1,0-3 171,0-1-232,0-1 0,0 1 1,0-1-199,0 1 0,0-6 0,0-1 0,0-1-1347,0-4 689,0-7-333,0 2 790,0-10 1,-1 3 0,-3-10 0,0-4 0,0-6-1485,3-4 1563,-5 4 1,4-12 0,-4 3 60,-1-3 1,6-1 0,-6 1-1,3 2 654,-1 1-205,0 7 0,4-4 750,-4 7 1,5 6 163,0 3-760,6 4 0,4 1 0,1 0-36,5 0 1,-2 4 0,5 1 0,-2-2 309,2-1-700,-3-2 1,11 0 0,-4 0 70,4 0 1,-3-2 0,-2-1-1,0-3 390,0-2-99,-4-2 0,-2-2 1,-9 1 585,0 1 0,-1 7-420,-1-2-181,-4 4 1,4 2 0,-8 4 185,-2 5 1,-1 4 0,3 3 0,-2 4 358,2 1-696,-5-5 0,6 8 0,-2-6-385,2-1 1,-3-2 0,1-2-1,0 0-542,3 0-332,1-6 838,0 5 1,1-12 0,4 4-394,5-3 649,2-9 1,1-1-1,-2-6 210,-2 0 0,1 0 0,3 0 0,-2-1 678,-2 1-521,-6 6-125,10-4 1,-5 10 49,6-3-179,0 4 0,0 2-219,1 4 1,4-2-1,0 5 1,-2 0-709,-1 0 605,4 1 1,-2 1 0,5-2 174,3-2 1,-6-1-1,-1-5 1,-3 1-136,-2 4 215,0-3 213,1 4-150,-8-6 56,0 0 134,-7 0 1,0 6-675,0 4 390,0-4 0,0 2-496,0-3 632,0-4-35,6 6 1,2-7-24,6 0 1,5-2 0,0-1-1,0-3 83,2-2 39,-6 5 0,11-4 0,-7 6 113,-2-4-130,5 3 1,-4-4 0,5 6 0,1 0 0,0 0 226,-1 0-362,1 0 1,0 5-1,-2 1 1,0 0-1,-2 2-1447,1 0 745,4-5 1,-9 10-1,3-5 717,-3 0 0,4 11 0,2-3 0</inkml:trace>
  <inkml:trace contextRef="#ctx0" brushRef="#br0" timeOffset="31">27043 10364 8178,'-19'-10'293,"-2"1"1,1-1 0,-1 1 0,4 1 0,1 0-1,2 2 2695,-1-1-2639,1-4 1,6 8 0,4-6-1,2-2 1,2-2 0,2-1-1,1 0 1197,1-1-1510,8-5 1,2 2 0,8-5-1,3-2 1,4-2 245,5-2-352,6-6 0,9 4 0,4-7 8,8-2 0,5 4 0,-28 17 0,1 0 0,4 0 0,1 0-962,4 1 1,2 0 985,5-3 1,2 1 0,3 6-1,0 3 1,3-2 0,-1 0 61,0 4 0,-1 1 0,-2-1 1,-1 2-1,1 4 0,-1 1 1,-3 1-1,-2 1-382,-5 1 1,-2 1 363,33 0 0,-22 15 0,-11-3-92,-6 2 71,-12 0 1,-8-2-1,-7 0-397,-3 0-4,-4 1 1620,-6-7-869,0-2 222,0-6 1,-6-2 0,-4-2-429,-3-6-511,-1-3 1,0-1 0,0-2-15,0-3 0,-1-3 0,3-6 0,1 0-208,1-1 461,7 7 0,-3-5 164,6 3 1,1 5 0,4 5 0,5 8 151,2 4 35,9 9 0,-4 5 1,7 9 469,1 1 1,-4 6-1,-2 6 1,-5-4 550,-5-5-1109,-2 2 1,-7-7-1,0 6 205,0-3-815,-7-5 0,-2 4 0,-10-7 0,-5 1 0,-3-3-3346,-1 0 2909,-1-1 927,1-4 0,-32 5 0,-8-5 0</inkml:trace>
  <inkml:trace contextRef="#ctx0" brushRef="#br0" timeOffset="32">30028 9582 8165,'0'-14'279,"7"-1"0,-6 1 0,4 0 1,-2 0-1,0 0 0,2-1 2390,-2 1-2337,-1 0 0,-4 0 1,-3 1-1,-4 4 1,-4 4 172,-1 3 1,-5 4-439,0 3 1,-1 4 0,2 10 0,-1 5 206,2 3 0,1 6 0,4 1 0,2 1 108,5 0-372,4-2 0,1 0 1,0 1-129,0-3 1,12-7 0,7-5-1,8-3 112,6-2-151,4-6 0,7-2 0,2-8-13,1-2 146,7-11 1,-10-8 0,0-9-1,-7-3 1,-12 1 42,-8-1 1,-6-5 0,-11 4 1,-3-5 28,-6 3-249,-13 3 0,-10 10 0,-6 5 0,-1 7 0,-1 5-1216,2 5 1008,-3 8 1,13 2 0,-2 9 0,6 2-1,3 2-2406,4 2 2154,8 2 660,2 4 0,35-6 0,14-2 0,1 2 0,1 0 0</inkml:trace>
  <inkml:trace contextRef="#ctx0" brushRef="#br0" timeOffset="33">30910 9383 8247,'0'-14'150,"-2"-1"1,-3 1 483,-4 0 1,1 4-1,-3 3 1,-3 0 911,-4 4-1162,0 8 0,-3 3 1,-1 6-93,0 0 1,-4 5 0,6 2 0,-1 1 409,1 3-610,1 2 1,2 1-1,1 1 29,3-1 1,4 1 0,-1-1-1,5 1 9,4-1-93,1-6 0,1 3 0,4-4-237,5 1 0,2-5 0,4 2 1,1-4-1029,2-6 686,-6 4 0,4-7-618,-2 3 0,2-1 0,-3-4 1160,0 0 0,13-18 0,3-10 0</inkml:trace>
  <inkml:trace contextRef="#ctx0" brushRef="#br0" timeOffset="34">31180 9582 8301,'-13'-14'345,"9"1"0,-12 2 1375,-2 1-1177,4 1 0,-8 1 0,5 3 0,-2 4 0,1 1 1637,3 0-1837,0 0 1,1 1-1,0 4-90,0 5 1,6 2-324,3 2 0,3 1 1,2-1-1,2 0-100,3 0 185,9 7 0,3-5 0,5 3 0,-1-4 1,-2 0-334,2-1 256,-6 0 1,4 0 0,-8-1 210,-1-4 1,-7 4 906,2-4-986,-10 4 1,-5-5-1,-7-3-251,-2-4 0,-6-1 1,3 0-1,-2 0-1616,0 0 1096,7 0 0,-4 0 1,9-1-197,2-4 897,4 3 0,21-28 0,14-15 0,-1 1 0,0 1 0</inkml:trace>
  <inkml:trace contextRef="#ctx0" brushRef="#br0" timeOffset="35">31308 9440 8261,'14'-15'238,"0"3"1,1 1 1556,-1 1-1080,-6 7 1,4-3 0,-2 6 422,2 0 1,7 6-466,0 4 0,2 9 1,-4 4-1,2 6 1047,-1 4-1443,-3-3 1,-2 9-1,-3-5 1,-6-1-1,-5 0 950,-9 0-1278,-6 7 1,-14-10-1,-4 4-1186,-9 1 0,-6-5 0,-9 5 0,-1-2 1237,2 0 0,12-14 0,-9 1 0,-2 0 0,0 0 0,0 0 0,-1 0 0</inkml:trace>
  <inkml:trace contextRef="#ctx0" brushRef="#br0" timeOffset="36">27711 14572 8202,'-6'-8'1793,"4"2"1,-4-1 0,6-2-420,0-4-1331,0 5 1,1 0 0,4 5 0,6-3 0,8 0 0,9-2 0,10 0-60,8-3-23,11-2 0,9 5 1,9 3-1,2 4 0,0 1 58,1 0 1,-9 0 0,-9 1 0,-8 4 433,-9 5-400,0 2 1,-24-2-1,-2-1 62,-7 2 0,-6-3-84,-4 2-430,0-7 390,-6 3 0,-2-6 1,-6 0-1,0-1 55,-1-4-575,-5-3 0,-1-2 0,-2 1 208,4-2 1,3 3 0,2 0 0,1 0 116,4 0 226,-4 5 1,11-5-1,-1 5 17,6-2 1,5 1 0,8 4 0,3 1 1457,5 4-1212,3-3 0,1 10 0,0-2 207,1 2 0,-7 1 0,-3-2 0,-3-2 62,-2 3-789,0-6 0,-6 7-168,-3-4 1,-5 2-1,-5-1 1,-4-4-343,-4 0-580,-8 2 1,6 2 0,-4-3 1324,3 0 0,21 23 0,4 1 0</inkml:trace>
  <inkml:trace contextRef="#ctx0" brushRef="#br0" timeOffset="37">29801 14273 8241,'-14'-14'113,"4"0"0,1 0 1,-2 1-1,-2 2 0,-1 3 1573,0 2-1463,-1 1 0,1 5 0,0 2 0,0 4 0,-1 7 0,1 5 0,2 3 1426,2 0-1469,-3 4 0,10-5 0,-5 6 1,2-4-1,3 0 126,1 0-309,9-5 0,-3 4 1,9-7-1,4-1 1,6-2 115,7-2-143,-2-6 1,8 4-1,-4-9-65,1-3 1,0-2 0,-4-9-1,-2-2-212,-4-1 516,-2-6 1,-9 8 0,-2-7-144,-5-1 1,-5-2 0,-5-3 0,-6 0-869,-7 1 664,-10-2 0,-2 15 0,-3-3-184,3 3 0,3 8 0,2 5 0,3 6-1934,1 7 1732,2 3 1,11 7 0,3 4 523,4 3 0,39 33 0,-15-26 0,1 0 0</inkml:trace>
  <inkml:trace contextRef="#ctx0" brushRef="#br0" timeOffset="38">30426 14117 8280,'0'-21'36,"0"6"0,0-4 0,0 3 476,0 2 1,0-1 0,-1 1 1048,-4 0-1088,-3 6 1,-6 2-1,0 7 48,0 4 1,-5 3-287,0 6 1,-7 7 0,4 2 0,-1 4 799,-1 2-897,6-1 0,-2 5 0,6 2 0,-1 0 0,3 1 355,2 0-461,4-4 0,6 3 1,2-7-36,2 1 0,6 2 0,7-1 0,4-4-806,1-4 611,2-3 1,-1-5-1,-1 0-615,-1 0 0,-2-6 0,-5-3-994,0-4 872,1-1 1,-8-1-860,-2-4 1794,3 4 0,-13-37 0,4-2 0</inkml:trace>
  <inkml:trace contextRef="#ctx0" brushRef="#br0" timeOffset="39">30526 14316 8289,'-8'-14'127,"2"0"0,6-1 0,0 1 0,0 0 0,0 0 1479,0-1-1223,0 8 1,1-5-1,2 6 1,4 0-1,1 0 1,3 2 455,1 3 0,3 7 1,-3 4 394,-2 2-992,2 2 0,-8 5 1,3 0-48,0-1 1,-3 2 0,-4-1-1,0-1 218,0-3-505,0 0 1,0-1-100,0 0 1,0 0-302,0 0 213,0-6 0,-4-3-55,-1-10 1,0-3 0,5-7 0,2-3-916,3-1 1032,-4-6 1,12 3-1,-4-6 92,4-1 1,3 7 0,1 3 0,2 3 557,-2 2-382,-1 6 1,-2-3 0,1 6 307,-1 2 0,0 8 1,0 4-1,-1 6 870,-4 4-959,4 3 1,-11 1 0,2-1-20,-2-1 0,-2 0 0,0-4 0,0 2 246,0-2-876,0-1 0,0-2-484,0 0 0,0-4-1171,0-1 1001,0-5-707,0 2 1,6-17-528,4-3 1768,2 3 499,3-2 0,11-14 0,4-11 0</inkml:trace>
  <inkml:trace contextRef="#ctx0" brushRef="#br0" timeOffset="40">31180 14216 8289,'0'-14'-644,"0"0"0,-6 0 114,-4 0 1392,4-1 1,-7 7 0,4 2-1,-4 1 1,-1 1 1776,0 0-2284,-1 3 0,1 1 0,0 1-142,0 4 0,0-2 0,1 7 0,2-1 4,1-1-325,7 5 0,-3-5 58,6 6 0,5 0 1,3 2-1,3 1-652,4 2 578,9 0 0,-8-4 0,4-1 88,1 0 1,-5 0 0,1 0-1,-4 1 533,-4-1-293,-6-6 1,8 4 46,-6-2 0,-6 1 1,-9-2-1,-4-4 304,-5-3-856,-3-2 1,-2 0 0,0 0-609,-1 0 0,3 0 1,0-2-2237,1-3 3145,2 4 0,43-43 0,9-4 0</inkml:trace>
  <inkml:trace contextRef="#ctx0" brushRef="#br0" timeOffset="41">31393 13946 8384,'14'-14'-510,"-4"6"1,-1 3 2509,2 4-1420,2 1 0,3 6 1,1 5-1,4 7 0,-1 7 2041,1 6-2041,4 6 1,-9 7 0,3 2-65,-3 1 0,-8 7 0,-4-3 0,-2-1 620,-2-3-848,-6-2 0,-9-4 1,-8-2-173,-4-1 0,-6-6 1,-2 1-1,-1-3-1330,-4-2 472,-1-6 1,0 5-1,1-5-4797,3 1 5539,5 3 0,-3 9 0,7 9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7T04:41:45.044"/>
    </inkml:context>
    <inkml:brush xml:id="br0">
      <inkml:brushProperty name="width" value="0.08571" units="cm"/>
      <inkml:brushProperty name="height" value="0.08571" units="cm"/>
      <inkml:brushProperty name="color" value="#E71224"/>
    </inkml:brush>
  </inkml:definitions>
  <inkml:trace contextRef="#ctx0" brushRef="#br0">1063 22 9639,'-12'0'784,"3"0"1,9-2-1294,0-5-1082,0 4 1591,0-6 0,0 28 0,0 4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7T04:41:59.078"/>
    </inkml:context>
    <inkml:brush xml:id="br0">
      <inkml:brushProperty name="width" value="0.08571" units="cm"/>
      <inkml:brushProperty name="height" value="0.08571" units="cm"/>
      <inkml:brushProperty name="color" value="#E71224"/>
    </inkml:brush>
  </inkml:definitions>
  <inkml:trace contextRef="#ctx0" brushRef="#br0">0 22 8948,'0'-12'-497,"0"3"-365,0 9 0,3 0 862,4 0 0,33 9 0,17 3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9T10:19:19.933"/>
    </inkml:context>
    <inkml:brush xml:id="br0">
      <inkml:brushProperty name="height" value="0.053" units="cm"/>
      <inkml:brushProperty name="color" value="#FF0000"/>
    </inkml:brush>
  </inkml:definitions>
  <inkml:trace contextRef="#ctx0" brushRef="#br0">19706 11842 11479,'0'14'160,"0"1"1,0 1 0,0 2 0,-1 6 0,-3 3 0,0 3 488,1 3-644,-5-3 1,6 10 0,-4-7 0,1 0 0,0 0 0,1 0 0,-1-3 0,0-3 0,2-5-149,1-1 122,2-2 1,7-7 0,4-2 0,8-5 0,8-4 480,4-1-394,15 0 0,-3 0 1,10-1-1,-2-4 1,-2-3 396,-3 0-387,-2-4 0,-8 8 1,-4-4 422,-7 2 192,-11 1-678,-7-1 0,-9 3 1,-3-5-219,-4 2 0,-9-5 0,0 1 0,-1-2-413,-2-3 385,-1 7 0,-2-4 0,2 4 135,2 0 0,5 2 1,6 4-135,-2-3 115,4 4 382,-5-6 1,17 12-1,-2 2 1,5 0 274,1 4-432,1 2 1,-1 1 0,-1 1-96,-2-1 1,-1 5 0,-5 0 0,0-2-1039,0-1 659,0-2 1,-6 2 0,-4 1 365,-2 2 0,-28 25 0,-6 2 0</inkml:trace>
  <inkml:trace contextRef="#ctx0" brushRef="#br0" timeOffset="1">20645 12340 8316,'0'-14'871,"0"-1"648,0 1-1223,0 6 0,0 4 0,0 8 0,0 7 0,0 5 0,0 5 157,0 1 1,0-3 0,0 4 0,0 1 32,0-2-415,0 5 0,0-6 0,0 4-53,0-1 1,0-5 7,0 4 1,0-5 0,0 1-1,0-4-40,0 0-646,0-7 863,0 4-370,0-17 1,0 2-1,0-16 1,0-4 0,0-4-765,0-2 811,0-5 0,0-3 0,0-4 35,0 3 0,0-3 1,0 5-1,0 1 382,0 7-127,0-1 0,0 18 0,0-3 99,0 1 0,6 7 0,2 3 1,1 6 470,1 6-337,-1 10 1,5-1 0,1 6-171,-1 1 0,-1-3 0,-2 2 0,-2-1 347,2-1-587,-5 5 1,6-11-1,-8 3-384,-1-3 1,4-2-538,-3 0 679,1-6 1,2-2-1,2-7-78,4-4 0,1-8 1,2-7-1,1-2-120,2-3 347,6-2 0,-3-2 0,5 1 130,-3-1 1,1 7 0,-4 3-1,-1 4 483,1 0-62,-2 7 1,-5 2 134,0 6 1,-6 11 0,-3 5-1,-4 5 852,-1 4-716,0 2 1,0 1 0,0 1-373,0-1 1,-1 0 0,-2 1-1,-4-1 299,-1 1-630,5-1 1,-8-6 0,7-3-315,0-3 0,-2-2 0,1 0 1,1-1-2293,-3-3 1069,6 2-695,-6-10 0,9 2-1092,3-8 2569,3-4 736,6 0 0,25-20 0,12-7 0,3-1 0,1 1 0</inkml:trace>
  <inkml:trace contextRef="#ctx0" brushRef="#br0" timeOffset="2">21469 12454 8316,'-6'-8'513,"4"1"0,-6 3 1,5-3-1,-3 1 1,-2 0-265,-3 3 1,-2 1 0,-1 2 0,0 2 0,0 2 0,-1 6 133,1 2-317,6 3 1,-4 0 0,4 3 0,0 1 0,3 0 48,4 1 1,1-4-96,0 3 0,1-3 0,4-2 0,6 0-93,6 0 75,-1-6 1,13 0-1,-3-5 1,6 2-1,0-3-322,-2-5 243,-2-5 1,-1-7 0,-3 1-4,-5 0 1,-10 0 0,-4-2 0,-4-1-436,-1-2 446,0-7 0,-11 11 1,-3-4-1,-3 3 0,-4 3-96,-2 4 236,2 2 0,-4 7 0,6 0 207,1 0 1,3 2 128,0 3-277,7 3 0,4 1 0,8-1-66,6-2 0,9 4 0,5-6 0,2 0-271,3-3 119,6-1 1,-4-1-1,6-4-237,-3-5 1,4-4-1,-5-3 1,-1-4-592,-2-1 819,-8-1 0,-3-6 0,-9 2 56,-6 4 1,-2-3 0,-2 7 0,-2 2-138,-2 1 337,-4 2 0,-7 6 1,1 3 112,0 4 1,0 7 0,1 3-1,2 6 1465,2 4-1377,5 3 0,-7 1 1,7 1 198,1 1 1,1 7 0,2 0 0,0-4 262,0-3-685,0-1 0,0 4 0,0-1-94,0-3 0,5 1 0,-1-6 0,1-1 152,1-3-438,-4 0 1,4-6-175,-6 1 0,0-9 313,0-1-341,0-6 0,0-8 0,0-2 154,0-3 0,5 3 1,1-4-1,1 1-208,-1 0 454,5 0 1,-3 9 0,6 2 142,0 2 0,1-4 0,0 6 1,3 1 574,1 1-504,0 2 0,-7 6 0,-1 2 13,-1 0 1,-2 5 0,1-4-1,-4 4-188,-3 1 36,-2 0 0,0 1 0,-2 0-265,-3 4 1,-7-8-1,-9 4 1,-1-3-1022,-3 1 918,-2-5 1,0 3 0,3-5 71,5 2 1,-1-5-1,2 3 1,4-1-282,3 0 852,8 0 0,-6-5 27,9 0 0,3 0 1,13 0-1,2 0 1056,6 0-1171,3 0 0,3 0 0,2-2-74,1-3 1,5 2 0,-5-6 0,-2-1-763,0 2 524,-3-4 1,4 4 0,-2-6-188,-4-1 1,-7 1-1,0 2 1,-3 0-447,-2 3 568,-6 0 1,-1-6 101,-7 1 1,-2 6 666,-3 3-149,-3 4 1,-6 2-112,0 4 0,1 3 0,2 6 0,3 1 683,2-1-701,1 0 1,5 0-1,0 0-102,0 1 0,0-6 0,2 1 0,3 1-40,4 1-267,4-4 1,7 0 0,4-5-103,3 2 0,1 0 1,2-7-1,2-3-706,1-4 743,0-4 1,-4-3 0,1-2-31,3-6 0,-8 2 0,2-2 0,-5-3-1121,-5-4 1000,-1 1 0,-8-12 0,-3 5 12,-4-4 0,-1-2 0,-1 2 1,-4 3-321,-4 5 872,-4 9 1,-1 5-1,0 10-19,-1 4 0,4 3 0,0 4 1,-1 3 1222,1 4-1196,-1 10 0,-2 3 1,0 7 137,0-1 1,4 2 0,2 2 0,2 1 930,3-2-1134,1-1 0,2-1 0,0-1-95,0 1 0,2-2 1,1-2-1,5-3 40,5-2-256,-2-1 1,16-9 0,-4-2-33,4-2 0,3-1 1,2-5-1,2-2-397,3-2 151,-6-4 0,9-13 0,-7-1 8,-1 0 1,-4-5-1,-4 5 1,-5-2-692,-3 0 792,-2 1 0,-6-1 1,-4 2 278,-2 1 1,-4 9-1,-2 7 1,-6 4 460,-2 1-415,-9 0 1,4 11 0,-5 4 175,1 6 0,-3 3 0,5 4 0,2-1 1411,1-3-1362,8 2 1,0-8-1,5 4-161,-2-2 1,7 4 0,8-6 0,4-4-509,5-3-55,3-2 1,6-1 0,1-3-351,-1-4 0,1-1 1,-1-1-1,-1-4-879,-3-4 1670,2-4 0,-22-26 0,0-7 0</inkml:trace>
  <inkml:trace contextRef="#ctx0" brushRef="#br0" timeOffset="3">22209 12311 8316,'-43'-14'423,"7"-6"0,6 5 2668,6 1-3630,13 6 0,1 8-1854,20 0 2393,6 0 0,37 19 0,7 5 0</inkml:trace>
  <inkml:trace contextRef="#ctx0" brushRef="#br0" timeOffset="4">23730 12383 8316,'0'-8'2201,"0"-5"1,0 13-1011,0 0-936,-6 13 1,4 4 0,-4 5 0,1 0 0,-1 0 0,-1 2 0,-1 0 0,2-2 0,-2 0 97,0 0 0,0-3 0,-3 3 1,3-1-649,2-4 186,-5-7 1,9 2-715,-2-2 426,-4-4 0,6-6 0,-3-11 1,4-6-904,1-7 1057,0-9 0,1-4 0,4-5 0,5-1 1,2 2-270,3 3 773,-1 3 0,2 8 1,1 2 419,2 1 0,1 13 0,-2 2 0,1 7 841,-2 7-686,-1 9 1,-2 10 0,-1 8-187,-4 1 1,2 6-1,-4-1 1,-1 2 861,0-2-1437,-1-4 1,0-5 0,0-1-472,-2 1 0,3-6 0,0-1-2172,2-1 1695,-5-2 1,8-10-2051,-6 1 0,0-9-409,-5-1 2863,-6-6 1,-7-10 468,-6-3 0,-18-8 0,-8-6 0,-2-5 0,1 1 0</inkml:trace>
  <inkml:trace contextRef="#ctx0" brushRef="#br0" timeOffset="5">23673 12596 8316,'-14'0'188,"4"-5"-188,1 0 2664,6 1-2007,-4 4 0,14 0 0,4 0 1,6 0 844,7 0-1446,9 0 1,3 0-1,7 0-308,0 0 0,1 0 1,3 0-1,4 0-1328,-1 0 1347,-1 0 0,-6 0 0,-2 0-371,-3 0 0,-5 0 1,-9-2-1,-5-1-328,-3-2 840,-9-6 0,0 8 0,-9-5 243,-3 2 0,-2-5 1,-8 3-1,1-2 313,0 1 62,-7-1 1,4 2-1,-5 4-64,1 2 1,-4 2-1,1 0 1,-1 2 956,1 2-1051,-2-2 0,10 11 0,-3-4-121,3 4 1,2 6-1,1 0 1,4-2 102,4-1-213,3-2 0,2 5 0,2 0-135,3-2 1,3-3-1,7-4 1,4-4-262,5 1 171,3-6 0,1 4 0,1-10-203,-1-4 1,-4-4 0,0-3-1,-1-3-577,-1-4 655,-1-4 0,-12-6 0,-1-2-42,-1-2 0,-3 0 0,-4-6 0,0 0-537,0 1 838,0 5 1,-4 4 0,-3 11 183,-1 8 0,0 9 1,-3 13 1903,2 6-1616,6 10 0,-5 0 0,5 7 83,-2 2 0,0 7 1,5-4-1,0 2 1126,0 0-1519,0-6 1,2 2 0,1-5-315,2-1 1,4-4 0,-2-2-1,0-1-1553,4-4 695,-4-8 1,4 4 0,-5-5-1945,2 0 0,2-2 2908,4-6 0,19-44 0,5-11 0</inkml:trace>
  <inkml:trace contextRef="#ctx0" brushRef="#br0" timeOffset="6">24483 12582 8976,'0'-15'1165,"0"1"1,0 0 1380,0 0-2227,0 6 1,2 0-1,3 5 1,4-2-1,4 2 653,1 1-1373,0 2 1,7 0-1,2 0-1710,4 0 0,3 2 2111,4 3 0,27 9 0,13 8 0</inkml:trace>
  <inkml:trace contextRef="#ctx0" brushRef="#br0" timeOffset="7">25095 12297 8316,'-14'-28'598,"-1"-1"0,1 7 1,-2 5 508,-3 6-754,4-2 0,-6 12 0,8-3 0,2 8 0,3 7 2131,2 6-1932,-5-1 1,9 12 0,-4-1 336,0 5 0,4 1-550,-2-5 0,4 5 0,3 1 0,1-3-40,0-1-186,3-1 1,-5-1-1,4-1 1,-1-3-1,0-5 413,-2-4-1710,5-7 262,-7 5 1,7-11 0,-4-1-859,0-9 1466,1-1 0,1-18 1,4 3-155,2-3 0,4-1 0,2-2 0,1 0-127,-2 1 533,-1 4 0,3 8 0,0 1 451,-2 3 1,-1 9-1,-4 0 1,-2 8 1305,-5 5-873,-4 10 1,-1-2 0,0 7-420,0 1 0,0 2 0,0 2 0,0-2 341,0-4-1084,-6 4 0,4-11 0,-2 3 142,2-3 1,2-2 0,2 0 0,2-1-1705,6-4 1412,-4-3 0,7-6 0,-4 0-13,4 0 1,6-4 0,0-3 0,-2 0 166,-1-5 346,-2 0 0,0 2 0,1 1 425,-1-2 1,-5 4 0,-1 1 250,-1 0-129,4 4 0,-8-4-82,6 6 0,1 5 0,4 1 0,0 0 588,0 1-1190,1 4 0,-1-5 1,0 4 28,0-6 0,5 3 0,0-3 1,-1-1-594,-3-1 491,0-2 1,4-6-9,0-4 1,-7-7 0,-7-2 0,-4 0-329,-1-2 491,0 6 0,-7-11 1,-6 7 22,-4 2 1,-9 1 0,3 2 0,-3 1 392,3 4-345,-4 3 1,6 7-1,-4 2 158,1 2 1,7 6-1,-1-1 1,6 2-12,2 2-289,7 1 1,-3 4 0,7 0-37,4-2 0,3-3 0,8-3 0,1-3-354,2-2 137,7 5 1,0-9-1,8 3 31,-3-4 0,5-7 1,2-3-1,2-4-259,-2-1 582,3 0 1,-11-1-1,3 1 267,-3 0 1,-8 1 0,-3 4 940,-3 4-496,-8 3 803,4 2-338,-10 0-845,4 7-349,-6-6 0,0 7-96,0-3-209,0-3 0,-1 4 85,-4-6 0,2-5 0,-7 0-361,-1 2 477,-1-5 0,-2 7 0,-2-4 322,-3 3 1,1 7-1,-4 2 1,2 0 426,2 4-544,3 2 0,0 1 0,3 1 240,2-1 1,4 2-1,6 1 1,0 2 330,0-2-514,13-1 0,2-2 1,15 0-198,4 1 0,0-6 1,6-1-1,-2-2-543,1-2 336,-4-3 0,3-2 0,-8-3-490,-3 0 0,-8-7 0,-2 1-1028,-6-3-620,-5 6 2416,-6 0 0,-44 1 0,-11-2 0</inkml:trace>
  <inkml:trace contextRef="#ctx0" brushRef="#br0" timeOffset="8">27156 12425 8336,'0'-14'1901,"0"0"-204,0 0-1083,0 6 1,-1 3 0,-2 11 0,-2 7 0,0 4 0,0 2 2066,1 2-2578,-1 1 0,3 1 0,-1 1 1,-2 0-1,2 0 374,2-1-631,-6-5 0,6 4 1,-4-5-1,3 2-347,2-2 21,0-7 138,0 3 1,2-20 0,3-1-1,3-9-808,0-5 1060,4-8 1,-5 0 0,4-2 214,-2 7 0,-4-2 0,3 5 515,-2 0-624,-1 1 301,1 13 1,-3 8 0,5 10 0,0 4 1078,0 5-1057,-5 3 0,8 5 0,-5-2-38,2-1 1,2-5 0,4 3 0,0-1-91,1-4-65,-1-7 0,0 1 0,0-7-82,0-1 0,1-3 0,-1-4 1,0-7-205,0-7-51,-6 2 0,3-12 1,-6 1-283,-2-4 1,-1-4-1,-2 2 1,-2-5-663,-3-3 143,4 4 0,-10-7 0,6 6-844,2 3 1,-3 10-1078,1 6 2151,6 16 762,7 11 0,16 36 0,4 16 0,3 6 0,0-1 0</inkml:trace>
  <inkml:trace contextRef="#ctx0" brushRef="#br0" timeOffset="9">27654 12567 8336,'0'-14'380,"0"0"1,0 0 2414,0-1-1883,0 8 1,2-5 597,2 8-1226,-2-1 1,6 10 0,-5 1-189,2 2 0,6-3-115,-2 4 1,-1-6 0,2 4 0,1-3-58,1 1-272,2 0 1,1-5 0,-1 0 0,0 0 0,-1-2-890,-4-2 1024,4-4 1,-7-3 0,4-2 17,-6-3 0,-2-1 0,-2 3-209,0-1 547,0 1 1,-6 6 0,-5 4 16,-7 2 1,1 4 0,-5 4 0,0 6 1013,0 6-933,4 1 1,2 1-1,8 2 46,2 1 1,1 2 0,5-5-1,2 1 698,3-1-861,9-1 0,8-4 0,6-1-139,1 0 0,6-6 0,3-3 0,3-4-337,1-1 324,1 0 0,-7-6 0,-3-5-92,-3-6 1,-3-1 0,-3-6 0,-5-1-838,-3-2 599,-8-1 1,-2-5-1,-6 0 116,0 1 1,-2-1-1,-2 4 1,-7 7-170,-7 5 685,2 9 0,-4 2 0,6 6 15,-1 0 1,6 11 0,0 4 0,-1 6 1753,2 4-1590,2 2 0,1 2 1,0-1-54,2 0 0,2-1 0,1-1 0,0-4-286,0-2-236,0 5 0,0-9-1858,0 3 633,0-3 871,0-8 0,0-8 0,0-10-81,0-2 0,1-7 0,2-2 0,4 1-450,1-1 979,1-4 0,1 9 0,-1-4 51,2-1 1,3 10 0,4-3 0,1 3 1445,-2 3-1192,-1 2 0,3 6 1,0 0 76,-2 0 1,4 1 0,-2 4 0,-2 3 287,-1 0-386,-2 4 0,0-4-290,0 6 0,-4 1 1,-2-1-211,-2 0 323,-1-6 0,-5 5 0,0-4 223,0 4 1,-6 1-1,-2 0 600,0 0-941,-5 1 0,12-6 1,-4 1 101,3 1 0,2-3 48,0 1-548,7-6 0,0 3 1,8-6-47,-1 0 0,2-1 0,1-4 0,2-4-596,-2-4 1019,-7-1 0,1 4 0,-5 2 248,2 2 0,-3-3 1,3 2-114,-2-1 60,-1 5 0,-5-1 853,0 8 1,0-1 359,0 7-711,0-1-680,0 6 0,6-3 1,4-2-406,2-6 221,2-2 0,1-2 0,-1 0-92,0 0 1,0-2 0,-1-2-1,-2-6-806,-2-2 945,-5-3 0,2 1 183,-6 0 0,-5 0 0,-1 1 0,-2 2 576,-3 2-476,5 5 0,-7-7 273,4 7-250,2-1-182,7 5 0,13 0 9,6 0 1,6 1-1,-1 3 1,3 0-94,1 0 212,0-3 1,1 4 0,-2 0 15,-4-2 0,-2 0 308,-7 2 0,0-2 164,1 6-330,-7 1 0,-2-1 1,-6 1-1,-2-1 1,-1 1 1125,-2-1-1076,1 1 0,-1-1-494,0 1 1,2-3-487,8 3 605,3 3 1,7-12-1,3 4-179,1-4 1,5-5-1,-4-3 1,1 0-633,-1-5 764,-1 0 1,-5-2 0,-1-1 41,-4 1 1,-2-5-1,-7 0 1,0 2-197,0 1 536,-7 2 1,0 4 0,-9 3-22,-3 0 1,1 2-1,-4 5 1,2 0 522,2 0-557,3 0 0,0 2-213,1 3 1,6-2-1,5 6-22,6 2 37,-1 2 0,15-3 1,-1-3-194,5 0 0,-3 2 0,5-2 1,-1-1-249,0 0 448,-5-1 1,4 0-1,-7-1 215,0 0 0,0 2 0,-1 0 1,-2 1 564,-1-1-246,-7-1 0,5 1-156,-4 3 1,-2-1-210,3 2 1,-4-5 0,1 2-547,3 0 270,-4-3 1,7-2 0,-3 1 0,4 2-922,4-2 773,1-8 0,0 2 0,-1-6 0,-2-2 0,-1-2-916,1-1 884,1 0 0,2-5 0,1-2-60,-1-1 1,0-2 0,-1-6 0,-2-1-642,-2-2 798,1-7 1,-1 4 0,1-5 152,1 3 1,-5 3 0,-1 8 0,-4 3 909,-1 5-419,0 10-57,0 3 0,-6 17 0,-2 5 0,-1 6 1488,-1 8-1376,1-2 0,-4 7 0,2-5 6,2 3 1,5-5 0,0 2 0,1-4 334,-2-1-819,3-4 1,-4 4 0,6-6-105,0-2 0,0-1 0,1-3 0,3-2-207,0-2-649,1-6 0,1 4 349,4-7 1,3-7 0,1-2-1,0-4-768,0-1 1036,7-7 1,-1 4 0,6-5 78,-3 1 1,-5-2 0,1 4 0,-4 3 489,0 5-44,-8-2 758,6 5 0,-13 0-155,0 4-607,-6 2 0,-13 7 1,0 1 69,1 2 1,3-3 0,0 4 212,1 2-575,0 2 0,6-4 0,3 1 47,4 1 1,1-3 0,1 1-1,4 1-27,5-2 104,2 4 1,9-8 0,2 3-164,4 0 0,8-2 0,3-5 0,3 0-101,2 0 184,-1 0 0,1-2 0,0-3-132,-1-4 1,1-4-1,-3-1 1,-6 0-130,-5-1 334,-10 8 1,0-6 68,-10 3 1,-4 4-113,-10 1 158,4 4 0,-11 7 0,8 4 97,1 2 1,1 4-1,2 1 1,0 2 562,0-1-430,0 4 0,6-6 0,4 3-169,2-4 1,1 4 0,-2-1-1,-3-4-461,-2-3 195,5-8-260,-9 10 1,3-12-487,-10 4 461,-3-10 1,-11 2-1,-1-5-1050,-3 2 0,6-3 0,-2 2 1397,3-1 0,-11-7 0,-3-8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6/9/26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Today I'll talk about our work rethinking how we design speed tests. Speed tests are everywhere — billions are run every year by consumers, operators, regulators, researchers. But despite all that usage, the tools haven't kept up with what stakeholders actually need. I'll argue we should move beyond one-shot bandwidth numbers toward lightweight, diagnostic, longitudinal measurement. </a:t>
            </a:r>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a:p>
        </p:txBody>
      </p:sp>
    </p:spTree>
    <p:extLst>
      <p:ext uri="{BB962C8B-B14F-4D97-AF65-F5344CB8AC3E}">
        <p14:creationId xmlns:p14="http://schemas.microsoft.com/office/powerpoint/2010/main" val="24462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E2F1-6E47-D9BA-51E4-81E99B9CD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CCF2A-B91C-99F2-9438-CB6A3F57B9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5873E9-A7C2-08DA-3560-704F0CE65A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BC6718-21D1-C5F0-0CB0-92414AFBAD4F}"/>
              </a:ext>
            </a:extLst>
          </p:cNvPr>
          <p:cNvSpPr>
            <a:spLocks noGrp="1"/>
          </p:cNvSpPr>
          <p:nvPr>
            <p:ph type="sldNum" sz="quarter" idx="5"/>
          </p:nvPr>
        </p:nvSpPr>
        <p:spPr/>
        <p:txBody>
          <a:bodyPr/>
          <a:lstStyle/>
          <a:p>
            <a:fld id="{D4B9A9E5-4F7F-4A7D-9DE1-899232329269}" type="slidenum">
              <a:rPr lang="en-US" smtClean="0"/>
              <a:t>2</a:t>
            </a:fld>
            <a:endParaRPr lang="en-US"/>
          </a:p>
        </p:txBody>
      </p:sp>
    </p:spTree>
    <p:extLst>
      <p:ext uri="{BB962C8B-B14F-4D97-AF65-F5344CB8AC3E}">
        <p14:creationId xmlns:p14="http://schemas.microsoft.com/office/powerpoint/2010/main" val="303685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a:p>
        </p:txBody>
      </p:sp>
    </p:spTree>
    <p:extLst>
      <p:ext uri="{BB962C8B-B14F-4D97-AF65-F5344CB8AC3E}">
        <p14:creationId xmlns:p14="http://schemas.microsoft.com/office/powerpoint/2010/main" val="1418014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a:p>
        </p:txBody>
      </p:sp>
    </p:spTree>
    <p:extLst>
      <p:ext uri="{BB962C8B-B14F-4D97-AF65-F5344CB8AC3E}">
        <p14:creationId xmlns:p14="http://schemas.microsoft.com/office/powerpoint/2010/main" val="2152328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5</a:t>
            </a:fld>
            <a:endParaRPr lang="en-US"/>
          </a:p>
        </p:txBody>
      </p:sp>
    </p:spTree>
    <p:extLst>
      <p:ext uri="{BB962C8B-B14F-4D97-AF65-F5344CB8AC3E}">
        <p14:creationId xmlns:p14="http://schemas.microsoft.com/office/powerpoint/2010/main" val="3794720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4109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215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3258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5283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11</a:t>
            </a:fld>
            <a:endParaRPr lang="en-US"/>
          </a:p>
        </p:txBody>
      </p:sp>
    </p:spTree>
    <p:extLst>
      <p:ext uri="{BB962C8B-B14F-4D97-AF65-F5344CB8AC3E}">
        <p14:creationId xmlns:p14="http://schemas.microsoft.com/office/powerpoint/2010/main" val="2251156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12</a:t>
            </a:fld>
            <a:endParaRPr lang="en-US"/>
          </a:p>
        </p:txBody>
      </p:sp>
    </p:spTree>
    <p:extLst>
      <p:ext uri="{BB962C8B-B14F-4D97-AF65-F5344CB8AC3E}">
        <p14:creationId xmlns:p14="http://schemas.microsoft.com/office/powerpoint/2010/main" val="1651575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16</a:t>
            </a:fld>
            <a:endParaRPr lang="en-US"/>
          </a:p>
        </p:txBody>
      </p:sp>
    </p:spTree>
    <p:extLst>
      <p:ext uri="{BB962C8B-B14F-4D97-AF65-F5344CB8AC3E}">
        <p14:creationId xmlns:p14="http://schemas.microsoft.com/office/powerpoint/2010/main" val="1472345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21</a:t>
            </a:fld>
            <a:endParaRPr lang="en-US"/>
          </a:p>
        </p:txBody>
      </p:sp>
    </p:spTree>
    <p:extLst>
      <p:ext uri="{BB962C8B-B14F-4D97-AF65-F5344CB8AC3E}">
        <p14:creationId xmlns:p14="http://schemas.microsoft.com/office/powerpoint/2010/main" val="3320403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25</a:t>
            </a:fld>
            <a:endParaRPr lang="en-US"/>
          </a:p>
        </p:txBody>
      </p:sp>
    </p:spTree>
    <p:extLst>
      <p:ext uri="{BB962C8B-B14F-4D97-AF65-F5344CB8AC3E}">
        <p14:creationId xmlns:p14="http://schemas.microsoft.com/office/powerpoint/2010/main" val="31347717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26</a:t>
            </a:fld>
            <a:endParaRPr lang="en-US"/>
          </a:p>
        </p:txBody>
      </p:sp>
    </p:spTree>
    <p:extLst>
      <p:ext uri="{BB962C8B-B14F-4D97-AF65-F5344CB8AC3E}">
        <p14:creationId xmlns:p14="http://schemas.microsoft.com/office/powerpoint/2010/main" val="2684475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32</a:t>
            </a:fld>
            <a:endParaRPr lang="en-US"/>
          </a:p>
        </p:txBody>
      </p:sp>
    </p:spTree>
    <p:extLst>
      <p:ext uri="{BB962C8B-B14F-4D97-AF65-F5344CB8AC3E}">
        <p14:creationId xmlns:p14="http://schemas.microsoft.com/office/powerpoint/2010/main" val="26037742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34</a:t>
            </a:fld>
            <a:endParaRPr lang="en-US"/>
          </a:p>
        </p:txBody>
      </p:sp>
    </p:spTree>
    <p:extLst>
      <p:ext uri="{BB962C8B-B14F-4D97-AF65-F5344CB8AC3E}">
        <p14:creationId xmlns:p14="http://schemas.microsoft.com/office/powerpoint/2010/main" val="3346784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36</a:t>
            </a:fld>
            <a:endParaRPr lang="en-US"/>
          </a:p>
        </p:txBody>
      </p:sp>
    </p:spTree>
    <p:extLst>
      <p:ext uri="{BB962C8B-B14F-4D97-AF65-F5344CB8AC3E}">
        <p14:creationId xmlns:p14="http://schemas.microsoft.com/office/powerpoint/2010/main" val="19558686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2088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1AA30-8E62-1221-2E43-0A5F30AD6C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6FD956-5984-2F9E-DC62-161C35E543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8314AC7-7716-372D-9910-F015052321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61E0FA8-AE0D-3CCC-F18D-3FB0926A8B6C}"/>
              </a:ext>
            </a:extLst>
          </p:cNvPr>
          <p:cNvSpPr>
            <a:spLocks noGrp="1"/>
          </p:cNvSpPr>
          <p:nvPr>
            <p:ph type="sldNum" sz="quarter" idx="12"/>
          </p:nvPr>
        </p:nvSpPr>
        <p:spPr/>
        <p:txBody>
          <a:bodyPr/>
          <a:lstStyle/>
          <a:p>
            <a:fld id="{1E8D6067-B78A-364C-8A89-6818F71172FB}" type="slidenum">
              <a:rPr lang="en-US" smtClean="0"/>
              <a:t>‹#›</a:t>
            </a:fld>
            <a:endParaRPr lang="en-US"/>
          </a:p>
        </p:txBody>
      </p:sp>
    </p:spTree>
    <p:extLst>
      <p:ext uri="{BB962C8B-B14F-4D97-AF65-F5344CB8AC3E}">
        <p14:creationId xmlns:p14="http://schemas.microsoft.com/office/powerpoint/2010/main" val="1277752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1E66-F2D2-2DEF-3582-8D06D3D813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7C88E2-7144-805D-5F5C-917CBE336C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03A240-DDDD-A147-0E94-46E456C881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97D732-95DB-7B19-3CFA-D500A889140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9676D13-E5F6-BD57-1FDD-1B03A70A3555}"/>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36643576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E61E-623C-F1A3-E5E2-FEF461A8B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E81DF8-FB28-808C-0753-61E8D2DCFD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FB8A3A-95A2-FB7C-C69B-E094DD8ECB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C5EC27-DE98-81B2-A3B5-D30B7163A981}"/>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791E7D-912C-FE01-68F9-C4A40CB8AA7C}"/>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1720476814"/>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E71A-0913-FEA7-1DD8-597B2C73A1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B5D24D-6324-24A4-E8D6-941A96EF7E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87EE8EE-4792-958A-E992-13E41CE576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4C6FD5-7B52-516E-98B2-D260BD522B52}"/>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F95074F-06B8-AF72-F021-757927DAB2DB}"/>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2045882467"/>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DFD10-5506-1DFF-E648-1D263369E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522A0C-E762-D7A6-162C-1EA6585094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227F24-3BC6-2CC2-C05A-6B28066A587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797E750-074C-BAE1-1555-CE20E41BF1F8}"/>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3762423629"/>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9D8F26-6558-5830-1F61-2CCC069A90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ED8B9-24A4-B5FC-DED8-F59E06777B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9CC3F-3692-93DB-40AB-5FC637276705}"/>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DE02299-A6D5-CC51-FEAC-8658D25CC210}"/>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1004033354"/>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a:xfrm>
            <a:off x="838200" y="6356350"/>
            <a:ext cx="2743200" cy="365125"/>
          </a:xfrm>
          <a:prstGeom prst="rect">
            <a:avLst/>
          </a:prstGeom>
        </p:spPr>
        <p:txBody>
          <a:bodyPr/>
          <a:lstStyle>
            <a:lvl1pPr>
              <a:defRPr sz="900"/>
            </a:lvl1pPr>
          </a:lstStyle>
          <a:p>
            <a:r>
              <a:rPr lang="en-US"/>
              <a:t>20XX</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4"/>
        <p:cNvGrpSpPr/>
        <p:nvPr/>
      </p:nvGrpSpPr>
      <p:grpSpPr>
        <a:xfrm>
          <a:off x="0" y="0"/>
          <a:ext cx="0" cy="0"/>
          <a:chOff x="0" y="0"/>
          <a:chExt cx="0" cy="0"/>
        </a:xfrm>
      </p:grpSpPr>
      <p:sp>
        <p:nvSpPr>
          <p:cNvPr id="275" name="Google Shape;275;p11"/>
          <p:cNvSpPr txBox="1">
            <a:spLocks noGrp="1"/>
          </p:cNvSpPr>
          <p:nvPr>
            <p:ph type="title"/>
          </p:nvPr>
        </p:nvSpPr>
        <p:spPr>
          <a:xfrm>
            <a:off x="415600" y="59430"/>
            <a:ext cx="11360800" cy="763600"/>
          </a:xfrm>
          <a:prstGeom prst="rect">
            <a:avLst/>
          </a:prstGeom>
        </p:spPr>
        <p:txBody>
          <a:bodyPr spcFirstLastPara="1" wrap="square" lIns="91425" tIns="91425" rIns="91425" bIns="91425" anchor="t" anchorCtr="0">
            <a:normAutofit/>
          </a:bodyPr>
          <a:lstStyle>
            <a:lvl1pPr lvl="0" algn="l">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76" name="Google Shape;276;p11"/>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Font typeface="Roboto"/>
              <a:buChar char="●"/>
              <a:defRPr>
                <a:latin typeface="Roboto"/>
                <a:ea typeface="Roboto"/>
                <a:cs typeface="Roboto"/>
                <a:sym typeface="Roboto"/>
              </a:defRPr>
            </a:lvl1pPr>
            <a:lvl2pPr marL="1219170" lvl="1" indent="-423323">
              <a:spcBef>
                <a:spcPts val="0"/>
              </a:spcBef>
              <a:spcAft>
                <a:spcPts val="0"/>
              </a:spcAft>
              <a:buSzPts val="1400"/>
              <a:buFont typeface="Roboto"/>
              <a:buChar char="○"/>
              <a:defRPr>
                <a:latin typeface="Roboto"/>
                <a:ea typeface="Roboto"/>
                <a:cs typeface="Roboto"/>
                <a:sym typeface="Roboto"/>
              </a:defRPr>
            </a:lvl2pPr>
            <a:lvl3pPr marL="1828754" lvl="2" indent="-423323">
              <a:spcBef>
                <a:spcPts val="0"/>
              </a:spcBef>
              <a:spcAft>
                <a:spcPts val="0"/>
              </a:spcAft>
              <a:buSzPts val="1400"/>
              <a:buFont typeface="Roboto"/>
              <a:buChar char="■"/>
              <a:defRPr>
                <a:latin typeface="Roboto"/>
                <a:ea typeface="Roboto"/>
                <a:cs typeface="Roboto"/>
                <a:sym typeface="Roboto"/>
              </a:defRPr>
            </a:lvl3pPr>
            <a:lvl4pPr marL="2438339" lvl="3" indent="-423323">
              <a:spcBef>
                <a:spcPts val="0"/>
              </a:spcBef>
              <a:spcAft>
                <a:spcPts val="0"/>
              </a:spcAft>
              <a:buSzPts val="1400"/>
              <a:buFont typeface="Roboto"/>
              <a:buChar char="●"/>
              <a:defRPr>
                <a:latin typeface="Roboto"/>
                <a:ea typeface="Roboto"/>
                <a:cs typeface="Roboto"/>
                <a:sym typeface="Roboto"/>
              </a:defRPr>
            </a:lvl4pPr>
            <a:lvl5pPr marL="3047924" lvl="4" indent="-423323">
              <a:spcBef>
                <a:spcPts val="0"/>
              </a:spcBef>
              <a:spcAft>
                <a:spcPts val="0"/>
              </a:spcAft>
              <a:buSzPts val="1400"/>
              <a:buFont typeface="Roboto"/>
              <a:buChar char="○"/>
              <a:defRPr>
                <a:latin typeface="Roboto"/>
                <a:ea typeface="Roboto"/>
                <a:cs typeface="Roboto"/>
                <a:sym typeface="Roboto"/>
              </a:defRPr>
            </a:lvl5pPr>
            <a:lvl6pPr marL="3657509" lvl="5" indent="-423323">
              <a:spcBef>
                <a:spcPts val="0"/>
              </a:spcBef>
              <a:spcAft>
                <a:spcPts val="0"/>
              </a:spcAft>
              <a:buSzPts val="1400"/>
              <a:buFont typeface="Roboto"/>
              <a:buChar char="■"/>
              <a:defRPr>
                <a:latin typeface="Roboto"/>
                <a:ea typeface="Roboto"/>
                <a:cs typeface="Roboto"/>
                <a:sym typeface="Roboto"/>
              </a:defRPr>
            </a:lvl6pPr>
            <a:lvl7pPr marL="4267093" lvl="6" indent="-423323">
              <a:spcBef>
                <a:spcPts val="0"/>
              </a:spcBef>
              <a:spcAft>
                <a:spcPts val="0"/>
              </a:spcAft>
              <a:buSzPts val="1400"/>
              <a:buFont typeface="Roboto"/>
              <a:buChar char="●"/>
              <a:defRPr>
                <a:latin typeface="Roboto"/>
                <a:ea typeface="Roboto"/>
                <a:cs typeface="Roboto"/>
                <a:sym typeface="Roboto"/>
              </a:defRPr>
            </a:lvl7pPr>
            <a:lvl8pPr marL="4876678" lvl="7" indent="-423323">
              <a:spcBef>
                <a:spcPts val="0"/>
              </a:spcBef>
              <a:spcAft>
                <a:spcPts val="0"/>
              </a:spcAft>
              <a:buSzPts val="1400"/>
              <a:buFont typeface="Roboto"/>
              <a:buChar char="○"/>
              <a:defRPr>
                <a:latin typeface="Roboto"/>
                <a:ea typeface="Roboto"/>
                <a:cs typeface="Roboto"/>
                <a:sym typeface="Roboto"/>
              </a:defRPr>
            </a:lvl8pPr>
            <a:lvl9pPr marL="5486263" lvl="8" indent="-423323">
              <a:spcBef>
                <a:spcPts val="0"/>
              </a:spcBef>
              <a:spcAft>
                <a:spcPts val="0"/>
              </a:spcAft>
              <a:buSzPts val="1400"/>
              <a:buFont typeface="Roboto"/>
              <a:buChar char="■"/>
              <a:defRPr>
                <a:latin typeface="Roboto"/>
                <a:ea typeface="Roboto"/>
                <a:cs typeface="Roboto"/>
                <a:sym typeface="Roboto"/>
              </a:defRPr>
            </a:lvl9pPr>
          </a:lstStyle>
          <a:p>
            <a:pPr lvl="0"/>
            <a:r>
              <a:rPr lang="en-US"/>
              <a:t>Click to edit Master text styles</a:t>
            </a:r>
          </a:p>
        </p:txBody>
      </p:sp>
      <p:sp>
        <p:nvSpPr>
          <p:cNvPr id="277" name="Google Shape;277;p11"/>
          <p:cNvSpPr/>
          <p:nvPr/>
        </p:nvSpPr>
        <p:spPr>
          <a:xfrm>
            <a:off x="10146467" y="6266467"/>
            <a:ext cx="1558400" cy="357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6743232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054249"/>
            <a:ext cx="10515600" cy="5021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Tree>
    <p:extLst>
      <p:ext uri="{BB962C8B-B14F-4D97-AF65-F5344CB8AC3E}">
        <p14:creationId xmlns:p14="http://schemas.microsoft.com/office/powerpoint/2010/main" val="1992772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EF60E-8327-FC60-F0FF-D6FAE57D6B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6A10AB-AD75-42BE-2F34-0AA00DA5C39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2421C3D-01CD-4BDB-0503-68C8410CBAC5}"/>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1394575385"/>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7E81D7-BE61-1D39-AB01-9F5A732FDAE3}"/>
              </a:ext>
            </a:extLst>
          </p:cNvPr>
          <p:cNvSpPr>
            <a:spLocks noGrp="1"/>
          </p:cNvSpPr>
          <p:nvPr>
            <p:ph type="title"/>
          </p:nvPr>
        </p:nvSpPr>
        <p:spPr>
          <a:xfrm>
            <a:off x="457200" y="100000"/>
            <a:ext cx="11277600" cy="714400"/>
          </a:xfrm>
          <a:prstGeom prst="rect">
            <a:avLst/>
          </a:prstGeom>
        </p:spPr>
        <p:txBody>
          <a:bodyPr vert="horz" lIns="91440" tIns="45720" rIns="91440" bIns="45720" rtlCol="0" anchor="ctr" anchorCtr="0">
            <a:normAutofit/>
          </a:bodyPr>
          <a:lstStyle>
            <a:lvl1pPr>
              <a:defRPr sz="2800" b="1">
                <a:solidFill>
                  <a:srgbClr val="FFFFFF"/>
                </a:solidFill>
              </a:defRPr>
            </a:lvl1pPr>
          </a:lstStyle>
          <a:p>
            <a:r>
              <a:rPr lang="en-US"/>
              <a:t>Click to edit Master title style</a:t>
            </a:r>
          </a:p>
        </p:txBody>
      </p:sp>
      <p:sp>
        <p:nvSpPr>
          <p:cNvPr id="3" name="Text Placeholder 2">
            <a:extLst>
              <a:ext uri="{FF2B5EF4-FFF2-40B4-BE49-F238E27FC236}">
                <a16:creationId xmlns:a16="http://schemas.microsoft.com/office/drawing/2014/main" id="{52EEE4A3-8693-60A6-9005-BD81C5DED6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B295A0C-E374-5C79-23E0-201C6EE3E5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CEABB6-07DC-46E8-9B57-56EC44A396E5}" type="slidenum">
              <a:rPr lang="en-US" smtClean="0"/>
              <a:pPr/>
              <a:t>‹#›</a:t>
            </a:fld>
            <a:endParaRPr lang="en-US"/>
          </a:p>
        </p:txBody>
      </p:sp>
      <p:sp>
        <p:nvSpPr>
          <p:cNvPr id="900" name="MasterHeaderBar"/>
          <p:cNvSpPr/>
          <p:nvPr userDrawn="1"/>
        </p:nvSpPr>
        <p:spPr>
          <a:xfrm>
            <a:off x="0" y="0"/>
            <a:ext cx="12192000" cy="914400"/>
          </a:xfrm>
          <a:prstGeom prst="rect">
            <a:avLst/>
          </a:prstGeom>
          <a:solidFill>
            <a:srgbClr val="1A2B4A"/>
          </a:solidFill>
          <a:ln>
            <a:noFill/>
          </a:ln>
        </p:spPr>
        <p:txBody>
          <a:bodyPr/>
          <a:lstStyle/>
          <a:p>
            <a:endParaRPr lang="en-US"/>
          </a:p>
        </p:txBody>
      </p:sp>
      <p:sp>
        <p:nvSpPr>
          <p:cNvPr id="901" name="MasterAccentLine"/>
          <p:cNvSpPr/>
          <p:nvPr userDrawn="1"/>
        </p:nvSpPr>
        <p:spPr>
          <a:xfrm>
            <a:off x="0" y="914400"/>
            <a:ext cx="12192000" cy="50800"/>
          </a:xfrm>
          <a:prstGeom prst="rect">
            <a:avLst/>
          </a:prstGeom>
          <a:solidFill>
            <a:srgbClr val="E8500A"/>
          </a:solidFill>
          <a:ln>
            <a:noFill/>
          </a:ln>
        </p:spPr>
        <p:txBody>
          <a:bodyPr/>
          <a:lstStyle/>
          <a:p>
            <a:endParaRPr lang="en-US"/>
          </a:p>
        </p:txBody>
      </p:sp>
      <p:sp>
        <p:nvSpPr>
          <p:cNvPr id="902" name="MasterBottomBar"/>
          <p:cNvSpPr/>
          <p:nvPr userDrawn="1"/>
        </p:nvSpPr>
        <p:spPr>
          <a:xfrm>
            <a:off x="0" y="6731000"/>
            <a:ext cx="12192000" cy="127000"/>
          </a:xfrm>
          <a:prstGeom prst="rect">
            <a:avLst/>
          </a:prstGeom>
          <a:solidFill>
            <a:srgbClr val="E8500A"/>
          </a:solidFill>
          <a:ln>
            <a:noFill/>
          </a:ln>
        </p:spPr>
        <p:txBody>
          <a:bodyPr/>
          <a:lstStyle/>
          <a:p>
            <a:endParaRPr lang="en-US"/>
          </a:p>
        </p:txBody>
      </p:sp>
      <p:sp>
        <p:nvSpPr>
          <p:cNvPr id="903" name="MasterHeaderTitle"/>
          <p:cNvSpPr txBox="1"/>
          <p:nvPr userDrawn="1"/>
        </p:nvSpPr>
        <p:spPr>
          <a:xfrm>
            <a:off x="457200" y="100000"/>
            <a:ext cx="11277600" cy="714400"/>
          </a:xfrm>
          <a:prstGeom prst="rect">
            <a:avLst/>
          </a:prstGeom>
          <a:noFill/>
          <a:ln>
            <a:noFill/>
          </a:ln>
        </p:spPr>
        <p:txBody>
          <a:bodyPr wrap="square" lIns="91440" tIns="45720" rIns="91440" bIns="45720" anchor="ctr"/>
          <a:lstStyle/>
          <a:p>
            <a:pPr algn="l">
              <a:buNone/>
            </a:pPr>
            <a:endParaRPr/>
          </a:p>
        </p:txBody>
      </p:sp>
    </p:spTree>
    <p:extLst>
      <p:ext uri="{BB962C8B-B14F-4D97-AF65-F5344CB8AC3E}">
        <p14:creationId xmlns:p14="http://schemas.microsoft.com/office/powerpoint/2010/main" val="616148225"/>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2" r:id="rId3"/>
    <p:sldLayoutId id="2147484003" r:id="rId4"/>
    <p:sldLayoutId id="2147484004" r:id="rId5"/>
    <p:sldLayoutId id="2147484005" r:id="rId6"/>
    <p:sldLayoutId id="2147484006" r:id="rId7"/>
    <p:sldLayoutId id="2147484007" r:id="rId8"/>
    <p:sldLayoutId id="2147484008" r:id="rId9"/>
    <p:sldLayoutId id="2147484009" r:id="rId10"/>
  </p:sldLayoutIdLst>
  <p:hf hdr="0"/>
  <p:txStyles>
    <p:titleStyle>
      <a:lvl1pPr algn="l" defTabSz="914400" rtl="0" eaLnBrk="1" latinLnBrk="0" hangingPunct="1">
        <a:lnSpc>
          <a:spcPct val="90000"/>
        </a:lnSpc>
        <a:spcBef>
          <a:spcPct val="0"/>
        </a:spcBef>
        <a:buNone/>
        <a:defRPr sz="4400" b="1" kern="1200">
          <a:solidFill>
            <a:srgbClr val="FFFFF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customXml" Target="../ink/ink7.xml"/><Relationship Id="rId13" Type="http://schemas.openxmlformats.org/officeDocument/2006/relationships/image" Target="../media/image8.png"/><Relationship Id="rId18" Type="http://schemas.openxmlformats.org/officeDocument/2006/relationships/customXml" Target="../ink/ink12.xml"/><Relationship Id="rId3" Type="http://schemas.openxmlformats.org/officeDocument/2006/relationships/image" Target="../media/image310.png"/><Relationship Id="rId21" Type="http://schemas.openxmlformats.org/officeDocument/2006/relationships/image" Target="../media/image12.png"/><Relationship Id="rId7" Type="http://schemas.openxmlformats.org/officeDocument/2006/relationships/image" Target="../media/image510.png"/><Relationship Id="rId12" Type="http://schemas.openxmlformats.org/officeDocument/2006/relationships/customXml" Target="../ink/ink9.xml"/><Relationship Id="rId17" Type="http://schemas.openxmlformats.org/officeDocument/2006/relationships/image" Target="../media/image10.png"/><Relationship Id="rId2" Type="http://schemas.openxmlformats.org/officeDocument/2006/relationships/customXml" Target="../ink/ink4.xml"/><Relationship Id="rId16" Type="http://schemas.openxmlformats.org/officeDocument/2006/relationships/customXml" Target="../ink/ink11.xml"/><Relationship Id="rId20" Type="http://schemas.openxmlformats.org/officeDocument/2006/relationships/customXml" Target="../ink/ink13.xml"/><Relationship Id="rId1" Type="http://schemas.openxmlformats.org/officeDocument/2006/relationships/slideLayout" Target="../slideLayouts/slideLayout2.xml"/><Relationship Id="rId6" Type="http://schemas.openxmlformats.org/officeDocument/2006/relationships/customXml" Target="../ink/ink6.xml"/><Relationship Id="rId11" Type="http://schemas.openxmlformats.org/officeDocument/2006/relationships/image" Target="../media/image7.png"/><Relationship Id="rId5" Type="http://schemas.openxmlformats.org/officeDocument/2006/relationships/image" Target="../media/image410.png"/><Relationship Id="rId15" Type="http://schemas.openxmlformats.org/officeDocument/2006/relationships/image" Target="../media/image9.png"/><Relationship Id="rId10" Type="http://schemas.openxmlformats.org/officeDocument/2006/relationships/customXml" Target="../ink/ink8.xml"/><Relationship Id="rId19" Type="http://schemas.openxmlformats.org/officeDocument/2006/relationships/image" Target="../media/image11.png"/><Relationship Id="rId4" Type="http://schemas.openxmlformats.org/officeDocument/2006/relationships/customXml" Target="../ink/ink5.xml"/><Relationship Id="rId9" Type="http://schemas.openxmlformats.org/officeDocument/2006/relationships/image" Target="../media/image6.png"/><Relationship Id="rId14" Type="http://schemas.openxmlformats.org/officeDocument/2006/relationships/customXml" Target="../ink/ink10.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customXml" Target="../ink/ink14.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customXml" Target="../ink/ink15.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6.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customXml" Target="../ink/ink20.xml"/><Relationship Id="rId13" Type="http://schemas.openxmlformats.org/officeDocument/2006/relationships/image" Target="../media/image23.png"/><Relationship Id="rId3" Type="http://schemas.openxmlformats.org/officeDocument/2006/relationships/image" Target="../media/image180.png"/><Relationship Id="rId7" Type="http://schemas.openxmlformats.org/officeDocument/2006/relationships/image" Target="../media/image200.png"/><Relationship Id="rId12" Type="http://schemas.openxmlformats.org/officeDocument/2006/relationships/customXml" Target="../ink/ink22.xml"/><Relationship Id="rId2" Type="http://schemas.openxmlformats.org/officeDocument/2006/relationships/customXml" Target="../ink/ink17.xml"/><Relationship Id="rId1" Type="http://schemas.openxmlformats.org/officeDocument/2006/relationships/slideLayout" Target="../slideLayouts/slideLayout2.xml"/><Relationship Id="rId6" Type="http://schemas.openxmlformats.org/officeDocument/2006/relationships/customXml" Target="../ink/ink19.xml"/><Relationship Id="rId11" Type="http://schemas.openxmlformats.org/officeDocument/2006/relationships/image" Target="../media/image22.png"/><Relationship Id="rId5" Type="http://schemas.openxmlformats.org/officeDocument/2006/relationships/image" Target="../media/image190.png"/><Relationship Id="rId10" Type="http://schemas.openxmlformats.org/officeDocument/2006/relationships/customXml" Target="../ink/ink21.xml"/><Relationship Id="rId4" Type="http://schemas.openxmlformats.org/officeDocument/2006/relationships/customXml" Target="../ink/ink18.xml"/><Relationship Id="rId9" Type="http://schemas.openxmlformats.org/officeDocument/2006/relationships/image" Target="../media/image210.png"/></Relationships>
</file>

<file path=ppt/slides/_rels/slide15.xml.rels><?xml version="1.0" encoding="UTF-8" standalone="yes"?>
<Relationships xmlns="http://schemas.openxmlformats.org/package/2006/relationships"><Relationship Id="rId8" Type="http://schemas.openxmlformats.org/officeDocument/2006/relationships/customXml" Target="../ink/ink26.xml"/><Relationship Id="rId13" Type="http://schemas.openxmlformats.org/officeDocument/2006/relationships/image" Target="../media/image24.png"/><Relationship Id="rId3" Type="http://schemas.openxmlformats.org/officeDocument/2006/relationships/image" Target="../media/image180.png"/><Relationship Id="rId7" Type="http://schemas.openxmlformats.org/officeDocument/2006/relationships/image" Target="../media/image200.png"/><Relationship Id="rId12" Type="http://schemas.openxmlformats.org/officeDocument/2006/relationships/customXml" Target="../ink/ink28.xml"/><Relationship Id="rId2" Type="http://schemas.openxmlformats.org/officeDocument/2006/relationships/customXml" Target="../ink/ink23.xml"/><Relationship Id="rId1" Type="http://schemas.openxmlformats.org/officeDocument/2006/relationships/slideLayout" Target="../slideLayouts/slideLayout2.xml"/><Relationship Id="rId6" Type="http://schemas.openxmlformats.org/officeDocument/2006/relationships/customXml" Target="../ink/ink25.xml"/><Relationship Id="rId11" Type="http://schemas.openxmlformats.org/officeDocument/2006/relationships/image" Target="../media/image22.png"/><Relationship Id="rId5" Type="http://schemas.openxmlformats.org/officeDocument/2006/relationships/image" Target="../media/image190.png"/><Relationship Id="rId10" Type="http://schemas.openxmlformats.org/officeDocument/2006/relationships/customXml" Target="../ink/ink27.xml"/><Relationship Id="rId4" Type="http://schemas.openxmlformats.org/officeDocument/2006/relationships/customXml" Target="../ink/ink24.xml"/><Relationship Id="rId9" Type="http://schemas.openxmlformats.org/officeDocument/2006/relationships/image" Target="../media/image21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2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3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31.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customXml" Target="../ink/ink32.xml"/><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33.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34.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customXml" Target="../ink/ink40.xml"/><Relationship Id="rId18" Type="http://schemas.openxmlformats.org/officeDocument/2006/relationships/image" Target="../media/image320.png"/><Relationship Id="rId26" Type="http://schemas.openxmlformats.org/officeDocument/2006/relationships/image" Target="../media/image36.png"/><Relationship Id="rId3" Type="http://schemas.openxmlformats.org/officeDocument/2006/relationships/customXml" Target="../ink/ink35.xml"/><Relationship Id="rId21" Type="http://schemas.openxmlformats.org/officeDocument/2006/relationships/customXml" Target="../ink/ink44.xml"/><Relationship Id="rId7" Type="http://schemas.openxmlformats.org/officeDocument/2006/relationships/customXml" Target="../ink/ink37.xml"/><Relationship Id="rId12" Type="http://schemas.openxmlformats.org/officeDocument/2006/relationships/image" Target="../media/image290.png"/><Relationship Id="rId17" Type="http://schemas.openxmlformats.org/officeDocument/2006/relationships/customXml" Target="../ink/ink42.xml"/><Relationship Id="rId25" Type="http://schemas.openxmlformats.org/officeDocument/2006/relationships/customXml" Target="../ink/ink46.xml"/><Relationship Id="rId2" Type="http://schemas.openxmlformats.org/officeDocument/2006/relationships/notesSlide" Target="../notesSlides/notesSlide14.xml"/><Relationship Id="rId16" Type="http://schemas.openxmlformats.org/officeDocument/2006/relationships/image" Target="../media/image311.png"/><Relationship Id="rId20" Type="http://schemas.openxmlformats.org/officeDocument/2006/relationships/image" Target="../media/image33.png"/><Relationship Id="rId29" Type="http://schemas.openxmlformats.org/officeDocument/2006/relationships/customXml" Target="../ink/ink48.xml"/><Relationship Id="rId1" Type="http://schemas.openxmlformats.org/officeDocument/2006/relationships/slideLayout" Target="../slideLayouts/slideLayout8.xml"/><Relationship Id="rId6" Type="http://schemas.openxmlformats.org/officeDocument/2006/relationships/image" Target="../media/image260.png"/><Relationship Id="rId11" Type="http://schemas.openxmlformats.org/officeDocument/2006/relationships/customXml" Target="../ink/ink39.xml"/><Relationship Id="rId24" Type="http://schemas.openxmlformats.org/officeDocument/2006/relationships/image" Target="../media/image35.png"/><Relationship Id="rId32" Type="http://schemas.openxmlformats.org/officeDocument/2006/relationships/image" Target="../media/image39.png"/><Relationship Id="rId5" Type="http://schemas.openxmlformats.org/officeDocument/2006/relationships/customXml" Target="../ink/ink36.xml"/><Relationship Id="rId15" Type="http://schemas.openxmlformats.org/officeDocument/2006/relationships/customXml" Target="../ink/ink41.xml"/><Relationship Id="rId23" Type="http://schemas.openxmlformats.org/officeDocument/2006/relationships/customXml" Target="../ink/ink45.xml"/><Relationship Id="rId28" Type="http://schemas.openxmlformats.org/officeDocument/2006/relationships/image" Target="../media/image37.png"/><Relationship Id="rId10" Type="http://schemas.openxmlformats.org/officeDocument/2006/relationships/image" Target="../media/image280.png"/><Relationship Id="rId19" Type="http://schemas.openxmlformats.org/officeDocument/2006/relationships/customXml" Target="../ink/ink43.xml"/><Relationship Id="rId31" Type="http://schemas.openxmlformats.org/officeDocument/2006/relationships/customXml" Target="../ink/ink49.xml"/><Relationship Id="rId4" Type="http://schemas.openxmlformats.org/officeDocument/2006/relationships/image" Target="../media/image250.png"/><Relationship Id="rId9" Type="http://schemas.openxmlformats.org/officeDocument/2006/relationships/customXml" Target="../ink/ink38.xml"/><Relationship Id="rId14" Type="http://schemas.openxmlformats.org/officeDocument/2006/relationships/image" Target="../media/image300.png"/><Relationship Id="rId22" Type="http://schemas.openxmlformats.org/officeDocument/2006/relationships/image" Target="../media/image34.png"/><Relationship Id="rId27" Type="http://schemas.openxmlformats.org/officeDocument/2006/relationships/customXml" Target="../ink/ink47.xml"/><Relationship Id="rId30" Type="http://schemas.openxmlformats.org/officeDocument/2006/relationships/image" Target="../media/image38.png"/></Relationships>
</file>

<file path=ppt/slides/_rels/slide2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customXml" Target="../ink/ink50.xml"/><Relationship Id="rId7" Type="http://schemas.openxmlformats.org/officeDocument/2006/relationships/customXml" Target="../ink/ink52.xml"/><Relationship Id="rId12"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40.png"/><Relationship Id="rId11" Type="http://schemas.openxmlformats.org/officeDocument/2006/relationships/customXml" Target="../ink/ink54.xml"/><Relationship Id="rId5" Type="http://schemas.openxmlformats.org/officeDocument/2006/relationships/customXml" Target="../ink/ink51.xml"/><Relationship Id="rId10" Type="http://schemas.openxmlformats.org/officeDocument/2006/relationships/image" Target="../media/image42.png"/><Relationship Id="rId4" Type="http://schemas.openxmlformats.org/officeDocument/2006/relationships/image" Target="../media/image390.png"/><Relationship Id="rId9" Type="http://schemas.openxmlformats.org/officeDocument/2006/relationships/customXml" Target="../ink/ink53.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55.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customXml" Target="../ink/ink56.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8" Type="http://schemas.openxmlformats.org/officeDocument/2006/relationships/customXml" Target="../ink/ink60.xml"/><Relationship Id="rId13" Type="http://schemas.openxmlformats.org/officeDocument/2006/relationships/image" Target="../media/image48.png"/><Relationship Id="rId18" Type="http://schemas.openxmlformats.org/officeDocument/2006/relationships/customXml" Target="../ink/ink65.xml"/><Relationship Id="rId3" Type="http://schemas.openxmlformats.org/officeDocument/2006/relationships/image" Target="../media/image430.png"/><Relationship Id="rId21" Type="http://schemas.openxmlformats.org/officeDocument/2006/relationships/image" Target="../media/image52.png"/><Relationship Id="rId7" Type="http://schemas.openxmlformats.org/officeDocument/2006/relationships/image" Target="../media/image450.png"/><Relationship Id="rId12" Type="http://schemas.openxmlformats.org/officeDocument/2006/relationships/customXml" Target="../ink/ink62.xml"/><Relationship Id="rId17" Type="http://schemas.openxmlformats.org/officeDocument/2006/relationships/image" Target="../media/image50.png"/><Relationship Id="rId25" Type="http://schemas.openxmlformats.org/officeDocument/2006/relationships/image" Target="../media/image54.png"/><Relationship Id="rId2" Type="http://schemas.openxmlformats.org/officeDocument/2006/relationships/customXml" Target="../ink/ink57.xml"/><Relationship Id="rId16" Type="http://schemas.openxmlformats.org/officeDocument/2006/relationships/customXml" Target="../ink/ink64.xml"/><Relationship Id="rId20" Type="http://schemas.openxmlformats.org/officeDocument/2006/relationships/customXml" Target="../ink/ink66.xml"/><Relationship Id="rId1" Type="http://schemas.openxmlformats.org/officeDocument/2006/relationships/slideLayout" Target="../slideLayouts/slideLayout8.xml"/><Relationship Id="rId6" Type="http://schemas.openxmlformats.org/officeDocument/2006/relationships/customXml" Target="../ink/ink59.xml"/><Relationship Id="rId11" Type="http://schemas.openxmlformats.org/officeDocument/2006/relationships/image" Target="../media/image47.png"/><Relationship Id="rId24" Type="http://schemas.openxmlformats.org/officeDocument/2006/relationships/customXml" Target="../ink/ink68.xml"/><Relationship Id="rId5" Type="http://schemas.openxmlformats.org/officeDocument/2006/relationships/image" Target="../media/image440.png"/><Relationship Id="rId15" Type="http://schemas.openxmlformats.org/officeDocument/2006/relationships/image" Target="../media/image49.png"/><Relationship Id="rId23" Type="http://schemas.openxmlformats.org/officeDocument/2006/relationships/image" Target="../media/image53.png"/><Relationship Id="rId10" Type="http://schemas.openxmlformats.org/officeDocument/2006/relationships/customXml" Target="../ink/ink61.xml"/><Relationship Id="rId19" Type="http://schemas.openxmlformats.org/officeDocument/2006/relationships/image" Target="../media/image51.png"/><Relationship Id="rId4" Type="http://schemas.openxmlformats.org/officeDocument/2006/relationships/customXml" Target="../ink/ink58.xml"/><Relationship Id="rId9" Type="http://schemas.openxmlformats.org/officeDocument/2006/relationships/image" Target="../media/image46.png"/><Relationship Id="rId14" Type="http://schemas.openxmlformats.org/officeDocument/2006/relationships/customXml" Target="../ink/ink63.xml"/><Relationship Id="rId22" Type="http://schemas.openxmlformats.org/officeDocument/2006/relationships/customXml" Target="../ink/ink67.xml"/></Relationships>
</file>

<file path=ppt/slides/_rels/slide30.xml.rels><?xml version="1.0" encoding="UTF-8" standalone="yes"?>
<Relationships xmlns="http://schemas.openxmlformats.org/package/2006/relationships"><Relationship Id="rId8" Type="http://schemas.openxmlformats.org/officeDocument/2006/relationships/customXml" Target="../ink/ink72.xml"/><Relationship Id="rId13" Type="http://schemas.openxmlformats.org/officeDocument/2006/relationships/image" Target="../media/image60.png"/><Relationship Id="rId18" Type="http://schemas.openxmlformats.org/officeDocument/2006/relationships/customXml" Target="../ink/ink77.xml"/><Relationship Id="rId26" Type="http://schemas.openxmlformats.org/officeDocument/2006/relationships/customXml" Target="../ink/ink81.xml"/><Relationship Id="rId3" Type="http://schemas.openxmlformats.org/officeDocument/2006/relationships/image" Target="../media/image55.png"/><Relationship Id="rId21" Type="http://schemas.openxmlformats.org/officeDocument/2006/relationships/image" Target="../media/image64.png"/><Relationship Id="rId7" Type="http://schemas.openxmlformats.org/officeDocument/2006/relationships/image" Target="../media/image57.png"/><Relationship Id="rId12" Type="http://schemas.openxmlformats.org/officeDocument/2006/relationships/customXml" Target="../ink/ink74.xml"/><Relationship Id="rId17" Type="http://schemas.openxmlformats.org/officeDocument/2006/relationships/image" Target="../media/image62.png"/><Relationship Id="rId25" Type="http://schemas.openxmlformats.org/officeDocument/2006/relationships/image" Target="../media/image54.png"/><Relationship Id="rId2" Type="http://schemas.openxmlformats.org/officeDocument/2006/relationships/customXml" Target="../ink/ink69.xml"/><Relationship Id="rId16" Type="http://schemas.openxmlformats.org/officeDocument/2006/relationships/customXml" Target="../ink/ink76.xml"/><Relationship Id="rId20" Type="http://schemas.openxmlformats.org/officeDocument/2006/relationships/customXml" Target="../ink/ink78.xml"/><Relationship Id="rId29" Type="http://schemas.openxmlformats.org/officeDocument/2006/relationships/image" Target="../media/image67.png"/><Relationship Id="rId1" Type="http://schemas.openxmlformats.org/officeDocument/2006/relationships/slideLayout" Target="../slideLayouts/slideLayout8.xml"/><Relationship Id="rId6" Type="http://schemas.openxmlformats.org/officeDocument/2006/relationships/customXml" Target="../ink/ink71.xml"/><Relationship Id="rId11" Type="http://schemas.openxmlformats.org/officeDocument/2006/relationships/image" Target="../media/image59.png"/><Relationship Id="rId24" Type="http://schemas.openxmlformats.org/officeDocument/2006/relationships/customXml" Target="../ink/ink80.xml"/><Relationship Id="rId5" Type="http://schemas.openxmlformats.org/officeDocument/2006/relationships/image" Target="../media/image56.png"/><Relationship Id="rId15" Type="http://schemas.openxmlformats.org/officeDocument/2006/relationships/image" Target="../media/image61.png"/><Relationship Id="rId23" Type="http://schemas.openxmlformats.org/officeDocument/2006/relationships/image" Target="../media/image65.png"/><Relationship Id="rId28" Type="http://schemas.openxmlformats.org/officeDocument/2006/relationships/customXml" Target="../ink/ink82.xml"/><Relationship Id="rId10" Type="http://schemas.openxmlformats.org/officeDocument/2006/relationships/customXml" Target="../ink/ink73.xml"/><Relationship Id="rId19" Type="http://schemas.openxmlformats.org/officeDocument/2006/relationships/image" Target="../media/image63.png"/><Relationship Id="rId4" Type="http://schemas.openxmlformats.org/officeDocument/2006/relationships/customXml" Target="../ink/ink70.xml"/><Relationship Id="rId9" Type="http://schemas.openxmlformats.org/officeDocument/2006/relationships/image" Target="../media/image58.png"/><Relationship Id="rId14" Type="http://schemas.openxmlformats.org/officeDocument/2006/relationships/customXml" Target="../ink/ink75.xml"/><Relationship Id="rId22" Type="http://schemas.openxmlformats.org/officeDocument/2006/relationships/customXml" Target="../ink/ink79.xml"/><Relationship Id="rId27" Type="http://schemas.openxmlformats.org/officeDocument/2006/relationships/image" Target="../media/image66.png"/></Relationships>
</file>

<file path=ppt/slides/_rels/slide3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customXml" Target="../ink/ink83.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70.png"/><Relationship Id="rId4" Type="http://schemas.openxmlformats.org/officeDocument/2006/relationships/customXml" Target="../ink/ink8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openxmlformats.org/officeDocument/2006/relationships/image" Target="../media/image280.png"/><Relationship Id="rId13" Type="http://schemas.openxmlformats.org/officeDocument/2006/relationships/customXml" Target="../ink/ink90.xml"/><Relationship Id="rId18" Type="http://schemas.openxmlformats.org/officeDocument/2006/relationships/image" Target="../media/image33.png"/><Relationship Id="rId26" Type="http://schemas.openxmlformats.org/officeDocument/2006/relationships/image" Target="../media/image37.png"/><Relationship Id="rId3" Type="http://schemas.openxmlformats.org/officeDocument/2006/relationships/customXml" Target="../ink/ink85.xml"/><Relationship Id="rId21" Type="http://schemas.openxmlformats.org/officeDocument/2006/relationships/customXml" Target="../ink/ink94.xml"/><Relationship Id="rId7" Type="http://schemas.openxmlformats.org/officeDocument/2006/relationships/customXml" Target="../ink/ink87.xml"/><Relationship Id="rId12" Type="http://schemas.openxmlformats.org/officeDocument/2006/relationships/image" Target="../media/image300.png"/><Relationship Id="rId17" Type="http://schemas.openxmlformats.org/officeDocument/2006/relationships/customXml" Target="../ink/ink92.xml"/><Relationship Id="rId25" Type="http://schemas.openxmlformats.org/officeDocument/2006/relationships/customXml" Target="../ink/ink96.xml"/><Relationship Id="rId2" Type="http://schemas.openxmlformats.org/officeDocument/2006/relationships/notesSlide" Target="../notesSlides/notesSlide17.xml"/><Relationship Id="rId16" Type="http://schemas.openxmlformats.org/officeDocument/2006/relationships/image" Target="../media/image320.png"/><Relationship Id="rId20" Type="http://schemas.openxmlformats.org/officeDocument/2006/relationships/image" Target="../media/image34.png"/><Relationship Id="rId29" Type="http://schemas.openxmlformats.org/officeDocument/2006/relationships/customXml" Target="../ink/ink98.xml"/><Relationship Id="rId1" Type="http://schemas.openxmlformats.org/officeDocument/2006/relationships/slideLayout" Target="../slideLayouts/slideLayout8.xml"/><Relationship Id="rId6" Type="http://schemas.openxmlformats.org/officeDocument/2006/relationships/image" Target="../media/image27.png"/><Relationship Id="rId11" Type="http://schemas.openxmlformats.org/officeDocument/2006/relationships/customXml" Target="../ink/ink89.xml"/><Relationship Id="rId24" Type="http://schemas.openxmlformats.org/officeDocument/2006/relationships/image" Target="../media/image36.png"/><Relationship Id="rId5" Type="http://schemas.openxmlformats.org/officeDocument/2006/relationships/customXml" Target="../ink/ink86.xml"/><Relationship Id="rId15" Type="http://schemas.openxmlformats.org/officeDocument/2006/relationships/customXml" Target="../ink/ink91.xml"/><Relationship Id="rId23" Type="http://schemas.openxmlformats.org/officeDocument/2006/relationships/customXml" Target="../ink/ink95.xml"/><Relationship Id="rId28" Type="http://schemas.openxmlformats.org/officeDocument/2006/relationships/image" Target="../media/image38.png"/><Relationship Id="rId10" Type="http://schemas.openxmlformats.org/officeDocument/2006/relationships/image" Target="../media/image290.png"/><Relationship Id="rId19" Type="http://schemas.openxmlformats.org/officeDocument/2006/relationships/customXml" Target="../ink/ink93.xml"/><Relationship Id="rId4" Type="http://schemas.openxmlformats.org/officeDocument/2006/relationships/image" Target="../media/image260.png"/><Relationship Id="rId9" Type="http://schemas.openxmlformats.org/officeDocument/2006/relationships/customXml" Target="../ink/ink88.xml"/><Relationship Id="rId14" Type="http://schemas.openxmlformats.org/officeDocument/2006/relationships/image" Target="../media/image311.png"/><Relationship Id="rId22" Type="http://schemas.openxmlformats.org/officeDocument/2006/relationships/image" Target="../media/image35.png"/><Relationship Id="rId27" Type="http://schemas.openxmlformats.org/officeDocument/2006/relationships/customXml" Target="../ink/ink97.xml"/><Relationship Id="rId30" Type="http://schemas.openxmlformats.org/officeDocument/2006/relationships/image" Target="../media/image7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customXml" Target="../ink/ink99.xml"/><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560.png"/><Relationship Id="rId5" Type="http://schemas.openxmlformats.org/officeDocument/2006/relationships/customXml" Target="../ink/ink100.xml"/><Relationship Id="rId4" Type="http://schemas.openxmlformats.org/officeDocument/2006/relationships/image" Target="../media/image550.png"/></Relationships>
</file>

<file path=ppt/slides/_rels/slide3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customXml" Target="../ink/ink101.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A2B4A">
            <a:alpha val="100000"/>
          </a:srgbClr>
        </a:solidFill>
        <a:effectLst/>
      </p:bgPr>
    </p:bg>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7BFD93F7-FDD7-C445-A7EF-748E75974A12}"/>
              </a:ext>
            </a:extLst>
          </p:cNvPr>
          <p:cNvSpPr/>
          <p:nvPr/>
        </p:nvSpPr>
        <p:spPr>
          <a:xfrm>
            <a:off x="11049000" y="5791200"/>
            <a:ext cx="889000" cy="889000"/>
          </a:xfrm>
          <a:prstGeom prst="ellipse">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48" name="Picture 47">
            <a:extLst>
              <a:ext uri="{FF2B5EF4-FFF2-40B4-BE49-F238E27FC236}">
                <a16:creationId xmlns:a16="http://schemas.microsoft.com/office/drawing/2014/main" id="{8E630E21-93C9-671A-41A6-E69874E3651E}"/>
              </a:ext>
            </a:extLst>
          </p:cNvPr>
          <p:cNvPicPr>
            <a:picLocks noChangeAspect="1"/>
          </p:cNvPicPr>
          <p:nvPr/>
        </p:nvPicPr>
        <p:blipFill>
          <a:blip r:embed="rId3"/>
          <a:stretch>
            <a:fillRect/>
          </a:stretch>
        </p:blipFill>
        <p:spPr>
          <a:xfrm>
            <a:off x="11125200" y="5867400"/>
            <a:ext cx="736600" cy="736600"/>
          </a:xfrm>
          <a:prstGeom prst="rect">
            <a:avLst/>
          </a:prstGeom>
        </p:spPr>
      </p:pic>
      <p:sp>
        <p:nvSpPr>
          <p:cNvPr id="6" name="TextBox 5">
            <a:extLst>
              <a:ext uri="{FF2B5EF4-FFF2-40B4-BE49-F238E27FC236}">
                <a16:creationId xmlns:a16="http://schemas.microsoft.com/office/drawing/2014/main" id="{F0514A78-E399-BC42-A905-7EBE7FD6FACC}"/>
              </a:ext>
            </a:extLst>
          </p:cNvPr>
          <p:cNvSpPr txBox="1"/>
          <p:nvPr/>
        </p:nvSpPr>
        <p:spPr>
          <a:xfrm>
            <a:off x="846666" y="1866900"/>
            <a:ext cx="10498666" cy="1143000"/>
          </a:xfrm>
          <a:prstGeom prst="rect">
            <a:avLst/>
          </a:prstGeom>
          <a:noFill/>
        </p:spPr>
        <p:txBody>
          <a:bodyPr vertOverflow="overflow" vert="horz" wrap="square" lIns="91440" tIns="45720" rIns="91440" bIns="45720" rtlCol="0" anchor="t">
            <a:noAutofit/>
          </a:bodyPr>
          <a:lstStyle/>
          <a:p>
            <a:pPr algn="ctr">
              <a:lnSpc>
                <a:spcPts val="4200"/>
              </a:lnSpc>
            </a:pPr>
            <a:r>
              <a:rPr lang="en-US" sz="4000" b="1">
                <a:solidFill>
                  <a:schemeClr val="bg1"/>
                </a:solidFill>
                <a:ea typeface="+mn-lt"/>
                <a:cs typeface="+mn-lt"/>
              </a:rPr>
              <a:t>Computer Networks: Session 3</a:t>
            </a:r>
          </a:p>
          <a:p>
            <a:pPr algn="ctr">
              <a:lnSpc>
                <a:spcPts val="4200"/>
              </a:lnSpc>
            </a:pPr>
            <a:r>
              <a:rPr lang="en-US" sz="4000" b="1">
                <a:solidFill>
                  <a:schemeClr val="bg1"/>
                </a:solidFill>
                <a:ea typeface="+mn-lt"/>
                <a:cs typeface="+mn-lt"/>
              </a:rPr>
              <a:t>INAE Faculty Mentorship Program</a:t>
            </a:r>
          </a:p>
          <a:p>
            <a:pPr algn="ctr">
              <a:lnSpc>
                <a:spcPts val="4200"/>
              </a:lnSpc>
            </a:pPr>
            <a:endParaRPr lang="en-US" sz="4000">
              <a:solidFill>
                <a:schemeClr val="bg1"/>
              </a:solidFill>
            </a:endParaRPr>
          </a:p>
        </p:txBody>
      </p:sp>
      <p:sp>
        <p:nvSpPr>
          <p:cNvPr id="25" name="TextBox 24">
            <a:extLst>
              <a:ext uri="{FF2B5EF4-FFF2-40B4-BE49-F238E27FC236}">
                <a16:creationId xmlns:a16="http://schemas.microsoft.com/office/drawing/2014/main" id="{3ED20DCF-438D-7E4B-A69C-938689848155}"/>
              </a:ext>
            </a:extLst>
          </p:cNvPr>
          <p:cNvSpPr txBox="1"/>
          <p:nvPr/>
        </p:nvSpPr>
        <p:spPr>
          <a:xfrm>
            <a:off x="850900" y="4381500"/>
            <a:ext cx="10490200" cy="1446550"/>
          </a:xfrm>
          <a:prstGeom prst="rect">
            <a:avLst/>
          </a:prstGeom>
          <a:noFill/>
        </p:spPr>
        <p:txBody>
          <a:bodyPr vertOverflow="overflow" vert="horz" wrap="square" lIns="91440" tIns="45720" rIns="91440" bIns="45720" rtlCol="0" anchor="t">
            <a:spAutoFit/>
          </a:bodyPr>
          <a:lstStyle/>
          <a:p>
            <a:pPr algn="ctr"/>
            <a:r>
              <a:rPr lang="en-US" sz="2200" b="1">
                <a:solidFill>
                  <a:srgbClr val="FFFFFF"/>
                </a:solidFill>
              </a:rPr>
              <a:t>Tarun Mangla</a:t>
            </a:r>
            <a:endParaRPr lang="en-US" sz="2200">
              <a:solidFill>
                <a:srgbClr val="000000"/>
              </a:solidFill>
            </a:endParaRPr>
          </a:p>
          <a:p>
            <a:pPr algn="ctr">
              <a:spcBef>
                <a:spcPts val="0"/>
              </a:spcBef>
              <a:spcAft>
                <a:spcPts val="0"/>
              </a:spcAft>
            </a:pPr>
            <a:r>
              <a:rPr lang="en-US" sz="2200">
                <a:solidFill>
                  <a:srgbClr val="A8C0E0"/>
                </a:solidFill>
              </a:rPr>
              <a:t>Assistant Professor,</a:t>
            </a:r>
          </a:p>
          <a:p>
            <a:pPr algn="ctr">
              <a:spcBef>
                <a:spcPts val="0"/>
              </a:spcBef>
              <a:spcAft>
                <a:spcPts val="0"/>
              </a:spcAft>
            </a:pPr>
            <a:r>
              <a:rPr lang="en-US" sz="2200">
                <a:solidFill>
                  <a:srgbClr val="A8C0E0"/>
                </a:solidFill>
              </a:rPr>
              <a:t>Department of Computer Science &amp; Engineering, </a:t>
            </a:r>
          </a:p>
          <a:p>
            <a:pPr algn="ctr">
              <a:spcBef>
                <a:spcPts val="0"/>
              </a:spcBef>
              <a:spcAft>
                <a:spcPts val="0"/>
              </a:spcAft>
            </a:pPr>
            <a:r>
              <a:rPr lang="en-US" sz="2200">
                <a:solidFill>
                  <a:srgbClr val="A8C0E0"/>
                </a:solidFill>
              </a:rPr>
              <a:t>IIT Delhi</a:t>
            </a:r>
            <a:endParaRPr lang="en-US" sz="2200"/>
          </a:p>
        </p:txBody>
      </p:sp>
      <p:sp>
        <p:nvSpPr>
          <p:cNvPr id="27" name="Rectangle 26">
            <a:extLst>
              <a:ext uri="{FF2B5EF4-FFF2-40B4-BE49-F238E27FC236}">
                <a16:creationId xmlns:a16="http://schemas.microsoft.com/office/drawing/2014/main" id="{1F5AAF8B-A522-7742-AD67-40E524CE31EF}"/>
              </a:ext>
            </a:extLst>
          </p:cNvPr>
          <p:cNvSpPr/>
          <p:nvPr/>
        </p:nvSpPr>
        <p:spPr>
          <a:xfrm>
            <a:off x="846666" y="4311650"/>
            <a:ext cx="10490200" cy="25400"/>
          </a:xfrm>
          <a:prstGeom prst="rect">
            <a:avLst/>
          </a:prstGeom>
          <a:solidFill>
            <a:srgbClr val="CC00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60466754-E1C3-2A43-B795-2B93DF652D92}"/>
              </a:ext>
            </a:extLst>
          </p:cNvPr>
          <p:cNvSpPr/>
          <p:nvPr/>
        </p:nvSpPr>
        <p:spPr>
          <a:xfrm>
            <a:off x="0" y="6731000"/>
            <a:ext cx="12192000" cy="127000"/>
          </a:xfrm>
          <a:prstGeom prst="rect">
            <a:avLst/>
          </a:prstGeom>
          <a:solidFill>
            <a:srgbClr val="E8500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326A4983-D4B0-B549-A018-A4DE388BBE8C}"/>
              </a:ext>
            </a:extLst>
          </p:cNvPr>
          <p:cNvSpPr/>
          <p:nvPr/>
        </p:nvSpPr>
        <p:spPr>
          <a:xfrm>
            <a:off x="0" y="0"/>
            <a:ext cx="12192000" cy="101600"/>
          </a:xfrm>
          <a:prstGeom prst="rect">
            <a:avLst/>
          </a:prstGeom>
          <a:solidFill>
            <a:srgbClr val="E8500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924103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9A8B0-0185-9763-E719-DAEE57134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1DC51-B357-6C57-B475-8C584FC2286D}"/>
              </a:ext>
            </a:extLst>
          </p:cNvPr>
          <p:cNvSpPr>
            <a:spLocks noGrp="1"/>
          </p:cNvSpPr>
          <p:nvPr>
            <p:ph type="title"/>
          </p:nvPr>
        </p:nvSpPr>
        <p:spPr/>
        <p:txBody>
          <a:bodyPr/>
          <a:lstStyle/>
          <a:p>
            <a:r>
              <a:rPr lang="en-US"/>
              <a:t>Recap</a:t>
            </a:r>
          </a:p>
        </p:txBody>
      </p:sp>
      <p:sp>
        <p:nvSpPr>
          <p:cNvPr id="3" name="Text Placeholder 2">
            <a:extLst>
              <a:ext uri="{FF2B5EF4-FFF2-40B4-BE49-F238E27FC236}">
                <a16:creationId xmlns:a16="http://schemas.microsoft.com/office/drawing/2014/main" id="{CF8C398C-1C3B-4D3F-DDD9-A32D94472321}"/>
              </a:ext>
            </a:extLst>
          </p:cNvPr>
          <p:cNvSpPr>
            <a:spLocks noGrp="1"/>
          </p:cNvSpPr>
          <p:nvPr>
            <p:ph type="body" idx="1"/>
          </p:nvPr>
        </p:nvSpPr>
        <p:spPr>
          <a:xfrm>
            <a:off x="415600" y="1279055"/>
            <a:ext cx="5985200" cy="4555200"/>
          </a:xfrm>
        </p:spPr>
        <p:txBody>
          <a:bodyPr>
            <a:normAutofit/>
          </a:bodyPr>
          <a:lstStyle/>
          <a:p>
            <a:r>
              <a:rPr lang="en-US" b="1" dirty="0"/>
              <a:t>Overview of the Internet</a:t>
            </a:r>
          </a:p>
          <a:p>
            <a:pPr lvl="1"/>
            <a:r>
              <a:rPr lang="en-US" dirty="0"/>
              <a:t>Architecture, performance metrics, socket programming, switched networks, decentralization, packet-switching</a:t>
            </a:r>
          </a:p>
          <a:p>
            <a:pPr lvl="1"/>
            <a:endParaRPr lang="en-US" dirty="0"/>
          </a:p>
          <a:p>
            <a:r>
              <a:rPr lang="en-US" b="1" dirty="0"/>
              <a:t>Pedagogy</a:t>
            </a:r>
          </a:p>
          <a:p>
            <a:pPr lvl="1"/>
            <a:r>
              <a:rPr lang="en-US" dirty="0"/>
              <a:t>Bottom-up vs top-down</a:t>
            </a:r>
          </a:p>
          <a:p>
            <a:pPr lvl="1"/>
            <a:r>
              <a:rPr lang="en-US" dirty="0"/>
              <a:t>In-class exercises, quizzes</a:t>
            </a:r>
          </a:p>
          <a:p>
            <a:pPr lvl="1"/>
            <a:r>
              <a:rPr lang="en-US" dirty="0"/>
              <a:t>Building from first principles</a:t>
            </a:r>
          </a:p>
          <a:p>
            <a:pPr lvl="1"/>
            <a:r>
              <a:rPr lang="en-US" dirty="0"/>
              <a:t>Design trade-offs and not “facts”</a:t>
            </a:r>
          </a:p>
        </p:txBody>
      </p:sp>
      <p:grpSp>
        <p:nvGrpSpPr>
          <p:cNvPr id="159" name="Group 158">
            <a:extLst>
              <a:ext uri="{FF2B5EF4-FFF2-40B4-BE49-F238E27FC236}">
                <a16:creationId xmlns:a16="http://schemas.microsoft.com/office/drawing/2014/main" id="{63398845-EDCE-9242-054A-E9B13C7C5904}"/>
              </a:ext>
            </a:extLst>
          </p:cNvPr>
          <p:cNvGrpSpPr/>
          <p:nvPr/>
        </p:nvGrpSpPr>
        <p:grpSpPr>
          <a:xfrm>
            <a:off x="5872161" y="1535276"/>
            <a:ext cx="5584913" cy="3776725"/>
            <a:chOff x="1371606" y="946145"/>
            <a:chExt cx="8636772" cy="5456311"/>
          </a:xfrm>
        </p:grpSpPr>
        <p:sp>
          <p:nvSpPr>
            <p:cNvPr id="27" name="Freeform 99">
              <a:extLst>
                <a:ext uri="{FF2B5EF4-FFF2-40B4-BE49-F238E27FC236}">
                  <a16:creationId xmlns:a16="http://schemas.microsoft.com/office/drawing/2014/main" id="{F18EDC84-6592-0D16-A540-01BE72580BAC}"/>
                </a:ext>
              </a:extLst>
            </p:cNvPr>
            <p:cNvSpPr>
              <a:spLocks/>
            </p:cNvSpPr>
            <p:nvPr/>
          </p:nvSpPr>
          <p:spPr bwMode="auto">
            <a:xfrm>
              <a:off x="8197855" y="4478480"/>
              <a:ext cx="454072" cy="992421"/>
            </a:xfrm>
            <a:custGeom>
              <a:avLst/>
              <a:gdLst>
                <a:gd name="T0" fmla="*/ 2147483646 w 413"/>
                <a:gd name="T1" fmla="*/ 2147483646 h 715"/>
                <a:gd name="T2" fmla="*/ 2147483646 w 413"/>
                <a:gd name="T3" fmla="*/ 0 h 715"/>
                <a:gd name="T4" fmla="*/ 0 w 413"/>
                <a:gd name="T5" fmla="*/ 2147483646 h 715"/>
                <a:gd name="T6" fmla="*/ 2147483646 w 413"/>
                <a:gd name="T7" fmla="*/ 2147483646 h 715"/>
                <a:gd name="T8" fmla="*/ 2147483646 w 413"/>
                <a:gd name="T9" fmla="*/ 2147483646 h 715"/>
                <a:gd name="T10" fmla="*/ 0 60000 65536"/>
                <a:gd name="T11" fmla="*/ 0 60000 65536"/>
                <a:gd name="T12" fmla="*/ 0 60000 65536"/>
                <a:gd name="T13" fmla="*/ 0 60000 65536"/>
                <a:gd name="T14" fmla="*/ 0 60000 65536"/>
                <a:gd name="T15" fmla="*/ 0 w 413"/>
                <a:gd name="T16" fmla="*/ 0 h 715"/>
                <a:gd name="T17" fmla="*/ 413 w 413"/>
                <a:gd name="T18" fmla="*/ 715 h 715"/>
                <a:gd name="connsiteX0" fmla="*/ 10000 w 10000"/>
                <a:gd name="connsiteY0" fmla="*/ 7972 h 8825"/>
                <a:gd name="connsiteX1" fmla="*/ 218 w 10000"/>
                <a:gd name="connsiteY1" fmla="*/ 0 h 8825"/>
                <a:gd name="connsiteX2" fmla="*/ 0 w 10000"/>
                <a:gd name="connsiteY2" fmla="*/ 8448 h 8825"/>
                <a:gd name="connsiteX3" fmla="*/ 7224 w 10000"/>
                <a:gd name="connsiteY3" fmla="*/ 8825 h 8825"/>
                <a:gd name="connsiteX4" fmla="*/ 10000 w 10000"/>
                <a:gd name="connsiteY4" fmla="*/ 7972 h 8825"/>
                <a:gd name="connsiteX0" fmla="*/ 6901 w 7224"/>
                <a:gd name="connsiteY0" fmla="*/ 7744 h 10000"/>
                <a:gd name="connsiteX1" fmla="*/ 218 w 7224"/>
                <a:gd name="connsiteY1" fmla="*/ 0 h 10000"/>
                <a:gd name="connsiteX2" fmla="*/ 0 w 7224"/>
                <a:gd name="connsiteY2" fmla="*/ 9573 h 10000"/>
                <a:gd name="connsiteX3" fmla="*/ 7224 w 7224"/>
                <a:gd name="connsiteY3" fmla="*/ 10000 h 10000"/>
                <a:gd name="connsiteX4" fmla="*/ 6901 w 7224"/>
                <a:gd name="connsiteY4" fmla="*/ 7744 h 10000"/>
                <a:gd name="connsiteX0" fmla="*/ 9553 w 9587"/>
                <a:gd name="connsiteY0" fmla="*/ 7744 h 9750"/>
                <a:gd name="connsiteX1" fmla="*/ 302 w 9587"/>
                <a:gd name="connsiteY1" fmla="*/ 0 h 9750"/>
                <a:gd name="connsiteX2" fmla="*/ 0 w 9587"/>
                <a:gd name="connsiteY2" fmla="*/ 9573 h 9750"/>
                <a:gd name="connsiteX3" fmla="*/ 9464 w 9587"/>
                <a:gd name="connsiteY3" fmla="*/ 9750 h 9750"/>
                <a:gd name="connsiteX4" fmla="*/ 9553 w 9587"/>
                <a:gd name="connsiteY4" fmla="*/ 7744 h 9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87" h="9750">
                  <a:moveTo>
                    <a:pt x="9553" y="7744"/>
                  </a:moveTo>
                  <a:lnTo>
                    <a:pt x="302" y="0"/>
                  </a:lnTo>
                  <a:cubicBezTo>
                    <a:pt x="201" y="3191"/>
                    <a:pt x="101" y="6382"/>
                    <a:pt x="0" y="9573"/>
                  </a:cubicBezTo>
                  <a:lnTo>
                    <a:pt x="9464" y="9750"/>
                  </a:lnTo>
                  <a:cubicBezTo>
                    <a:pt x="9314" y="8998"/>
                    <a:pt x="9702" y="8496"/>
                    <a:pt x="9553" y="7744"/>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8" name="Group 27">
              <a:extLst>
                <a:ext uri="{FF2B5EF4-FFF2-40B4-BE49-F238E27FC236}">
                  <a16:creationId xmlns:a16="http://schemas.microsoft.com/office/drawing/2014/main" id="{020F8EF4-46DB-E46E-C075-D361CEAC3C2B}"/>
                </a:ext>
              </a:extLst>
            </p:cNvPr>
            <p:cNvGrpSpPr/>
            <p:nvPr/>
          </p:nvGrpSpPr>
          <p:grpSpPr>
            <a:xfrm>
              <a:off x="8637066" y="5115960"/>
              <a:ext cx="958850" cy="476251"/>
              <a:chOff x="7493876" y="2774731"/>
              <a:chExt cx="1481958" cy="894622"/>
            </a:xfrm>
          </p:grpSpPr>
          <p:sp>
            <p:nvSpPr>
              <p:cNvPr id="29" name="Freeform 28">
                <a:extLst>
                  <a:ext uri="{FF2B5EF4-FFF2-40B4-BE49-F238E27FC236}">
                    <a16:creationId xmlns:a16="http://schemas.microsoft.com/office/drawing/2014/main" id="{0661577B-ACF1-1C35-C9BE-079631A0062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30" name="Oval 29">
                <a:extLst>
                  <a:ext uri="{FF2B5EF4-FFF2-40B4-BE49-F238E27FC236}">
                    <a16:creationId xmlns:a16="http://schemas.microsoft.com/office/drawing/2014/main" id="{D2B601C5-8B25-AE58-EE45-B085847E885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1" name="Group 30">
                <a:extLst>
                  <a:ext uri="{FF2B5EF4-FFF2-40B4-BE49-F238E27FC236}">
                    <a16:creationId xmlns:a16="http://schemas.microsoft.com/office/drawing/2014/main" id="{1ABCC2B0-1315-8D9D-2DD3-A01FFCF74B68}"/>
                  </a:ext>
                </a:extLst>
              </p:cNvPr>
              <p:cNvGrpSpPr/>
              <p:nvPr/>
            </p:nvGrpSpPr>
            <p:grpSpPr>
              <a:xfrm>
                <a:off x="7713663" y="2848339"/>
                <a:ext cx="1042107" cy="425543"/>
                <a:chOff x="7786941" y="2884917"/>
                <a:chExt cx="897649" cy="353919"/>
              </a:xfrm>
            </p:grpSpPr>
            <p:sp>
              <p:nvSpPr>
                <p:cNvPr id="32" name="Freeform 31">
                  <a:extLst>
                    <a:ext uri="{FF2B5EF4-FFF2-40B4-BE49-F238E27FC236}">
                      <a16:creationId xmlns:a16="http://schemas.microsoft.com/office/drawing/2014/main" id="{BD983326-6E7C-9142-2197-463BCF05825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reeform 32">
                  <a:extLst>
                    <a:ext uri="{FF2B5EF4-FFF2-40B4-BE49-F238E27FC236}">
                      <a16:creationId xmlns:a16="http://schemas.microsoft.com/office/drawing/2014/main" id="{6AE75AB9-1352-890E-25BB-6CD7C5DBE02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Freeform 33">
                  <a:extLst>
                    <a:ext uri="{FF2B5EF4-FFF2-40B4-BE49-F238E27FC236}">
                      <a16:creationId xmlns:a16="http://schemas.microsoft.com/office/drawing/2014/main" id="{FEEADB1B-709D-88CE-6FAF-1162E122432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Freeform 34">
                  <a:extLst>
                    <a:ext uri="{FF2B5EF4-FFF2-40B4-BE49-F238E27FC236}">
                      <a16:creationId xmlns:a16="http://schemas.microsoft.com/office/drawing/2014/main" id="{8347C95A-8492-F05F-AF14-75208614AC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6" name="Rectangle 90">
              <a:extLst>
                <a:ext uri="{FF2B5EF4-FFF2-40B4-BE49-F238E27FC236}">
                  <a16:creationId xmlns:a16="http://schemas.microsoft.com/office/drawing/2014/main" id="{92EE3777-00D8-1D97-421F-EFEB5ED59333}"/>
                </a:ext>
              </a:extLst>
            </p:cNvPr>
            <p:cNvSpPr>
              <a:spLocks noChangeArrowheads="1"/>
            </p:cNvSpPr>
            <p:nvPr/>
          </p:nvSpPr>
          <p:spPr bwMode="auto">
            <a:xfrm>
              <a:off x="6916745" y="4489446"/>
              <a:ext cx="1273175" cy="946150"/>
            </a:xfrm>
            <a:prstGeom prst="rect">
              <a:avLst/>
            </a:prstGeom>
            <a:solidFill>
              <a:schemeClr val="bg1"/>
            </a:solidFill>
            <a:ln w="28575">
              <a:solidFill>
                <a:schemeClr val="tx1"/>
              </a:solidFill>
              <a:miter lim="800000"/>
              <a:headEnd/>
              <a:tailEnd/>
            </a:ln>
            <a:effectLst>
              <a:outerShdw blurRad="127000" dist="38100" dir="18900000" sx="103000" sy="103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7" name="Text Box 92">
              <a:extLst>
                <a:ext uri="{FF2B5EF4-FFF2-40B4-BE49-F238E27FC236}">
                  <a16:creationId xmlns:a16="http://schemas.microsoft.com/office/drawing/2014/main" id="{C9E81F1D-1086-22D6-198E-B81E1EB5FFD0}"/>
                </a:ext>
              </a:extLst>
            </p:cNvPr>
            <p:cNvSpPr txBox="1">
              <a:spLocks noChangeArrowheads="1"/>
            </p:cNvSpPr>
            <p:nvPr/>
          </p:nvSpPr>
          <p:spPr bwMode="auto">
            <a:xfrm>
              <a:off x="6873881" y="4497393"/>
              <a:ext cx="1317625" cy="919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physical</a:t>
              </a:r>
            </a:p>
          </p:txBody>
        </p:sp>
        <p:sp>
          <p:nvSpPr>
            <p:cNvPr id="38" name="Rectangle 24">
              <a:extLst>
                <a:ext uri="{FF2B5EF4-FFF2-40B4-BE49-F238E27FC236}">
                  <a16:creationId xmlns:a16="http://schemas.microsoft.com/office/drawing/2014/main" id="{B0BF581D-374F-61FD-C6BE-94D8872CF224}"/>
                </a:ext>
              </a:extLst>
            </p:cNvPr>
            <p:cNvSpPr>
              <a:spLocks noChangeArrowheads="1"/>
            </p:cNvSpPr>
            <p:nvPr/>
          </p:nvSpPr>
          <p:spPr bwMode="auto">
            <a:xfrm>
              <a:off x="2886137" y="4865756"/>
              <a:ext cx="1273175" cy="1536700"/>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9" name="Text Box 26">
              <a:extLst>
                <a:ext uri="{FF2B5EF4-FFF2-40B4-BE49-F238E27FC236}">
                  <a16:creationId xmlns:a16="http://schemas.microsoft.com/office/drawing/2014/main" id="{3532224E-8ABA-6301-CBE3-7DA31F1BDC61}"/>
                </a:ext>
              </a:extLst>
            </p:cNvPr>
            <p:cNvSpPr txBox="1">
              <a:spLocks noChangeArrowheads="1"/>
            </p:cNvSpPr>
            <p:nvPr/>
          </p:nvSpPr>
          <p:spPr bwMode="auto">
            <a:xfrm>
              <a:off x="2788572" y="4863192"/>
              <a:ext cx="1521650" cy="1457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physical</a:t>
              </a:r>
            </a:p>
          </p:txBody>
        </p:sp>
        <p:sp>
          <p:nvSpPr>
            <p:cNvPr id="40" name="Line 25">
              <a:extLst>
                <a:ext uri="{FF2B5EF4-FFF2-40B4-BE49-F238E27FC236}">
                  <a16:creationId xmlns:a16="http://schemas.microsoft.com/office/drawing/2014/main" id="{85774979-B272-ED1C-F946-0C33806B28C2}"/>
                </a:ext>
              </a:extLst>
            </p:cNvPr>
            <p:cNvSpPr>
              <a:spLocks noChangeShapeType="1"/>
            </p:cNvSpPr>
            <p:nvPr/>
          </p:nvSpPr>
          <p:spPr bwMode="auto">
            <a:xfrm>
              <a:off x="2886136" y="5183257"/>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Line 27">
              <a:extLst>
                <a:ext uri="{FF2B5EF4-FFF2-40B4-BE49-F238E27FC236}">
                  <a16:creationId xmlns:a16="http://schemas.microsoft.com/office/drawing/2014/main" id="{AE4A0A87-62A6-9B7B-BEE4-B90C99905362}"/>
                </a:ext>
              </a:extLst>
            </p:cNvPr>
            <p:cNvSpPr>
              <a:spLocks noChangeShapeType="1"/>
            </p:cNvSpPr>
            <p:nvPr/>
          </p:nvSpPr>
          <p:spPr bwMode="auto">
            <a:xfrm>
              <a:off x="2894074" y="5503932"/>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Line 28">
              <a:extLst>
                <a:ext uri="{FF2B5EF4-FFF2-40B4-BE49-F238E27FC236}">
                  <a16:creationId xmlns:a16="http://schemas.microsoft.com/office/drawing/2014/main" id="{006DCD67-7DFC-3331-4C55-831E0EDF8946}"/>
                </a:ext>
              </a:extLst>
            </p:cNvPr>
            <p:cNvSpPr>
              <a:spLocks noChangeShapeType="1"/>
            </p:cNvSpPr>
            <p:nvPr/>
          </p:nvSpPr>
          <p:spPr bwMode="auto">
            <a:xfrm>
              <a:off x="2898836" y="5784919"/>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Line 29">
              <a:extLst>
                <a:ext uri="{FF2B5EF4-FFF2-40B4-BE49-F238E27FC236}">
                  <a16:creationId xmlns:a16="http://schemas.microsoft.com/office/drawing/2014/main" id="{40FD1CAB-1336-B86A-9D25-492618667D75}"/>
                </a:ext>
              </a:extLst>
            </p:cNvPr>
            <p:cNvSpPr>
              <a:spLocks noChangeShapeType="1"/>
            </p:cNvSpPr>
            <p:nvPr/>
          </p:nvSpPr>
          <p:spPr bwMode="auto">
            <a:xfrm>
              <a:off x="2898836" y="6061144"/>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Rectangle 24">
              <a:extLst>
                <a:ext uri="{FF2B5EF4-FFF2-40B4-BE49-F238E27FC236}">
                  <a16:creationId xmlns:a16="http://schemas.microsoft.com/office/drawing/2014/main" id="{DB482B2A-D503-FF02-47E0-19D721423D71}"/>
                </a:ext>
              </a:extLst>
            </p:cNvPr>
            <p:cNvSpPr>
              <a:spLocks noChangeArrowheads="1"/>
            </p:cNvSpPr>
            <p:nvPr/>
          </p:nvSpPr>
          <p:spPr bwMode="auto">
            <a:xfrm>
              <a:off x="3816357" y="985833"/>
              <a:ext cx="1273175" cy="1536700"/>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5" name="Text Box 26">
              <a:extLst>
                <a:ext uri="{FF2B5EF4-FFF2-40B4-BE49-F238E27FC236}">
                  <a16:creationId xmlns:a16="http://schemas.microsoft.com/office/drawing/2014/main" id="{3351425A-9257-9F2B-38D3-95F2DE47E1DF}"/>
                </a:ext>
              </a:extLst>
            </p:cNvPr>
            <p:cNvSpPr txBox="1">
              <a:spLocks noChangeArrowheads="1"/>
            </p:cNvSpPr>
            <p:nvPr/>
          </p:nvSpPr>
          <p:spPr bwMode="auto">
            <a:xfrm>
              <a:off x="3630410" y="983269"/>
              <a:ext cx="1704783" cy="1457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physical</a:t>
              </a:r>
            </a:p>
          </p:txBody>
        </p:sp>
        <p:sp>
          <p:nvSpPr>
            <p:cNvPr id="46" name="Freeform 3">
              <a:extLst>
                <a:ext uri="{FF2B5EF4-FFF2-40B4-BE49-F238E27FC236}">
                  <a16:creationId xmlns:a16="http://schemas.microsoft.com/office/drawing/2014/main" id="{52192547-2D3E-8873-25D0-C39BFCFB1F8F}"/>
                </a:ext>
              </a:extLst>
            </p:cNvPr>
            <p:cNvSpPr>
              <a:spLocks/>
            </p:cNvSpPr>
            <p:nvPr/>
          </p:nvSpPr>
          <p:spPr bwMode="auto">
            <a:xfrm>
              <a:off x="8317497" y="2564096"/>
              <a:ext cx="638175" cy="781777"/>
            </a:xfrm>
            <a:custGeom>
              <a:avLst/>
              <a:gdLst>
                <a:gd name="T0" fmla="*/ 2147483646 w 402"/>
                <a:gd name="T1" fmla="*/ 2147483646 h 537"/>
                <a:gd name="T2" fmla="*/ 2147483646 w 402"/>
                <a:gd name="T3" fmla="*/ 0 h 537"/>
                <a:gd name="T4" fmla="*/ 0 w 402"/>
                <a:gd name="T5" fmla="*/ 2147483646 h 537"/>
                <a:gd name="T6" fmla="*/ 2147483646 w 402"/>
                <a:gd name="T7" fmla="*/ 2147483646 h 537"/>
                <a:gd name="T8" fmla="*/ 2147483646 w 402"/>
                <a:gd name="T9" fmla="*/ 2147483646 h 537"/>
                <a:gd name="T10" fmla="*/ 0 60000 65536"/>
                <a:gd name="T11" fmla="*/ 0 60000 65536"/>
                <a:gd name="T12" fmla="*/ 0 60000 65536"/>
                <a:gd name="T13" fmla="*/ 0 60000 65536"/>
                <a:gd name="T14" fmla="*/ 0 60000 65536"/>
                <a:gd name="T15" fmla="*/ 0 w 402"/>
                <a:gd name="T16" fmla="*/ 0 h 537"/>
                <a:gd name="T17" fmla="*/ 402 w 402"/>
                <a:gd name="T18" fmla="*/ 537 h 537"/>
              </a:gdLst>
              <a:ahLst/>
              <a:cxnLst>
                <a:cxn ang="T10">
                  <a:pos x="T0" y="T1"/>
                </a:cxn>
                <a:cxn ang="T11">
                  <a:pos x="T2" y="T3"/>
                </a:cxn>
                <a:cxn ang="T12">
                  <a:pos x="T4" y="T5"/>
                </a:cxn>
                <a:cxn ang="T13">
                  <a:pos x="T6" y="T7"/>
                </a:cxn>
                <a:cxn ang="T14">
                  <a:pos x="T8" y="T9"/>
                </a:cxn>
              </a:cxnLst>
              <a:rect l="T15" t="T16" r="T17" b="T18"/>
              <a:pathLst>
                <a:path w="402" h="537">
                  <a:moveTo>
                    <a:pt x="402" y="363"/>
                  </a:moveTo>
                  <a:lnTo>
                    <a:pt x="28" y="0"/>
                  </a:lnTo>
                  <a:lnTo>
                    <a:pt x="0" y="470"/>
                  </a:lnTo>
                  <a:lnTo>
                    <a:pt x="242" y="537"/>
                  </a:lnTo>
                  <a:lnTo>
                    <a:pt x="402" y="363"/>
                  </a:ln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7" name="Group 46">
              <a:extLst>
                <a:ext uri="{FF2B5EF4-FFF2-40B4-BE49-F238E27FC236}">
                  <a16:creationId xmlns:a16="http://schemas.microsoft.com/office/drawing/2014/main" id="{E7D7D88F-4A0B-CA29-CDB2-2FFDC9AE8E58}"/>
                </a:ext>
              </a:extLst>
            </p:cNvPr>
            <p:cNvGrpSpPr/>
            <p:nvPr/>
          </p:nvGrpSpPr>
          <p:grpSpPr>
            <a:xfrm>
              <a:off x="8737109" y="2942202"/>
              <a:ext cx="959348" cy="478062"/>
              <a:chOff x="3668110" y="2448910"/>
              <a:chExt cx="3794234" cy="2165130"/>
            </a:xfrm>
          </p:grpSpPr>
          <p:sp>
            <p:nvSpPr>
              <p:cNvPr id="48" name="Rectangle 47">
                <a:extLst>
                  <a:ext uri="{FF2B5EF4-FFF2-40B4-BE49-F238E27FC236}">
                    <a16:creationId xmlns:a16="http://schemas.microsoft.com/office/drawing/2014/main" id="{0749D5C6-FC82-5B98-D157-71B090709199}"/>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Freeform 48">
                <a:extLst>
                  <a:ext uri="{FF2B5EF4-FFF2-40B4-BE49-F238E27FC236}">
                    <a16:creationId xmlns:a16="http://schemas.microsoft.com/office/drawing/2014/main" id="{1340A560-7F01-906F-1F58-AF5F67A1B07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0" name="Group 49">
                <a:extLst>
                  <a:ext uri="{FF2B5EF4-FFF2-40B4-BE49-F238E27FC236}">
                    <a16:creationId xmlns:a16="http://schemas.microsoft.com/office/drawing/2014/main" id="{4F9B5E60-6DCA-0F6D-3DB1-B9CF326019E4}"/>
                  </a:ext>
                </a:extLst>
              </p:cNvPr>
              <p:cNvGrpSpPr/>
              <p:nvPr/>
            </p:nvGrpSpPr>
            <p:grpSpPr>
              <a:xfrm>
                <a:off x="3941378" y="2603243"/>
                <a:ext cx="3202061" cy="1066110"/>
                <a:chOff x="7939341" y="3037317"/>
                <a:chExt cx="897649" cy="353919"/>
              </a:xfrm>
            </p:grpSpPr>
            <p:sp>
              <p:nvSpPr>
                <p:cNvPr id="51" name="Freeform 50">
                  <a:extLst>
                    <a:ext uri="{FF2B5EF4-FFF2-40B4-BE49-F238E27FC236}">
                      <a16:creationId xmlns:a16="http://schemas.microsoft.com/office/drawing/2014/main" id="{010DF6E9-172F-3A22-7BE0-83A543B581E7}"/>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Freeform 51">
                  <a:extLst>
                    <a:ext uri="{FF2B5EF4-FFF2-40B4-BE49-F238E27FC236}">
                      <a16:creationId xmlns:a16="http://schemas.microsoft.com/office/drawing/2014/main" id="{8D3E1D4A-7A89-282E-3522-50F6798DB774}"/>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Freeform 52">
                  <a:extLst>
                    <a:ext uri="{FF2B5EF4-FFF2-40B4-BE49-F238E27FC236}">
                      <a16:creationId xmlns:a16="http://schemas.microsoft.com/office/drawing/2014/main" id="{F47D49A8-E052-FA2B-B0E0-83A77C7A808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53">
                  <a:extLst>
                    <a:ext uri="{FF2B5EF4-FFF2-40B4-BE49-F238E27FC236}">
                      <a16:creationId xmlns:a16="http://schemas.microsoft.com/office/drawing/2014/main" id="{4BF13C5E-79DE-C0B9-CD06-15E11A6919E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5" name="Freeform 2">
              <a:extLst>
                <a:ext uri="{FF2B5EF4-FFF2-40B4-BE49-F238E27FC236}">
                  <a16:creationId xmlns:a16="http://schemas.microsoft.com/office/drawing/2014/main" id="{AB2BDDD8-F1BF-459E-D180-52FC40CECA40}"/>
                </a:ext>
              </a:extLst>
            </p:cNvPr>
            <p:cNvSpPr>
              <a:spLocks/>
            </p:cNvSpPr>
            <p:nvPr/>
          </p:nvSpPr>
          <p:spPr bwMode="auto">
            <a:xfrm>
              <a:off x="5037145" y="1701796"/>
              <a:ext cx="4048125" cy="3833813"/>
            </a:xfrm>
            <a:custGeom>
              <a:avLst/>
              <a:gdLst>
                <a:gd name="T0" fmla="*/ 2147483646 w 2550"/>
                <a:gd name="T1" fmla="*/ 0 h 2415"/>
                <a:gd name="T2" fmla="*/ 2147483646 w 2550"/>
                <a:gd name="T3" fmla="*/ 0 h 2415"/>
                <a:gd name="T4" fmla="*/ 2147483646 w 2550"/>
                <a:gd name="T5" fmla="*/ 2147483646 h 2415"/>
                <a:gd name="T6" fmla="*/ 0 w 2550"/>
                <a:gd name="T7" fmla="*/ 2147483646 h 2415"/>
                <a:gd name="T8" fmla="*/ 0 60000 65536"/>
                <a:gd name="T9" fmla="*/ 0 60000 65536"/>
                <a:gd name="T10" fmla="*/ 0 60000 65536"/>
                <a:gd name="T11" fmla="*/ 0 60000 65536"/>
                <a:gd name="T12" fmla="*/ 0 w 2550"/>
                <a:gd name="T13" fmla="*/ 0 h 2415"/>
                <a:gd name="T14" fmla="*/ 2550 w 2550"/>
                <a:gd name="T15" fmla="*/ 2415 h 2415"/>
              </a:gdLst>
              <a:ahLst/>
              <a:cxnLst>
                <a:cxn ang="T8">
                  <a:pos x="T0" y="T1"/>
                </a:cxn>
                <a:cxn ang="T9">
                  <a:pos x="T2" y="T3"/>
                </a:cxn>
                <a:cxn ang="T10">
                  <a:pos x="T4" y="T5"/>
                </a:cxn>
                <a:cxn ang="T11">
                  <a:pos x="T6" y="T7"/>
                </a:cxn>
              </a:cxnLst>
              <a:rect l="T12" t="T13" r="T14" b="T15"/>
              <a:pathLst>
                <a:path w="2550" h="2415">
                  <a:moveTo>
                    <a:pt x="592" y="0"/>
                  </a:moveTo>
                  <a:lnTo>
                    <a:pt x="2544" y="0"/>
                  </a:lnTo>
                  <a:lnTo>
                    <a:pt x="2550" y="2415"/>
                  </a:lnTo>
                  <a:lnTo>
                    <a:pt x="0" y="2415"/>
                  </a:lnTo>
                </a:path>
              </a:pathLst>
            </a:cu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Freeform 10">
              <a:extLst>
                <a:ext uri="{FF2B5EF4-FFF2-40B4-BE49-F238E27FC236}">
                  <a16:creationId xmlns:a16="http://schemas.microsoft.com/office/drawing/2014/main" id="{EACDC6CE-95E2-ED2F-2873-690A972CB62A}"/>
                </a:ext>
              </a:extLst>
            </p:cNvPr>
            <p:cNvSpPr>
              <a:spLocks/>
            </p:cNvSpPr>
            <p:nvPr/>
          </p:nvSpPr>
          <p:spPr bwMode="auto">
            <a:xfrm>
              <a:off x="5087944" y="959945"/>
              <a:ext cx="360362" cy="1596219"/>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Line 25">
              <a:extLst>
                <a:ext uri="{FF2B5EF4-FFF2-40B4-BE49-F238E27FC236}">
                  <a16:creationId xmlns:a16="http://schemas.microsoft.com/office/drawing/2014/main" id="{1C5CA004-DB3C-73A3-2D4C-DCB0E4207639}"/>
                </a:ext>
              </a:extLst>
            </p:cNvPr>
            <p:cNvSpPr>
              <a:spLocks noChangeShapeType="1"/>
            </p:cNvSpPr>
            <p:nvPr/>
          </p:nvSpPr>
          <p:spPr bwMode="auto">
            <a:xfrm>
              <a:off x="3816356" y="1303334"/>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Line 27">
              <a:extLst>
                <a:ext uri="{FF2B5EF4-FFF2-40B4-BE49-F238E27FC236}">
                  <a16:creationId xmlns:a16="http://schemas.microsoft.com/office/drawing/2014/main" id="{D0428BA1-B7A3-5D35-037C-8EDBEBDD879E}"/>
                </a:ext>
              </a:extLst>
            </p:cNvPr>
            <p:cNvSpPr>
              <a:spLocks noChangeShapeType="1"/>
            </p:cNvSpPr>
            <p:nvPr/>
          </p:nvSpPr>
          <p:spPr bwMode="auto">
            <a:xfrm>
              <a:off x="3824294" y="1624009"/>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Line 28">
              <a:extLst>
                <a:ext uri="{FF2B5EF4-FFF2-40B4-BE49-F238E27FC236}">
                  <a16:creationId xmlns:a16="http://schemas.microsoft.com/office/drawing/2014/main" id="{B5D77FDB-E9C5-9B39-EBD3-9061BDE90FE8}"/>
                </a:ext>
              </a:extLst>
            </p:cNvPr>
            <p:cNvSpPr>
              <a:spLocks noChangeShapeType="1"/>
            </p:cNvSpPr>
            <p:nvPr/>
          </p:nvSpPr>
          <p:spPr bwMode="auto">
            <a:xfrm>
              <a:off x="3829056" y="1904996"/>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Line 29">
              <a:extLst>
                <a:ext uri="{FF2B5EF4-FFF2-40B4-BE49-F238E27FC236}">
                  <a16:creationId xmlns:a16="http://schemas.microsoft.com/office/drawing/2014/main" id="{B597A787-7280-5684-D7ED-7DD7F75C9F13}"/>
                </a:ext>
              </a:extLst>
            </p:cNvPr>
            <p:cNvSpPr>
              <a:spLocks noChangeShapeType="1"/>
            </p:cNvSpPr>
            <p:nvPr/>
          </p:nvSpPr>
          <p:spPr bwMode="auto">
            <a:xfrm>
              <a:off x="3829056" y="2181221"/>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1" name="Group 39">
              <a:extLst>
                <a:ext uri="{FF2B5EF4-FFF2-40B4-BE49-F238E27FC236}">
                  <a16:creationId xmlns:a16="http://schemas.microsoft.com/office/drawing/2014/main" id="{0A7F61EC-A1FA-3049-0539-A8BBEFAA0E15}"/>
                </a:ext>
              </a:extLst>
            </p:cNvPr>
            <p:cNvGrpSpPr>
              <a:grpSpLocks/>
            </p:cNvGrpSpPr>
            <p:nvPr/>
          </p:nvGrpSpPr>
          <p:grpSpPr bwMode="auto">
            <a:xfrm>
              <a:off x="2438406" y="1622421"/>
              <a:ext cx="1208088" cy="303213"/>
              <a:chOff x="501" y="1990"/>
              <a:chExt cx="761" cy="191"/>
            </a:xfrm>
          </p:grpSpPr>
          <p:sp>
            <p:nvSpPr>
              <p:cNvPr id="62" name="Rectangle 40">
                <a:extLst>
                  <a:ext uri="{FF2B5EF4-FFF2-40B4-BE49-F238E27FC236}">
                    <a16:creationId xmlns:a16="http://schemas.microsoft.com/office/drawing/2014/main" id="{537A190A-6716-67A2-DCD5-345D17112CC6}"/>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63" name="Rectangle 41">
                <a:extLst>
                  <a:ext uri="{FF2B5EF4-FFF2-40B4-BE49-F238E27FC236}">
                    <a16:creationId xmlns:a16="http://schemas.microsoft.com/office/drawing/2014/main" id="{8407B1B3-0686-771D-1CA5-BB470A8A897D}"/>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64" name="Rectangle 42">
                <a:extLst>
                  <a:ext uri="{FF2B5EF4-FFF2-40B4-BE49-F238E27FC236}">
                    <a16:creationId xmlns:a16="http://schemas.microsoft.com/office/drawing/2014/main" id="{4C29A134-4B49-3A76-56BC-6818F132D34F}"/>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65" name="Rectangle 43">
                <a:extLst>
                  <a:ext uri="{FF2B5EF4-FFF2-40B4-BE49-F238E27FC236}">
                    <a16:creationId xmlns:a16="http://schemas.microsoft.com/office/drawing/2014/main" id="{0E1DB245-C26B-25D0-7C4B-86D9E576EB70}"/>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66" name="Line 44">
                <a:extLst>
                  <a:ext uri="{FF2B5EF4-FFF2-40B4-BE49-F238E27FC236}">
                    <a16:creationId xmlns:a16="http://schemas.microsoft.com/office/drawing/2014/main" id="{D54E2D6F-8F57-86E0-9CF2-C69D509D8739}"/>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Line 45">
                <a:extLst>
                  <a:ext uri="{FF2B5EF4-FFF2-40B4-BE49-F238E27FC236}">
                    <a16:creationId xmlns:a16="http://schemas.microsoft.com/office/drawing/2014/main" id="{E6868998-49D6-3527-28BD-8354A1EB020B}"/>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8" name="Text Box 5">
              <a:extLst>
                <a:ext uri="{FF2B5EF4-FFF2-40B4-BE49-F238E27FC236}">
                  <a16:creationId xmlns:a16="http://schemas.microsoft.com/office/drawing/2014/main" id="{E737DD65-BC63-F1AE-E753-3B6B586BCB25}"/>
                </a:ext>
              </a:extLst>
            </p:cNvPr>
            <p:cNvSpPr txBox="1">
              <a:spLocks noChangeArrowheads="1"/>
            </p:cNvSpPr>
            <p:nvPr/>
          </p:nvSpPr>
          <p:spPr bwMode="auto">
            <a:xfrm>
              <a:off x="1614494" y="1250945"/>
              <a:ext cx="1120985" cy="37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srgbClr val="CC0000"/>
                  </a:solidFill>
                  <a:effectLst/>
                  <a:uLnTx/>
                  <a:uFillTx/>
                  <a:latin typeface="Arial" panose="020B0604020202020204" pitchFamily="34" charset="0"/>
                  <a:ea typeface="MS PGothic" panose="020B0600070205080204" pitchFamily="34" charset="-128"/>
                  <a:cs typeface="Arial" panose="020B0604020202020204" pitchFamily="34" charset="0"/>
                </a:rPr>
                <a:t>segment</a:t>
              </a:r>
            </a:p>
          </p:txBody>
        </p:sp>
        <p:grpSp>
          <p:nvGrpSpPr>
            <p:cNvPr id="69" name="Group 178">
              <a:extLst>
                <a:ext uri="{FF2B5EF4-FFF2-40B4-BE49-F238E27FC236}">
                  <a16:creationId xmlns:a16="http://schemas.microsoft.com/office/drawing/2014/main" id="{8C26BC31-B483-19AD-54BF-F11E2860D1A2}"/>
                </a:ext>
              </a:extLst>
            </p:cNvPr>
            <p:cNvGrpSpPr>
              <a:grpSpLocks/>
            </p:cNvGrpSpPr>
            <p:nvPr/>
          </p:nvGrpSpPr>
          <p:grpSpPr bwMode="auto">
            <a:xfrm>
              <a:off x="2755907" y="1290633"/>
              <a:ext cx="301625" cy="292100"/>
              <a:chOff x="1962" y="2058"/>
              <a:chExt cx="190" cy="184"/>
            </a:xfrm>
          </p:grpSpPr>
          <p:sp>
            <p:nvSpPr>
              <p:cNvPr id="70" name="Rectangle 47">
                <a:extLst>
                  <a:ext uri="{FF2B5EF4-FFF2-40B4-BE49-F238E27FC236}">
                    <a16:creationId xmlns:a16="http://schemas.microsoft.com/office/drawing/2014/main" id="{5D18B679-5FE5-CD2F-E639-593EC6099E13}"/>
                  </a:ext>
                </a:extLst>
              </p:cNvPr>
              <p:cNvSpPr>
                <a:spLocks noChangeArrowheads="1"/>
              </p:cNvSpPr>
              <p:nvPr/>
            </p:nvSpPr>
            <p:spPr bwMode="auto">
              <a:xfrm>
                <a:off x="1962" y="2075"/>
                <a:ext cx="177"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71" name="Rectangle 48">
                <a:extLst>
                  <a:ext uri="{FF2B5EF4-FFF2-40B4-BE49-F238E27FC236}">
                    <a16:creationId xmlns:a16="http://schemas.microsoft.com/office/drawing/2014/main" id="{7573D25F-3073-A712-B13E-1BA377A827F6}"/>
                  </a:ext>
                </a:extLst>
              </p:cNvPr>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grpSp>
        <p:sp>
          <p:nvSpPr>
            <p:cNvPr id="72" name="Text Box 4">
              <a:extLst>
                <a:ext uri="{FF2B5EF4-FFF2-40B4-BE49-F238E27FC236}">
                  <a16:creationId xmlns:a16="http://schemas.microsoft.com/office/drawing/2014/main" id="{938C94D0-8F64-FC0E-9763-6B4E82CC57E0}"/>
                </a:ext>
              </a:extLst>
            </p:cNvPr>
            <p:cNvSpPr txBox="1">
              <a:spLocks noChangeArrowheads="1"/>
            </p:cNvSpPr>
            <p:nvPr/>
          </p:nvSpPr>
          <p:spPr bwMode="auto">
            <a:xfrm>
              <a:off x="1414470" y="1590671"/>
              <a:ext cx="1205271" cy="37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srgbClr val="CC0000"/>
                  </a:solidFill>
                  <a:effectLst/>
                  <a:uLnTx/>
                  <a:uFillTx/>
                  <a:latin typeface="Arial" panose="020B0604020202020204" pitchFamily="34" charset="0"/>
                  <a:ea typeface="MS PGothic" panose="020B0600070205080204" pitchFamily="34" charset="-128"/>
                  <a:cs typeface="Arial" panose="020B0604020202020204" pitchFamily="34" charset="0"/>
                </a:rPr>
                <a:t>datagram</a:t>
              </a:r>
            </a:p>
          </p:txBody>
        </p:sp>
        <p:sp>
          <p:nvSpPr>
            <p:cNvPr id="73" name="Text Box 54">
              <a:extLst>
                <a:ext uri="{FF2B5EF4-FFF2-40B4-BE49-F238E27FC236}">
                  <a16:creationId xmlns:a16="http://schemas.microsoft.com/office/drawing/2014/main" id="{BDDF252A-D0E1-E3B3-E872-B158D5018125}"/>
                </a:ext>
              </a:extLst>
            </p:cNvPr>
            <p:cNvSpPr txBox="1">
              <a:spLocks noChangeArrowheads="1"/>
            </p:cNvSpPr>
            <p:nvPr/>
          </p:nvSpPr>
          <p:spPr bwMode="auto">
            <a:xfrm>
              <a:off x="2767019" y="4411659"/>
              <a:ext cx="1341612" cy="37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100" b="0" i="1" u="none" strike="noStrike" kern="1200" cap="none" spc="0" normalizeH="0" baseline="0" noProof="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destination</a:t>
              </a:r>
            </a:p>
          </p:txBody>
        </p:sp>
        <p:grpSp>
          <p:nvGrpSpPr>
            <p:cNvPr id="74" name="Group 64">
              <a:extLst>
                <a:ext uri="{FF2B5EF4-FFF2-40B4-BE49-F238E27FC236}">
                  <a16:creationId xmlns:a16="http://schemas.microsoft.com/office/drawing/2014/main" id="{CD2E5D1D-635F-ED02-1648-DE0443553F82}"/>
                </a:ext>
              </a:extLst>
            </p:cNvPr>
            <p:cNvGrpSpPr>
              <a:grpSpLocks/>
            </p:cNvGrpSpPr>
            <p:nvPr/>
          </p:nvGrpSpPr>
          <p:grpSpPr bwMode="auto">
            <a:xfrm>
              <a:off x="1371606" y="5781671"/>
              <a:ext cx="1479550" cy="303213"/>
              <a:chOff x="332" y="2224"/>
              <a:chExt cx="932" cy="191"/>
            </a:xfrm>
          </p:grpSpPr>
          <p:sp>
            <p:nvSpPr>
              <p:cNvPr id="75" name="Rectangle 65">
                <a:extLst>
                  <a:ext uri="{FF2B5EF4-FFF2-40B4-BE49-F238E27FC236}">
                    <a16:creationId xmlns:a16="http://schemas.microsoft.com/office/drawing/2014/main" id="{57C2935E-C5DF-BD2A-EEC3-7AD8A9EBEBF1}"/>
                  </a:ext>
                </a:extLst>
              </p:cNvPr>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76" name="Rectangle 66">
                <a:extLst>
                  <a:ext uri="{FF2B5EF4-FFF2-40B4-BE49-F238E27FC236}">
                    <a16:creationId xmlns:a16="http://schemas.microsoft.com/office/drawing/2014/main" id="{3A7A2F00-64EB-60E5-A804-ABE12AC565C7}"/>
                  </a:ext>
                </a:extLst>
              </p:cNvPr>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77" name="Rectangle 67">
                <a:extLst>
                  <a:ext uri="{FF2B5EF4-FFF2-40B4-BE49-F238E27FC236}">
                    <a16:creationId xmlns:a16="http://schemas.microsoft.com/office/drawing/2014/main" id="{359774AA-E9B2-6BE2-9EB4-D472992BBA81}"/>
                  </a:ext>
                </a:extLst>
              </p:cNvPr>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78" name="Rectangle 68">
                <a:extLst>
                  <a:ext uri="{FF2B5EF4-FFF2-40B4-BE49-F238E27FC236}">
                    <a16:creationId xmlns:a16="http://schemas.microsoft.com/office/drawing/2014/main" id="{665FFDEE-F4E5-CF68-0E0B-ABA6D32195A1}"/>
                  </a:ext>
                </a:extLst>
              </p:cNvPr>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a:t>
                </a:r>
              </a:p>
            </p:txBody>
          </p:sp>
          <p:sp>
            <p:nvSpPr>
              <p:cNvPr id="79" name="Rectangle 69">
                <a:extLst>
                  <a:ext uri="{FF2B5EF4-FFF2-40B4-BE49-F238E27FC236}">
                    <a16:creationId xmlns:a16="http://schemas.microsoft.com/office/drawing/2014/main" id="{8E38D12B-C0EB-2DEF-1867-956F156C4F27}"/>
                  </a:ext>
                </a:extLst>
              </p:cNvPr>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80" name="Line 70">
                <a:extLst>
                  <a:ext uri="{FF2B5EF4-FFF2-40B4-BE49-F238E27FC236}">
                    <a16:creationId xmlns:a16="http://schemas.microsoft.com/office/drawing/2014/main" id="{ECEAD10F-404D-D2D4-3C41-5A5D1F1D39EF}"/>
                  </a:ext>
                </a:extLst>
              </p:cNvPr>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Line 71">
                <a:extLst>
                  <a:ext uri="{FF2B5EF4-FFF2-40B4-BE49-F238E27FC236}">
                    <a16:creationId xmlns:a16="http://schemas.microsoft.com/office/drawing/2014/main" id="{D3659E8F-04D7-B772-A4FD-A8F646F86197}"/>
                  </a:ext>
                </a:extLst>
              </p:cNvPr>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Line 72">
                <a:extLst>
                  <a:ext uri="{FF2B5EF4-FFF2-40B4-BE49-F238E27FC236}">
                    <a16:creationId xmlns:a16="http://schemas.microsoft.com/office/drawing/2014/main" id="{8583F297-8DCF-5586-576B-94219DC32465}"/>
                  </a:ext>
                </a:extLst>
              </p:cNvPr>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3" name="Group 73">
              <a:extLst>
                <a:ext uri="{FF2B5EF4-FFF2-40B4-BE49-F238E27FC236}">
                  <a16:creationId xmlns:a16="http://schemas.microsoft.com/office/drawing/2014/main" id="{C3EFC0BE-44A6-6C74-F13E-DA968497350B}"/>
                </a:ext>
              </a:extLst>
            </p:cNvPr>
            <p:cNvGrpSpPr>
              <a:grpSpLocks/>
            </p:cNvGrpSpPr>
            <p:nvPr/>
          </p:nvGrpSpPr>
          <p:grpSpPr bwMode="auto">
            <a:xfrm>
              <a:off x="1639895" y="5483221"/>
              <a:ext cx="1208087" cy="303213"/>
              <a:chOff x="501" y="1990"/>
              <a:chExt cx="761" cy="191"/>
            </a:xfrm>
          </p:grpSpPr>
          <p:sp>
            <p:nvSpPr>
              <p:cNvPr id="84" name="Rectangle 74">
                <a:extLst>
                  <a:ext uri="{FF2B5EF4-FFF2-40B4-BE49-F238E27FC236}">
                    <a16:creationId xmlns:a16="http://schemas.microsoft.com/office/drawing/2014/main" id="{E4335939-A334-AD22-9E44-672C805A7628}"/>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5" name="Rectangle 75">
                <a:extLst>
                  <a:ext uri="{FF2B5EF4-FFF2-40B4-BE49-F238E27FC236}">
                    <a16:creationId xmlns:a16="http://schemas.microsoft.com/office/drawing/2014/main" id="{E0A52560-C20A-209D-AE87-0FA387D0C075}"/>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86" name="Rectangle 76">
                <a:extLst>
                  <a:ext uri="{FF2B5EF4-FFF2-40B4-BE49-F238E27FC236}">
                    <a16:creationId xmlns:a16="http://schemas.microsoft.com/office/drawing/2014/main" id="{AAA4B024-AD13-737A-9BA9-597443E7010A}"/>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87" name="Rectangle 77">
                <a:extLst>
                  <a:ext uri="{FF2B5EF4-FFF2-40B4-BE49-F238E27FC236}">
                    <a16:creationId xmlns:a16="http://schemas.microsoft.com/office/drawing/2014/main" id="{DC687B02-30E8-E700-902B-3050A51A9C8D}"/>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88" name="Line 78">
                <a:extLst>
                  <a:ext uri="{FF2B5EF4-FFF2-40B4-BE49-F238E27FC236}">
                    <a16:creationId xmlns:a16="http://schemas.microsoft.com/office/drawing/2014/main" id="{9AECDBF2-EC34-EC69-8A92-5DF0903887B2}"/>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Line 79">
                <a:extLst>
                  <a:ext uri="{FF2B5EF4-FFF2-40B4-BE49-F238E27FC236}">
                    <a16:creationId xmlns:a16="http://schemas.microsoft.com/office/drawing/2014/main" id="{CC496709-B1E9-6C3E-1F1E-843413812236}"/>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0" name="Group 80">
              <a:extLst>
                <a:ext uri="{FF2B5EF4-FFF2-40B4-BE49-F238E27FC236}">
                  <a16:creationId xmlns:a16="http://schemas.microsoft.com/office/drawing/2014/main" id="{159351A0-A260-4E74-B0E4-69CE1FEED395}"/>
                </a:ext>
              </a:extLst>
            </p:cNvPr>
            <p:cNvGrpSpPr>
              <a:grpSpLocks/>
            </p:cNvGrpSpPr>
            <p:nvPr/>
          </p:nvGrpSpPr>
          <p:grpSpPr bwMode="auto">
            <a:xfrm>
              <a:off x="1943106" y="5175246"/>
              <a:ext cx="890588" cy="303213"/>
              <a:chOff x="645" y="1734"/>
              <a:chExt cx="561" cy="191"/>
            </a:xfrm>
          </p:grpSpPr>
          <p:sp>
            <p:nvSpPr>
              <p:cNvPr id="91" name="Rectangle 81">
                <a:extLst>
                  <a:ext uri="{FF2B5EF4-FFF2-40B4-BE49-F238E27FC236}">
                    <a16:creationId xmlns:a16="http://schemas.microsoft.com/office/drawing/2014/main" id="{C03E245F-939E-9DBE-85D2-7F472FD2AEDC}"/>
                  </a:ext>
                </a:extLst>
              </p:cNvPr>
              <p:cNvSpPr>
                <a:spLocks noChangeArrowheads="1"/>
              </p:cNvSpPr>
              <p:nvPr/>
            </p:nvSpPr>
            <p:spPr bwMode="auto">
              <a:xfrm>
                <a:off x="645" y="1751"/>
                <a:ext cx="48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2" name="Rectangle 82">
                <a:extLst>
                  <a:ext uri="{FF2B5EF4-FFF2-40B4-BE49-F238E27FC236}">
                    <a16:creationId xmlns:a16="http://schemas.microsoft.com/office/drawing/2014/main" id="{5EAD37E4-72E0-07A1-9A09-31DD12CDEC12}"/>
                  </a:ext>
                </a:extLst>
              </p:cNvPr>
              <p:cNvSpPr>
                <a:spLocks noChangeArrowheads="1"/>
              </p:cNvSpPr>
              <p:nvPr/>
            </p:nvSpPr>
            <p:spPr bwMode="auto">
              <a:xfrm>
                <a:off x="648" y="173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93" name="Rectangle 83">
                <a:extLst>
                  <a:ext uri="{FF2B5EF4-FFF2-40B4-BE49-F238E27FC236}">
                    <a16:creationId xmlns:a16="http://schemas.microsoft.com/office/drawing/2014/main" id="{8005DC11-9D43-8D49-7EC4-92FDFF1F55A2}"/>
                  </a:ext>
                </a:extLst>
              </p:cNvPr>
              <p:cNvSpPr>
                <a:spLocks noChangeArrowheads="1"/>
              </p:cNvSpPr>
              <p:nvPr/>
            </p:nvSpPr>
            <p:spPr bwMode="auto">
              <a:xfrm>
                <a:off x="778" y="173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94" name="Line 84">
                <a:extLst>
                  <a:ext uri="{FF2B5EF4-FFF2-40B4-BE49-F238E27FC236}">
                    <a16:creationId xmlns:a16="http://schemas.microsoft.com/office/drawing/2014/main" id="{CC101D77-983D-F44E-EE5C-588E0E2EC2B6}"/>
                  </a:ext>
                </a:extLst>
              </p:cNvPr>
              <p:cNvSpPr>
                <a:spLocks noChangeShapeType="1"/>
              </p:cNvSpPr>
              <p:nvPr/>
            </p:nvSpPr>
            <p:spPr bwMode="auto">
              <a:xfrm>
                <a:off x="824" y="175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5" name="Group 85">
              <a:extLst>
                <a:ext uri="{FF2B5EF4-FFF2-40B4-BE49-F238E27FC236}">
                  <a16:creationId xmlns:a16="http://schemas.microsoft.com/office/drawing/2014/main" id="{89C7F1DE-0774-B821-5F97-FCDA67BE6DDA}"/>
                </a:ext>
              </a:extLst>
            </p:cNvPr>
            <p:cNvGrpSpPr>
              <a:grpSpLocks/>
            </p:cNvGrpSpPr>
            <p:nvPr/>
          </p:nvGrpSpPr>
          <p:grpSpPr bwMode="auto">
            <a:xfrm>
              <a:off x="2149481" y="4864096"/>
              <a:ext cx="679450" cy="301625"/>
              <a:chOff x="780" y="1553"/>
              <a:chExt cx="428" cy="190"/>
            </a:xfrm>
          </p:grpSpPr>
          <p:sp>
            <p:nvSpPr>
              <p:cNvPr id="96" name="Rectangle 86">
                <a:extLst>
                  <a:ext uri="{FF2B5EF4-FFF2-40B4-BE49-F238E27FC236}">
                    <a16:creationId xmlns:a16="http://schemas.microsoft.com/office/drawing/2014/main" id="{A3E0DF81-3E8B-07B5-9CAA-283AE96B0D00}"/>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7" name="Rectangle 87">
                <a:extLst>
                  <a:ext uri="{FF2B5EF4-FFF2-40B4-BE49-F238E27FC236}">
                    <a16:creationId xmlns:a16="http://schemas.microsoft.com/office/drawing/2014/main" id="{8336D46F-B591-1DDF-0718-4D807EDB095B}"/>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98" name="Line 91">
              <a:extLst>
                <a:ext uri="{FF2B5EF4-FFF2-40B4-BE49-F238E27FC236}">
                  <a16:creationId xmlns:a16="http://schemas.microsoft.com/office/drawing/2014/main" id="{20817D5C-B6F2-FF11-8E41-DF0B83322772}"/>
                </a:ext>
              </a:extLst>
            </p:cNvPr>
            <p:cNvSpPr>
              <a:spLocks noChangeShapeType="1"/>
            </p:cNvSpPr>
            <p:nvPr/>
          </p:nvSpPr>
          <p:spPr bwMode="auto">
            <a:xfrm>
              <a:off x="6916745" y="4806946"/>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Line 93">
              <a:extLst>
                <a:ext uri="{FF2B5EF4-FFF2-40B4-BE49-F238E27FC236}">
                  <a16:creationId xmlns:a16="http://schemas.microsoft.com/office/drawing/2014/main" id="{8CF1A363-3799-4A16-0216-2597963FE74B}"/>
                </a:ext>
              </a:extLst>
            </p:cNvPr>
            <p:cNvSpPr>
              <a:spLocks noChangeShapeType="1"/>
            </p:cNvSpPr>
            <p:nvPr/>
          </p:nvSpPr>
          <p:spPr bwMode="auto">
            <a:xfrm>
              <a:off x="6924682" y="5127621"/>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Rectangle 96">
              <a:extLst>
                <a:ext uri="{FF2B5EF4-FFF2-40B4-BE49-F238E27FC236}">
                  <a16:creationId xmlns:a16="http://schemas.microsoft.com/office/drawing/2014/main" id="{3DCE2500-CA4E-6DE1-A8E5-E5A1C9191221}"/>
                </a:ext>
              </a:extLst>
            </p:cNvPr>
            <p:cNvSpPr>
              <a:spLocks noChangeArrowheads="1"/>
            </p:cNvSpPr>
            <p:nvPr/>
          </p:nvSpPr>
          <p:spPr bwMode="auto">
            <a:xfrm>
              <a:off x="7083433" y="2597147"/>
              <a:ext cx="1273175" cy="655638"/>
            </a:xfrm>
            <a:prstGeom prst="rect">
              <a:avLst/>
            </a:prstGeom>
            <a:solidFill>
              <a:schemeClr val="bg1"/>
            </a:solidFill>
            <a:ln w="28575">
              <a:solidFill>
                <a:schemeClr val="tx1"/>
              </a:solidFill>
              <a:miter lim="800000"/>
              <a:headEnd/>
              <a:tailEnd/>
            </a:ln>
            <a:effectLst>
              <a:outerShdw blurRad="50800" dist="38100" dir="18900000" sx="102000" sy="102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01" name="Line 97">
              <a:extLst>
                <a:ext uri="{FF2B5EF4-FFF2-40B4-BE49-F238E27FC236}">
                  <a16:creationId xmlns:a16="http://schemas.microsoft.com/office/drawing/2014/main" id="{5B888D48-730A-A8AF-08E6-A990960FE6F8}"/>
                </a:ext>
              </a:extLst>
            </p:cNvPr>
            <p:cNvSpPr>
              <a:spLocks noChangeShapeType="1"/>
            </p:cNvSpPr>
            <p:nvPr/>
          </p:nvSpPr>
          <p:spPr bwMode="auto">
            <a:xfrm>
              <a:off x="7083433" y="2914647"/>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02" name="Group 115">
              <a:extLst>
                <a:ext uri="{FF2B5EF4-FFF2-40B4-BE49-F238E27FC236}">
                  <a16:creationId xmlns:a16="http://schemas.microsoft.com/office/drawing/2014/main" id="{F40AE6C4-389D-1CF8-9943-D115449332B5}"/>
                </a:ext>
              </a:extLst>
            </p:cNvPr>
            <p:cNvGrpSpPr>
              <a:grpSpLocks/>
            </p:cNvGrpSpPr>
            <p:nvPr/>
          </p:nvGrpSpPr>
          <p:grpSpPr bwMode="auto">
            <a:xfrm>
              <a:off x="5457831" y="4800596"/>
              <a:ext cx="1479550" cy="303213"/>
              <a:chOff x="332" y="2224"/>
              <a:chExt cx="932" cy="191"/>
            </a:xfrm>
          </p:grpSpPr>
          <p:sp>
            <p:nvSpPr>
              <p:cNvPr id="103" name="Rectangle 116">
                <a:extLst>
                  <a:ext uri="{FF2B5EF4-FFF2-40B4-BE49-F238E27FC236}">
                    <a16:creationId xmlns:a16="http://schemas.microsoft.com/office/drawing/2014/main" id="{5F0EEC55-A28B-EEA7-CFBC-9ACA313210F5}"/>
                  </a:ext>
                </a:extLst>
              </p:cNvPr>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04" name="Rectangle 117">
                <a:extLst>
                  <a:ext uri="{FF2B5EF4-FFF2-40B4-BE49-F238E27FC236}">
                    <a16:creationId xmlns:a16="http://schemas.microsoft.com/office/drawing/2014/main" id="{5F8A5A9A-517F-FDD8-A7F0-286D6ED60971}"/>
                  </a:ext>
                </a:extLst>
              </p:cNvPr>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105" name="Rectangle 118">
                <a:extLst>
                  <a:ext uri="{FF2B5EF4-FFF2-40B4-BE49-F238E27FC236}">
                    <a16:creationId xmlns:a16="http://schemas.microsoft.com/office/drawing/2014/main" id="{C9E58B83-E50B-A89F-4030-E95BBC3BC6BC}"/>
                  </a:ext>
                </a:extLst>
              </p:cNvPr>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106" name="Rectangle 119">
                <a:extLst>
                  <a:ext uri="{FF2B5EF4-FFF2-40B4-BE49-F238E27FC236}">
                    <a16:creationId xmlns:a16="http://schemas.microsoft.com/office/drawing/2014/main" id="{CDBDBE09-10A5-B1D9-E6A6-829245C3699D}"/>
                  </a:ext>
                </a:extLst>
              </p:cNvPr>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a:t>
                </a:r>
              </a:p>
            </p:txBody>
          </p:sp>
          <p:sp>
            <p:nvSpPr>
              <p:cNvPr id="107" name="Rectangle 120">
                <a:extLst>
                  <a:ext uri="{FF2B5EF4-FFF2-40B4-BE49-F238E27FC236}">
                    <a16:creationId xmlns:a16="http://schemas.microsoft.com/office/drawing/2014/main" id="{EA7DBE3E-9AAB-68C1-4199-5D116A80E282}"/>
                  </a:ext>
                </a:extLst>
              </p:cNvPr>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108" name="Line 121">
                <a:extLst>
                  <a:ext uri="{FF2B5EF4-FFF2-40B4-BE49-F238E27FC236}">
                    <a16:creationId xmlns:a16="http://schemas.microsoft.com/office/drawing/2014/main" id="{91297EA4-1427-8842-7907-8719793C00A2}"/>
                  </a:ext>
                </a:extLst>
              </p:cNvPr>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Line 122">
                <a:extLst>
                  <a:ext uri="{FF2B5EF4-FFF2-40B4-BE49-F238E27FC236}">
                    <a16:creationId xmlns:a16="http://schemas.microsoft.com/office/drawing/2014/main" id="{2635EE9F-C129-658A-685D-8D7F6BD034D0}"/>
                  </a:ext>
                </a:extLst>
              </p:cNvPr>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Line 123">
                <a:extLst>
                  <a:ext uri="{FF2B5EF4-FFF2-40B4-BE49-F238E27FC236}">
                    <a16:creationId xmlns:a16="http://schemas.microsoft.com/office/drawing/2014/main" id="{62104B75-D009-8191-5666-00DA6BAB31D3}"/>
                  </a:ext>
                </a:extLst>
              </p:cNvPr>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1" name="Group 124">
              <a:extLst>
                <a:ext uri="{FF2B5EF4-FFF2-40B4-BE49-F238E27FC236}">
                  <a16:creationId xmlns:a16="http://schemas.microsoft.com/office/drawing/2014/main" id="{0A0F673F-2FCC-62F0-530B-9EC893624496}"/>
                </a:ext>
              </a:extLst>
            </p:cNvPr>
            <p:cNvGrpSpPr>
              <a:grpSpLocks/>
            </p:cNvGrpSpPr>
            <p:nvPr/>
          </p:nvGrpSpPr>
          <p:grpSpPr bwMode="auto">
            <a:xfrm>
              <a:off x="5716595" y="4494208"/>
              <a:ext cx="1208087" cy="303212"/>
              <a:chOff x="501" y="1990"/>
              <a:chExt cx="761" cy="191"/>
            </a:xfrm>
          </p:grpSpPr>
          <p:sp>
            <p:nvSpPr>
              <p:cNvPr id="112" name="Rectangle 125">
                <a:extLst>
                  <a:ext uri="{FF2B5EF4-FFF2-40B4-BE49-F238E27FC236}">
                    <a16:creationId xmlns:a16="http://schemas.microsoft.com/office/drawing/2014/main" id="{6A9E7C69-AB4F-75D1-5B6B-E45F7C4CA88F}"/>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13" name="Rectangle 126">
                <a:extLst>
                  <a:ext uri="{FF2B5EF4-FFF2-40B4-BE49-F238E27FC236}">
                    <a16:creationId xmlns:a16="http://schemas.microsoft.com/office/drawing/2014/main" id="{96CDE789-5122-824A-E369-945CAC4DD263}"/>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114" name="Rectangle 127">
                <a:extLst>
                  <a:ext uri="{FF2B5EF4-FFF2-40B4-BE49-F238E27FC236}">
                    <a16:creationId xmlns:a16="http://schemas.microsoft.com/office/drawing/2014/main" id="{314B30B4-6AD2-AB28-369D-F795D183AA2F}"/>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115" name="Rectangle 128">
                <a:extLst>
                  <a:ext uri="{FF2B5EF4-FFF2-40B4-BE49-F238E27FC236}">
                    <a16:creationId xmlns:a16="http://schemas.microsoft.com/office/drawing/2014/main" id="{5C6A16E9-0652-0D70-3262-5CBD12158A84}"/>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116" name="Line 129">
                <a:extLst>
                  <a:ext uri="{FF2B5EF4-FFF2-40B4-BE49-F238E27FC236}">
                    <a16:creationId xmlns:a16="http://schemas.microsoft.com/office/drawing/2014/main" id="{05513374-1071-4D25-1E9C-B1F65FBF6542}"/>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Line 130">
                <a:extLst>
                  <a:ext uri="{FF2B5EF4-FFF2-40B4-BE49-F238E27FC236}">
                    <a16:creationId xmlns:a16="http://schemas.microsoft.com/office/drawing/2014/main" id="{66920311-FA55-2039-4FBD-927CE574EFE9}"/>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8" name="Group 140">
              <a:extLst>
                <a:ext uri="{FF2B5EF4-FFF2-40B4-BE49-F238E27FC236}">
                  <a16:creationId xmlns:a16="http://schemas.microsoft.com/office/drawing/2014/main" id="{C34DBA06-2F4B-D8F3-0CA4-67E2E5F1FF62}"/>
                </a:ext>
              </a:extLst>
            </p:cNvPr>
            <p:cNvGrpSpPr>
              <a:grpSpLocks/>
            </p:cNvGrpSpPr>
            <p:nvPr/>
          </p:nvGrpSpPr>
          <p:grpSpPr bwMode="auto">
            <a:xfrm>
              <a:off x="8488370" y="4860921"/>
              <a:ext cx="1208087" cy="303213"/>
              <a:chOff x="501" y="1990"/>
              <a:chExt cx="761" cy="191"/>
            </a:xfrm>
          </p:grpSpPr>
          <p:sp>
            <p:nvSpPr>
              <p:cNvPr id="119" name="Rectangle 141">
                <a:extLst>
                  <a:ext uri="{FF2B5EF4-FFF2-40B4-BE49-F238E27FC236}">
                    <a16:creationId xmlns:a16="http://schemas.microsoft.com/office/drawing/2014/main" id="{5CE59BBC-7D43-3051-195D-447B0EB29E76}"/>
                  </a:ext>
                </a:extLst>
              </p:cNvPr>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20" name="Rectangle 142">
                <a:extLst>
                  <a:ext uri="{FF2B5EF4-FFF2-40B4-BE49-F238E27FC236}">
                    <a16:creationId xmlns:a16="http://schemas.microsoft.com/office/drawing/2014/main" id="{44A9FC41-396F-7A05-41BE-8F9D15A6CCB2}"/>
                  </a:ext>
                </a:extLst>
              </p:cNvPr>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121" name="Rectangle 143">
                <a:extLst>
                  <a:ext uri="{FF2B5EF4-FFF2-40B4-BE49-F238E27FC236}">
                    <a16:creationId xmlns:a16="http://schemas.microsoft.com/office/drawing/2014/main" id="{F2F7F823-5F6B-1836-A389-C8DF88003F73}"/>
                  </a:ext>
                </a:extLst>
              </p:cNvPr>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122" name="Rectangle 144">
                <a:extLst>
                  <a:ext uri="{FF2B5EF4-FFF2-40B4-BE49-F238E27FC236}">
                    <a16:creationId xmlns:a16="http://schemas.microsoft.com/office/drawing/2014/main" id="{031A64F0-06E3-2F83-1C8F-C886D6AAD2F4}"/>
                  </a:ext>
                </a:extLst>
              </p:cNvPr>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123" name="Line 145">
                <a:extLst>
                  <a:ext uri="{FF2B5EF4-FFF2-40B4-BE49-F238E27FC236}">
                    <a16:creationId xmlns:a16="http://schemas.microsoft.com/office/drawing/2014/main" id="{8B25222C-F3F6-0CA1-E990-72A9D94A5EF9}"/>
                  </a:ext>
                </a:extLst>
              </p:cNvPr>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Line 146">
                <a:extLst>
                  <a:ext uri="{FF2B5EF4-FFF2-40B4-BE49-F238E27FC236}">
                    <a16:creationId xmlns:a16="http://schemas.microsoft.com/office/drawing/2014/main" id="{1703EEDC-5B78-7AF9-E592-FBE2FD477CA8}"/>
                  </a:ext>
                </a:extLst>
              </p:cNvPr>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5" name="Group 156">
              <a:extLst>
                <a:ext uri="{FF2B5EF4-FFF2-40B4-BE49-F238E27FC236}">
                  <a16:creationId xmlns:a16="http://schemas.microsoft.com/office/drawing/2014/main" id="{C9FAE392-DC27-81E7-2EB0-454D07AF2A9A}"/>
                </a:ext>
              </a:extLst>
            </p:cNvPr>
            <p:cNvGrpSpPr>
              <a:grpSpLocks/>
            </p:cNvGrpSpPr>
            <p:nvPr/>
          </p:nvGrpSpPr>
          <p:grpSpPr bwMode="auto">
            <a:xfrm>
              <a:off x="2157419" y="1919283"/>
              <a:ext cx="1479550" cy="303212"/>
              <a:chOff x="332" y="2224"/>
              <a:chExt cx="932" cy="191"/>
            </a:xfrm>
          </p:grpSpPr>
          <p:sp>
            <p:nvSpPr>
              <p:cNvPr id="126" name="Rectangle 157">
                <a:extLst>
                  <a:ext uri="{FF2B5EF4-FFF2-40B4-BE49-F238E27FC236}">
                    <a16:creationId xmlns:a16="http://schemas.microsoft.com/office/drawing/2014/main" id="{3D75A2F0-46CD-F700-D596-243E2062D256}"/>
                  </a:ext>
                </a:extLst>
              </p:cNvPr>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27" name="Rectangle 158">
                <a:extLst>
                  <a:ext uri="{FF2B5EF4-FFF2-40B4-BE49-F238E27FC236}">
                    <a16:creationId xmlns:a16="http://schemas.microsoft.com/office/drawing/2014/main" id="{9B688469-4113-5BA8-1704-0CF9872D949A}"/>
                  </a:ext>
                </a:extLst>
              </p:cNvPr>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128" name="Rectangle 159">
                <a:extLst>
                  <a:ext uri="{FF2B5EF4-FFF2-40B4-BE49-F238E27FC236}">
                    <a16:creationId xmlns:a16="http://schemas.microsoft.com/office/drawing/2014/main" id="{9BFFAEBE-C653-55DA-D5E6-D470199A3A52}"/>
                  </a:ext>
                </a:extLst>
              </p:cNvPr>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sp>
            <p:nvSpPr>
              <p:cNvPr id="129" name="Rectangle 160">
                <a:extLst>
                  <a:ext uri="{FF2B5EF4-FFF2-40B4-BE49-F238E27FC236}">
                    <a16:creationId xmlns:a16="http://schemas.microsoft.com/office/drawing/2014/main" id="{83B80BA1-0D1C-FE96-20CE-66062AE965B5}"/>
                  </a:ext>
                </a:extLst>
              </p:cNvPr>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a:t>
                </a:r>
              </a:p>
            </p:txBody>
          </p:sp>
          <p:sp>
            <p:nvSpPr>
              <p:cNvPr id="130" name="Rectangle 161">
                <a:extLst>
                  <a:ext uri="{FF2B5EF4-FFF2-40B4-BE49-F238E27FC236}">
                    <a16:creationId xmlns:a16="http://schemas.microsoft.com/office/drawing/2014/main" id="{1BD33AEA-3400-E1A0-4107-F952A882EE72}"/>
                  </a:ext>
                </a:extLst>
              </p:cNvPr>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sp>
            <p:nvSpPr>
              <p:cNvPr id="131" name="Line 162">
                <a:extLst>
                  <a:ext uri="{FF2B5EF4-FFF2-40B4-BE49-F238E27FC236}">
                    <a16:creationId xmlns:a16="http://schemas.microsoft.com/office/drawing/2014/main" id="{9E3D6E5F-74AF-E08A-B80C-F7A194BBDECF}"/>
                  </a:ext>
                </a:extLst>
              </p:cNvPr>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Line 163">
                <a:extLst>
                  <a:ext uri="{FF2B5EF4-FFF2-40B4-BE49-F238E27FC236}">
                    <a16:creationId xmlns:a16="http://schemas.microsoft.com/office/drawing/2014/main" id="{4C1B772F-585E-2F3A-6477-4D9D84CFB48B}"/>
                  </a:ext>
                </a:extLst>
              </p:cNvPr>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Line 164">
                <a:extLst>
                  <a:ext uri="{FF2B5EF4-FFF2-40B4-BE49-F238E27FC236}">
                    <a16:creationId xmlns:a16="http://schemas.microsoft.com/office/drawing/2014/main" id="{F59586CB-4498-8F5A-F25A-FC7C24C23D48}"/>
                  </a:ext>
                </a:extLst>
              </p:cNvPr>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Text Box 166">
              <a:extLst>
                <a:ext uri="{FF2B5EF4-FFF2-40B4-BE49-F238E27FC236}">
                  <a16:creationId xmlns:a16="http://schemas.microsoft.com/office/drawing/2014/main" id="{A36820F9-486A-7F7C-6E87-37E3B11810E4}"/>
                </a:ext>
              </a:extLst>
            </p:cNvPr>
            <p:cNvSpPr txBox="1">
              <a:spLocks noChangeArrowheads="1"/>
            </p:cNvSpPr>
            <p:nvPr/>
          </p:nvSpPr>
          <p:spPr bwMode="auto">
            <a:xfrm>
              <a:off x="9140831" y="5665783"/>
              <a:ext cx="848300" cy="37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router</a:t>
              </a:r>
            </a:p>
          </p:txBody>
        </p:sp>
        <p:sp>
          <p:nvSpPr>
            <p:cNvPr id="135" name="Text Box 167">
              <a:extLst>
                <a:ext uri="{FF2B5EF4-FFF2-40B4-BE49-F238E27FC236}">
                  <a16:creationId xmlns:a16="http://schemas.microsoft.com/office/drawing/2014/main" id="{3E4DFEAB-DEBB-10A1-2E3A-61AFF1486120}"/>
                </a:ext>
              </a:extLst>
            </p:cNvPr>
            <p:cNvSpPr txBox="1">
              <a:spLocks noChangeArrowheads="1"/>
            </p:cNvSpPr>
            <p:nvPr/>
          </p:nvSpPr>
          <p:spPr bwMode="auto">
            <a:xfrm>
              <a:off x="9155120" y="3386662"/>
              <a:ext cx="853258" cy="37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switch</a:t>
              </a:r>
            </a:p>
          </p:txBody>
        </p:sp>
        <p:sp>
          <p:nvSpPr>
            <p:cNvPr id="136" name="Text Box 174">
              <a:extLst>
                <a:ext uri="{FF2B5EF4-FFF2-40B4-BE49-F238E27FC236}">
                  <a16:creationId xmlns:a16="http://schemas.microsoft.com/office/drawing/2014/main" id="{54751D82-27B7-BAC0-0647-1DC9CBBE750E}"/>
                </a:ext>
              </a:extLst>
            </p:cNvPr>
            <p:cNvSpPr txBox="1">
              <a:spLocks noChangeArrowheads="1"/>
            </p:cNvSpPr>
            <p:nvPr/>
          </p:nvSpPr>
          <p:spPr bwMode="auto">
            <a:xfrm>
              <a:off x="1922469" y="946145"/>
              <a:ext cx="1170565" cy="37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srgbClr val="CC0000"/>
                  </a:solidFill>
                  <a:effectLst/>
                  <a:uLnTx/>
                  <a:uFillTx/>
                  <a:latin typeface="Arial" panose="020B0604020202020204" pitchFamily="34" charset="0"/>
                  <a:ea typeface="MS PGothic" panose="020B0600070205080204" pitchFamily="34" charset="-128"/>
                  <a:cs typeface="Arial" panose="020B0604020202020204" pitchFamily="34" charset="0"/>
                </a:rPr>
                <a:t>message</a:t>
              </a:r>
            </a:p>
          </p:txBody>
        </p:sp>
        <p:grpSp>
          <p:nvGrpSpPr>
            <p:cNvPr id="137" name="Group 175">
              <a:extLst>
                <a:ext uri="{FF2B5EF4-FFF2-40B4-BE49-F238E27FC236}">
                  <a16:creationId xmlns:a16="http://schemas.microsoft.com/office/drawing/2014/main" id="{3C4E9FD7-9555-B59C-571E-D72E4EE3A253}"/>
                </a:ext>
              </a:extLst>
            </p:cNvPr>
            <p:cNvGrpSpPr>
              <a:grpSpLocks/>
            </p:cNvGrpSpPr>
            <p:nvPr/>
          </p:nvGrpSpPr>
          <p:grpSpPr bwMode="auto">
            <a:xfrm>
              <a:off x="2982919" y="973134"/>
              <a:ext cx="679450" cy="301625"/>
              <a:chOff x="780" y="1553"/>
              <a:chExt cx="428" cy="190"/>
            </a:xfrm>
          </p:grpSpPr>
          <p:sp>
            <p:nvSpPr>
              <p:cNvPr id="138" name="Rectangle 176">
                <a:extLst>
                  <a:ext uri="{FF2B5EF4-FFF2-40B4-BE49-F238E27FC236}">
                    <a16:creationId xmlns:a16="http://schemas.microsoft.com/office/drawing/2014/main" id="{F93AD72E-113A-A7F8-FB75-583EC028AFEB}"/>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9" name="Rectangle 177">
                <a:extLst>
                  <a:ext uri="{FF2B5EF4-FFF2-40B4-BE49-F238E27FC236}">
                    <a16:creationId xmlns:a16="http://schemas.microsoft.com/office/drawing/2014/main" id="{0BD5A498-3F7B-1B10-1810-6E0F13C6BF8E}"/>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nvGrpSpPr>
            <p:cNvPr id="140" name="Group 185">
              <a:extLst>
                <a:ext uri="{FF2B5EF4-FFF2-40B4-BE49-F238E27FC236}">
                  <a16:creationId xmlns:a16="http://schemas.microsoft.com/office/drawing/2014/main" id="{1A79665A-2243-60EB-2100-F0BC3DBA23F1}"/>
                </a:ext>
              </a:extLst>
            </p:cNvPr>
            <p:cNvGrpSpPr>
              <a:grpSpLocks/>
            </p:cNvGrpSpPr>
            <p:nvPr/>
          </p:nvGrpSpPr>
          <p:grpSpPr bwMode="auto">
            <a:xfrm>
              <a:off x="2746384" y="1290634"/>
              <a:ext cx="908050" cy="301625"/>
              <a:chOff x="1848" y="2046"/>
              <a:chExt cx="572" cy="190"/>
            </a:xfrm>
          </p:grpSpPr>
          <p:grpSp>
            <p:nvGrpSpPr>
              <p:cNvPr id="141" name="Group 179">
                <a:extLst>
                  <a:ext uri="{FF2B5EF4-FFF2-40B4-BE49-F238E27FC236}">
                    <a16:creationId xmlns:a16="http://schemas.microsoft.com/office/drawing/2014/main" id="{DD7BC677-9411-A7DE-B481-EC902D909EAE}"/>
                  </a:ext>
                </a:extLst>
              </p:cNvPr>
              <p:cNvGrpSpPr>
                <a:grpSpLocks/>
              </p:cNvGrpSpPr>
              <p:nvPr/>
            </p:nvGrpSpPr>
            <p:grpSpPr bwMode="auto">
              <a:xfrm>
                <a:off x="1848" y="2047"/>
                <a:ext cx="187" cy="184"/>
                <a:chOff x="1959" y="2058"/>
                <a:chExt cx="187" cy="184"/>
              </a:xfrm>
            </p:grpSpPr>
            <p:sp>
              <p:nvSpPr>
                <p:cNvPr id="145" name="Rectangle 180">
                  <a:extLst>
                    <a:ext uri="{FF2B5EF4-FFF2-40B4-BE49-F238E27FC236}">
                      <a16:creationId xmlns:a16="http://schemas.microsoft.com/office/drawing/2014/main" id="{27D0D5CA-3B0B-B8AA-86AC-68AD35C5979C}"/>
                    </a:ext>
                  </a:extLst>
                </p:cNvPr>
                <p:cNvSpPr>
                  <a:spLocks noChangeArrowheads="1"/>
                </p:cNvSpPr>
                <p:nvPr/>
              </p:nvSpPr>
              <p:spPr bwMode="auto">
                <a:xfrm>
                  <a:off x="1964" y="2075"/>
                  <a:ext cx="177"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6" name="Rectangle 181">
                  <a:extLst>
                    <a:ext uri="{FF2B5EF4-FFF2-40B4-BE49-F238E27FC236}">
                      <a16:creationId xmlns:a16="http://schemas.microsoft.com/office/drawing/2014/main" id="{0E7CD17C-DC9C-3DE2-98F5-63BD1CC1D936}"/>
                    </a:ext>
                  </a:extLst>
                </p:cNvPr>
                <p:cNvSpPr>
                  <a:spLocks noChangeArrowheads="1"/>
                </p:cNvSpPr>
                <p:nvPr/>
              </p:nvSpPr>
              <p:spPr bwMode="auto">
                <a:xfrm>
                  <a:off x="1959"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grpSp>
          <p:grpSp>
            <p:nvGrpSpPr>
              <p:cNvPr id="142" name="Group 182">
                <a:extLst>
                  <a:ext uri="{FF2B5EF4-FFF2-40B4-BE49-F238E27FC236}">
                    <a16:creationId xmlns:a16="http://schemas.microsoft.com/office/drawing/2014/main" id="{4C1207A8-E95B-2E25-3700-255F6F27F1AB}"/>
                  </a:ext>
                </a:extLst>
              </p:cNvPr>
              <p:cNvGrpSpPr>
                <a:grpSpLocks/>
              </p:cNvGrpSpPr>
              <p:nvPr/>
            </p:nvGrpSpPr>
            <p:grpSpPr bwMode="auto">
              <a:xfrm>
                <a:off x="1992" y="2046"/>
                <a:ext cx="428" cy="190"/>
                <a:chOff x="780" y="1553"/>
                <a:chExt cx="428" cy="190"/>
              </a:xfrm>
            </p:grpSpPr>
            <p:sp>
              <p:nvSpPr>
                <p:cNvPr id="143" name="Rectangle 183">
                  <a:extLst>
                    <a:ext uri="{FF2B5EF4-FFF2-40B4-BE49-F238E27FC236}">
                      <a16:creationId xmlns:a16="http://schemas.microsoft.com/office/drawing/2014/main" id="{ACA8C5A4-8BC2-68A6-9B50-48922283360A}"/>
                    </a:ext>
                  </a:extLst>
                </p:cNvPr>
                <p:cNvSpPr>
                  <a:spLocks noChangeArrowheads="1"/>
                </p:cNvSpPr>
                <p:nvPr/>
              </p:nvSpPr>
              <p:spPr bwMode="auto">
                <a:xfrm>
                  <a:off x="817" y="1571"/>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4" name="Rectangle 184">
                  <a:extLst>
                    <a:ext uri="{FF2B5EF4-FFF2-40B4-BE49-F238E27FC236}">
                      <a16:creationId xmlns:a16="http://schemas.microsoft.com/office/drawing/2014/main" id="{7C4216E4-F6E6-BA52-B3B3-D2D4BAFD0A5A}"/>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grpSp>
          <p:nvGrpSpPr>
            <p:cNvPr id="147" name="Group 187">
              <a:extLst>
                <a:ext uri="{FF2B5EF4-FFF2-40B4-BE49-F238E27FC236}">
                  <a16:creationId xmlns:a16="http://schemas.microsoft.com/office/drawing/2014/main" id="{04D824AE-796F-759B-DE82-3D7FF60AF85A}"/>
                </a:ext>
              </a:extLst>
            </p:cNvPr>
            <p:cNvGrpSpPr>
              <a:grpSpLocks/>
            </p:cNvGrpSpPr>
            <p:nvPr/>
          </p:nvGrpSpPr>
          <p:grpSpPr bwMode="auto">
            <a:xfrm>
              <a:off x="2438407" y="1622425"/>
              <a:ext cx="323850" cy="295274"/>
              <a:chOff x="1948" y="2058"/>
              <a:chExt cx="204" cy="184"/>
            </a:xfrm>
          </p:grpSpPr>
          <p:sp>
            <p:nvSpPr>
              <p:cNvPr id="148" name="Rectangle 188">
                <a:extLst>
                  <a:ext uri="{FF2B5EF4-FFF2-40B4-BE49-F238E27FC236}">
                    <a16:creationId xmlns:a16="http://schemas.microsoft.com/office/drawing/2014/main" id="{C63990EE-1C14-A63A-4D9F-DDD66CAC879A}"/>
                  </a:ext>
                </a:extLst>
              </p:cNvPr>
              <p:cNvSpPr>
                <a:spLocks noChangeArrowheads="1"/>
              </p:cNvSpPr>
              <p:nvPr/>
            </p:nvSpPr>
            <p:spPr bwMode="auto">
              <a:xfrm>
                <a:off x="1948" y="2075"/>
                <a:ext cx="191"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9" name="Rectangle 189">
                <a:extLst>
                  <a:ext uri="{FF2B5EF4-FFF2-40B4-BE49-F238E27FC236}">
                    <a16:creationId xmlns:a16="http://schemas.microsoft.com/office/drawing/2014/main" id="{D28DA861-5073-26E7-B0CD-7F3D25A71EB0}"/>
                  </a:ext>
                </a:extLst>
              </p:cNvPr>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100" b="0" i="0" u="none" strike="noStrike" kern="1200" cap="none" spc="0" normalizeH="0" baseline="-2500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grpSp>
        <p:sp>
          <p:nvSpPr>
            <p:cNvPr id="150" name="Text Box 7">
              <a:extLst>
                <a:ext uri="{FF2B5EF4-FFF2-40B4-BE49-F238E27FC236}">
                  <a16:creationId xmlns:a16="http://schemas.microsoft.com/office/drawing/2014/main" id="{95F18615-C0DC-9152-8809-F5B470FEBAF0}"/>
                </a:ext>
              </a:extLst>
            </p:cNvPr>
            <p:cNvSpPr txBox="1">
              <a:spLocks noChangeArrowheads="1"/>
            </p:cNvSpPr>
            <p:nvPr/>
          </p:nvSpPr>
          <p:spPr bwMode="auto">
            <a:xfrm>
              <a:off x="1376369" y="1897058"/>
              <a:ext cx="840864" cy="377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srgbClr val="CC0000"/>
                  </a:solidFill>
                  <a:effectLst/>
                  <a:uLnTx/>
                  <a:uFillTx/>
                  <a:latin typeface="Arial" panose="020B0604020202020204" pitchFamily="34" charset="0"/>
                  <a:ea typeface="MS PGothic" panose="020B0600070205080204" pitchFamily="34" charset="-128"/>
                  <a:cs typeface="Arial" panose="020B0604020202020204" pitchFamily="34" charset="0"/>
                </a:rPr>
                <a:t>frame</a:t>
              </a:r>
            </a:p>
          </p:txBody>
        </p:sp>
        <p:grpSp>
          <p:nvGrpSpPr>
            <p:cNvPr id="151" name="Group 190">
              <a:extLst>
                <a:ext uri="{FF2B5EF4-FFF2-40B4-BE49-F238E27FC236}">
                  <a16:creationId xmlns:a16="http://schemas.microsoft.com/office/drawing/2014/main" id="{F1AC9DAC-78FE-04BB-8F11-A54564B90777}"/>
                </a:ext>
              </a:extLst>
            </p:cNvPr>
            <p:cNvGrpSpPr>
              <a:grpSpLocks/>
            </p:cNvGrpSpPr>
            <p:nvPr/>
          </p:nvGrpSpPr>
          <p:grpSpPr bwMode="auto">
            <a:xfrm flipH="1">
              <a:off x="5359407" y="1341434"/>
              <a:ext cx="803275" cy="771525"/>
              <a:chOff x="-44" y="1473"/>
              <a:chExt cx="981" cy="1105"/>
            </a:xfrm>
          </p:grpSpPr>
          <p:pic>
            <p:nvPicPr>
              <p:cNvPr id="152" name="Picture 191" descr="desktop_computer_stylized_medium">
                <a:extLst>
                  <a:ext uri="{FF2B5EF4-FFF2-40B4-BE49-F238E27FC236}">
                    <a16:creationId xmlns:a16="http://schemas.microsoft.com/office/drawing/2014/main" id="{FAF74D61-987B-DA0F-6F43-60ED5DA72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Freeform 192">
                <a:extLst>
                  <a:ext uri="{FF2B5EF4-FFF2-40B4-BE49-F238E27FC236}">
                    <a16:creationId xmlns:a16="http://schemas.microsoft.com/office/drawing/2014/main" id="{2CCF3E2E-A94A-62C8-1C3A-6065D12E2E39}"/>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54" name="Freeform 10">
              <a:extLst>
                <a:ext uri="{FF2B5EF4-FFF2-40B4-BE49-F238E27FC236}">
                  <a16:creationId xmlns:a16="http://schemas.microsoft.com/office/drawing/2014/main" id="{C7C12853-CD1A-FC6A-E6D2-8493CF8589A0}"/>
                </a:ext>
              </a:extLst>
            </p:cNvPr>
            <p:cNvSpPr>
              <a:spLocks/>
            </p:cNvSpPr>
            <p:nvPr/>
          </p:nvSpPr>
          <p:spPr bwMode="auto">
            <a:xfrm>
              <a:off x="4178506" y="4871041"/>
              <a:ext cx="360362" cy="152290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55" name="Group 187">
              <a:extLst>
                <a:ext uri="{FF2B5EF4-FFF2-40B4-BE49-F238E27FC236}">
                  <a16:creationId xmlns:a16="http://schemas.microsoft.com/office/drawing/2014/main" id="{D13D7B0D-A348-9DDF-125D-872454B792B6}"/>
                </a:ext>
              </a:extLst>
            </p:cNvPr>
            <p:cNvGrpSpPr>
              <a:grpSpLocks/>
            </p:cNvGrpSpPr>
            <p:nvPr/>
          </p:nvGrpSpPr>
          <p:grpSpPr bwMode="auto">
            <a:xfrm flipH="1">
              <a:off x="4397382" y="5224459"/>
              <a:ext cx="803275" cy="771525"/>
              <a:chOff x="-44" y="1473"/>
              <a:chExt cx="981" cy="1105"/>
            </a:xfrm>
          </p:grpSpPr>
          <p:pic>
            <p:nvPicPr>
              <p:cNvPr id="156" name="Picture 188" descr="desktop_computer_stylized_medium">
                <a:extLst>
                  <a:ext uri="{FF2B5EF4-FFF2-40B4-BE49-F238E27FC236}">
                    <a16:creationId xmlns:a16="http://schemas.microsoft.com/office/drawing/2014/main" id="{3AC7B641-F165-B531-D874-80B05F6C86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Freeform 189">
                <a:extLst>
                  <a:ext uri="{FF2B5EF4-FFF2-40B4-BE49-F238E27FC236}">
                    <a16:creationId xmlns:a16="http://schemas.microsoft.com/office/drawing/2014/main" id="{04DC4D8E-6AF7-74A3-1197-1B4B8BA13F6B}"/>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58" name="Text Box 98">
              <a:extLst>
                <a:ext uri="{FF2B5EF4-FFF2-40B4-BE49-F238E27FC236}">
                  <a16:creationId xmlns:a16="http://schemas.microsoft.com/office/drawing/2014/main" id="{3FD76FD2-FE8A-C9E3-F2BE-C8E3D99C1BF1}"/>
                </a:ext>
              </a:extLst>
            </p:cNvPr>
            <p:cNvSpPr txBox="1">
              <a:spLocks noChangeArrowheads="1"/>
            </p:cNvSpPr>
            <p:nvPr/>
          </p:nvSpPr>
          <p:spPr bwMode="auto">
            <a:xfrm>
              <a:off x="7030179" y="2584590"/>
              <a:ext cx="1317625" cy="650581"/>
            </a:xfrm>
            <a:prstGeom prst="rect">
              <a:avLst/>
            </a:prstGeom>
            <a:noFill/>
            <a:ln>
              <a:noFill/>
            </a:ln>
            <a:effectLst>
              <a:outerShdw blurRad="114300" dist="38100" dir="18900000" sx="123000" sy="123000" algn="b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11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physical</a:t>
              </a:r>
            </a:p>
          </p:txBody>
        </p:sp>
      </p:grpSp>
    </p:spTree>
    <p:extLst>
      <p:ext uri="{BB962C8B-B14F-4D97-AF65-F5344CB8AC3E}">
        <p14:creationId xmlns:p14="http://schemas.microsoft.com/office/powerpoint/2010/main" val="861557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783EFFE-D3DB-AAAD-5CD7-25AD5B1FF43D}"/>
              </a:ext>
            </a:extLst>
          </p:cNvPr>
          <p:cNvSpPr>
            <a:spLocks noGrp="1"/>
          </p:cNvSpPr>
          <p:nvPr>
            <p:ph type="title"/>
          </p:nvPr>
        </p:nvSpPr>
        <p:spPr/>
        <p:txBody>
          <a:bodyPr>
            <a:normAutofit/>
          </a:bodyPr>
          <a:lstStyle/>
          <a:p>
            <a:r>
              <a:rPr lang="en-US" sz="3600" dirty="0"/>
              <a:t>Today’s Session: Routing</a:t>
            </a:r>
          </a:p>
        </p:txBody>
      </p:sp>
      <p:sp>
        <p:nvSpPr>
          <p:cNvPr id="2" name="Text Placeholder 1">
            <a:extLst>
              <a:ext uri="{FF2B5EF4-FFF2-40B4-BE49-F238E27FC236}">
                <a16:creationId xmlns:a16="http://schemas.microsoft.com/office/drawing/2014/main" id="{0F300117-0992-0B5F-90CF-0B1DCEF83E32}"/>
              </a:ext>
            </a:extLst>
          </p:cNvPr>
          <p:cNvSpPr>
            <a:spLocks noGrp="1"/>
          </p:cNvSpPr>
          <p:nvPr>
            <p:ph type="body" idx="1"/>
          </p:nvPr>
        </p:nvSpPr>
        <p:spPr>
          <a:xfrm>
            <a:off x="415601" y="1536633"/>
            <a:ext cx="7303636" cy="4555200"/>
          </a:xfrm>
        </p:spPr>
        <p:txBody>
          <a:bodyPr/>
          <a:lstStyle/>
          <a:p>
            <a:r>
              <a:rPr lang="en-US" dirty="0"/>
              <a:t>How to route data?</a:t>
            </a:r>
          </a:p>
          <a:p>
            <a:endParaRPr lang="en-US" dirty="0"/>
          </a:p>
          <a:p>
            <a:pPr lvl="1"/>
            <a:r>
              <a:rPr lang="en-US" sz="2000" dirty="0"/>
              <a:t>within an L2-switched network (l2 routing)</a:t>
            </a:r>
          </a:p>
          <a:p>
            <a:endParaRPr lang="en-US" sz="2000" dirty="0"/>
          </a:p>
          <a:p>
            <a:pPr lvl="1"/>
            <a:r>
              <a:rPr lang="en-US" sz="2000" dirty="0"/>
              <a:t>within a single network (intra-domain routing)</a:t>
            </a:r>
          </a:p>
          <a:p>
            <a:endParaRPr lang="en-US" sz="2000" dirty="0"/>
          </a:p>
          <a:p>
            <a:pPr lvl="1"/>
            <a:r>
              <a:rPr lang="en-US" sz="2000" dirty="0"/>
              <a:t>across networks (inter-domain routing)</a:t>
            </a:r>
          </a:p>
        </p:txBody>
      </p:sp>
      <p:sp>
        <p:nvSpPr>
          <p:cNvPr id="5" name="Slide Number Placeholder 4">
            <a:extLst>
              <a:ext uri="{FF2B5EF4-FFF2-40B4-BE49-F238E27FC236}">
                <a16:creationId xmlns:a16="http://schemas.microsoft.com/office/drawing/2014/main" id="{041FCB76-3155-1568-700A-E4595A9A1C81}"/>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pPr/>
              <a:t>3</a:t>
            </a:fld>
            <a:endParaRPr lang="en-US"/>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492818F-C75C-D429-2BB0-6B3ECB1771E4}"/>
                  </a:ext>
                </a:extLst>
              </p14:cNvPr>
              <p14:cNvContentPartPr/>
              <p14:nvPr/>
            </p14:nvContentPartPr>
            <p14:xfrm>
              <a:off x="1256400" y="1381680"/>
              <a:ext cx="10234800" cy="3419280"/>
            </p14:xfrm>
          </p:contentPart>
        </mc:Choice>
        <mc:Fallback xmlns="">
          <p:pic>
            <p:nvPicPr>
              <p:cNvPr id="3" name="Ink 2">
                <a:extLst>
                  <a:ext uri="{FF2B5EF4-FFF2-40B4-BE49-F238E27FC236}">
                    <a16:creationId xmlns:a16="http://schemas.microsoft.com/office/drawing/2014/main" id="{2492818F-C75C-D429-2BB0-6B3ECB1771E4}"/>
                  </a:ext>
                </a:extLst>
              </p:cNvPr>
              <p:cNvPicPr/>
              <p:nvPr/>
            </p:nvPicPr>
            <p:blipFill>
              <a:blip r:embed="rId4"/>
              <a:stretch>
                <a:fillRect/>
              </a:stretch>
            </p:blipFill>
            <p:spPr>
              <a:xfrm>
                <a:off x="1247040" y="1372320"/>
                <a:ext cx="10253520" cy="3438000"/>
              </a:xfrm>
              <a:prstGeom prst="rect">
                <a:avLst/>
              </a:prstGeom>
            </p:spPr>
          </p:pic>
        </mc:Fallback>
      </mc:AlternateContent>
    </p:spTree>
    <p:extLst>
      <p:ext uri="{BB962C8B-B14F-4D97-AF65-F5344CB8AC3E}">
        <p14:creationId xmlns:p14="http://schemas.microsoft.com/office/powerpoint/2010/main" val="2082182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90FA0-3B07-723F-298F-8DDFDB7E1A13}"/>
              </a:ext>
            </a:extLst>
          </p:cNvPr>
          <p:cNvSpPr>
            <a:spLocks noGrp="1"/>
          </p:cNvSpPr>
          <p:nvPr>
            <p:ph type="title"/>
          </p:nvPr>
        </p:nvSpPr>
        <p:spPr/>
        <p:txBody>
          <a:bodyPr/>
          <a:lstStyle/>
          <a:p>
            <a:r>
              <a:rPr lang="en-US" dirty="0"/>
              <a:t>What is the first thing needed for routing?</a:t>
            </a:r>
          </a:p>
        </p:txBody>
      </p:sp>
      <p:sp>
        <p:nvSpPr>
          <p:cNvPr id="3" name="Text Placeholder 2">
            <a:extLst>
              <a:ext uri="{FF2B5EF4-FFF2-40B4-BE49-F238E27FC236}">
                <a16:creationId xmlns:a16="http://schemas.microsoft.com/office/drawing/2014/main" id="{6AC37797-98E3-EA81-013C-27A4E9C1DEE6}"/>
              </a:ext>
            </a:extLst>
          </p:cNvPr>
          <p:cNvSpPr>
            <a:spLocks noGrp="1"/>
          </p:cNvSpPr>
          <p:nvPr>
            <p:ph type="body" idx="1"/>
          </p:nvPr>
        </p:nvSpPr>
        <p:spPr/>
        <p:txBody>
          <a:bodyPr>
            <a:normAutofit fontScale="92500" lnSpcReduction="10000"/>
          </a:bodyPr>
          <a:lstStyle/>
          <a:p>
            <a:r>
              <a:rPr lang="en-US" dirty="0"/>
              <a:t>Address: identifier for the host machines</a:t>
            </a:r>
          </a:p>
          <a:p>
            <a:pPr lvl="1"/>
            <a:r>
              <a:rPr lang="en-US" dirty="0"/>
              <a:t>Routing is destination-lookup based</a:t>
            </a:r>
          </a:p>
          <a:p>
            <a:pPr lvl="1"/>
            <a:endParaRPr lang="en-US" dirty="0"/>
          </a:p>
          <a:p>
            <a:r>
              <a:rPr lang="en-US" dirty="0"/>
              <a:t>Internet has two types of addresses </a:t>
            </a:r>
          </a:p>
          <a:p>
            <a:pPr lvl="1"/>
            <a:r>
              <a:rPr lang="en-US" dirty="0"/>
              <a:t>MAC addresses: used in the link layer</a:t>
            </a:r>
          </a:p>
          <a:p>
            <a:pPr lvl="1"/>
            <a:r>
              <a:rPr lang="en-US" dirty="0"/>
              <a:t>IP addresses: used in the network layer</a:t>
            </a:r>
          </a:p>
          <a:p>
            <a:pPr lvl="1"/>
            <a:endParaRPr lang="en-US" dirty="0"/>
          </a:p>
          <a:p>
            <a:r>
              <a:rPr lang="en-US" dirty="0"/>
              <a:t>MAC address: </a:t>
            </a:r>
          </a:p>
          <a:p>
            <a:pPr lvl="1"/>
            <a:r>
              <a:rPr lang="en-US" dirty="0"/>
              <a:t>Completely “flat” 48-bit number  </a:t>
            </a:r>
          </a:p>
          <a:p>
            <a:pPr lvl="1"/>
            <a:r>
              <a:rPr lang="en-US" dirty="0"/>
              <a:t>For example: 00:40:05:1c:0e:9f</a:t>
            </a:r>
          </a:p>
          <a:p>
            <a:pPr lvl="1"/>
            <a:endParaRPr lang="en-US" dirty="0"/>
          </a:p>
          <a:p>
            <a:r>
              <a:rPr lang="en-US" dirty="0"/>
              <a:t>IP address</a:t>
            </a:r>
          </a:p>
          <a:p>
            <a:pPr lvl="1"/>
            <a:r>
              <a:rPr lang="en-US" dirty="0"/>
              <a:t>Hierarchical 32-bit number for IPv4</a:t>
            </a:r>
          </a:p>
          <a:p>
            <a:pPr lvl="1"/>
            <a:r>
              <a:rPr lang="en-US" dirty="0"/>
              <a:t>For example: 8.8.8.8</a:t>
            </a:r>
          </a:p>
          <a:p>
            <a:pPr lvl="1"/>
            <a:r>
              <a:rPr lang="en-US" dirty="0"/>
              <a:t>Each subnetwork has a prefix</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00F8FE3-9CF9-A5C5-DA13-B73C354DF935}"/>
                  </a:ext>
                </a:extLst>
              </p14:cNvPr>
              <p14:cNvContentPartPr/>
              <p14:nvPr/>
            </p14:nvContentPartPr>
            <p14:xfrm>
              <a:off x="3281040" y="987840"/>
              <a:ext cx="8502120" cy="5348520"/>
            </p14:xfrm>
          </p:contentPart>
        </mc:Choice>
        <mc:Fallback xmlns="">
          <p:pic>
            <p:nvPicPr>
              <p:cNvPr id="4" name="Ink 3">
                <a:extLst>
                  <a:ext uri="{FF2B5EF4-FFF2-40B4-BE49-F238E27FC236}">
                    <a16:creationId xmlns:a16="http://schemas.microsoft.com/office/drawing/2014/main" id="{D00F8FE3-9CF9-A5C5-DA13-B73C354DF935}"/>
                  </a:ext>
                </a:extLst>
              </p:cNvPr>
              <p:cNvPicPr/>
              <p:nvPr/>
            </p:nvPicPr>
            <p:blipFill>
              <a:blip r:embed="rId4"/>
              <a:stretch>
                <a:fillRect/>
              </a:stretch>
            </p:blipFill>
            <p:spPr>
              <a:xfrm>
                <a:off x="3271680" y="978480"/>
                <a:ext cx="8520840" cy="5367240"/>
              </a:xfrm>
              <a:prstGeom prst="rect">
                <a:avLst/>
              </a:prstGeom>
            </p:spPr>
          </p:pic>
        </mc:Fallback>
      </mc:AlternateContent>
    </p:spTree>
    <p:extLst>
      <p:ext uri="{BB962C8B-B14F-4D97-AF65-F5344CB8AC3E}">
        <p14:creationId xmlns:p14="http://schemas.microsoft.com/office/powerpoint/2010/main" val="3251826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B6B70-FABF-BF14-ECA5-B3087ADB9E3D}"/>
              </a:ext>
            </a:extLst>
          </p:cNvPr>
          <p:cNvSpPr>
            <a:spLocks noGrp="1"/>
          </p:cNvSpPr>
          <p:nvPr>
            <p:ph type="title"/>
          </p:nvPr>
        </p:nvSpPr>
        <p:spPr/>
        <p:txBody>
          <a:bodyPr/>
          <a:lstStyle/>
          <a:p>
            <a:r>
              <a:rPr lang="en-US" dirty="0"/>
              <a:t>Routing and Forwarding</a:t>
            </a:r>
          </a:p>
        </p:txBody>
      </p:sp>
      <p:sp>
        <p:nvSpPr>
          <p:cNvPr id="3" name="Content Placeholder 2">
            <a:extLst>
              <a:ext uri="{FF2B5EF4-FFF2-40B4-BE49-F238E27FC236}">
                <a16:creationId xmlns:a16="http://schemas.microsoft.com/office/drawing/2014/main" id="{ED01DCCB-CC56-0893-7A1A-EA577E39DB24}"/>
              </a:ext>
            </a:extLst>
          </p:cNvPr>
          <p:cNvSpPr>
            <a:spLocks noGrp="1"/>
          </p:cNvSpPr>
          <p:nvPr>
            <p:ph sz="half" idx="1"/>
          </p:nvPr>
        </p:nvSpPr>
        <p:spPr>
          <a:xfrm>
            <a:off x="457200" y="1221491"/>
            <a:ext cx="11277600" cy="1012801"/>
          </a:xfrm>
        </p:spPr>
        <p:txBody>
          <a:bodyPr>
            <a:normAutofit/>
          </a:bodyPr>
          <a:lstStyle/>
          <a:p>
            <a:r>
              <a:rPr lang="en-US" sz="2000" dirty="0"/>
              <a:t>Each switch has multiple physical ports</a:t>
            </a:r>
          </a:p>
          <a:p>
            <a:pPr lvl="1"/>
            <a:r>
              <a:rPr lang="en-US" sz="1600" dirty="0"/>
              <a:t>Packet comes to an input port</a:t>
            </a:r>
          </a:p>
          <a:p>
            <a:pPr lvl="1"/>
            <a:r>
              <a:rPr lang="en-US" sz="1600" dirty="0"/>
              <a:t>Forwarded to an output port based on the destination</a:t>
            </a:r>
          </a:p>
        </p:txBody>
      </p:sp>
      <p:sp>
        <p:nvSpPr>
          <p:cNvPr id="8" name="Rectangle 3">
            <a:extLst>
              <a:ext uri="{FF2B5EF4-FFF2-40B4-BE49-F238E27FC236}">
                <a16:creationId xmlns:a16="http://schemas.microsoft.com/office/drawing/2014/main" id="{CB8BDBC9-A58B-5592-94FD-5B192DE2E1CE}"/>
              </a:ext>
            </a:extLst>
          </p:cNvPr>
          <p:cNvSpPr txBox="1">
            <a:spLocks noChangeArrowheads="1"/>
          </p:cNvSpPr>
          <p:nvPr/>
        </p:nvSpPr>
        <p:spPr>
          <a:xfrm>
            <a:off x="912934" y="5689600"/>
            <a:ext cx="10903227" cy="58271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a:ln>
                <a:noFill/>
              </a:ln>
              <a:solidFill>
                <a:prstClr val="black"/>
              </a:solidFill>
              <a:effectLst/>
              <a:uLnTx/>
              <a:uFillTx/>
              <a:latin typeface="Gill Sans MT" charset="0"/>
              <a:ea typeface="+mn-ea"/>
              <a:cs typeface="+mn-cs"/>
            </a:endParaRPr>
          </a:p>
        </p:txBody>
      </p:sp>
      <p:sp>
        <p:nvSpPr>
          <p:cNvPr id="20" name="FwdCard"/>
          <p:cNvSpPr>
            <a:spLocks noGrp="1"/>
          </p:cNvSpPr>
          <p:nvPr/>
        </p:nvSpPr>
        <p:spPr>
          <a:xfrm>
            <a:off x="457200" y="2714624"/>
            <a:ext cx="6715126" cy="1781855"/>
          </a:xfrm>
          <a:prstGeom prst="rect">
            <a:avLst/>
          </a:prstGeom>
          <a:solidFill>
            <a:srgbClr val="FFF0EE"/>
          </a:solidFill>
          <a:ln w="25400">
            <a:solidFill>
              <a:srgbClr val="C00000"/>
            </a:solidFill>
          </a:ln>
        </p:spPr>
        <p:txBody>
          <a:bodyPr vert="horz" lIns="91440" tIns="91440" rIns="91440" bIns="91440" anchor="t"/>
          <a:lstStyle/>
          <a:p>
            <a:pPr algn="ctr">
              <a:spcBef>
                <a:spcPts val="0"/>
              </a:spcBef>
              <a:spcAft>
                <a:spcPts val="0"/>
              </a:spcAft>
            </a:pPr>
            <a:r>
              <a:rPr lang="en-US" sz="2400" b="1" dirty="0">
                <a:solidFill>
                  <a:srgbClr val="C00000"/>
                </a:solidFill>
              </a:rPr>
              <a:t>Forwarding</a:t>
            </a:r>
          </a:p>
          <a:p>
            <a:pPr algn="ctr">
              <a:spcBef>
                <a:spcPts val="100"/>
              </a:spcBef>
              <a:spcAft>
                <a:spcPts val="600"/>
              </a:spcAft>
            </a:pPr>
            <a:r>
              <a:rPr lang="en-US" sz="1600" i="1" dirty="0">
                <a:solidFill>
                  <a:srgbClr val="666666"/>
                </a:solidFill>
              </a:rPr>
              <a:t>(data plane)</a:t>
            </a:r>
          </a:p>
          <a:p>
            <a:pPr marL="228600" indent="-228600">
              <a:spcBef>
                <a:spcPts val="300"/>
              </a:spcBef>
              <a:spcAft>
                <a:spcPts val="300"/>
              </a:spcAft>
              <a:buChar char="▸"/>
            </a:pPr>
            <a:r>
              <a:rPr lang="en-US" sz="1800" dirty="0"/>
              <a:t>Move a frame from an input port to the appropriate output port</a:t>
            </a:r>
          </a:p>
          <a:p>
            <a:pPr marL="228600" indent="-228600">
              <a:spcBef>
                <a:spcPts val="300"/>
              </a:spcBef>
              <a:spcAft>
                <a:spcPts val="300"/>
              </a:spcAft>
              <a:buChar char="▸"/>
            </a:pPr>
            <a:r>
              <a:rPr lang="en-US" sz="1800" dirty="0"/>
              <a:t>Uses a </a:t>
            </a:r>
            <a:r>
              <a:rPr lang="en-US" sz="1800" b="1" dirty="0"/>
              <a:t>forwarding table</a:t>
            </a:r>
            <a:r>
              <a:rPr lang="en-US" sz="1800" dirty="0"/>
              <a:t>: destination address → output port</a:t>
            </a:r>
          </a:p>
        </p:txBody>
      </p:sp>
      <p:sp>
        <p:nvSpPr>
          <p:cNvPr id="21" name="RteCard"/>
          <p:cNvSpPr>
            <a:spLocks noGrp="1"/>
          </p:cNvSpPr>
          <p:nvPr/>
        </p:nvSpPr>
        <p:spPr>
          <a:xfrm>
            <a:off x="457200" y="4623708"/>
            <a:ext cx="6715126" cy="1648607"/>
          </a:xfrm>
          <a:prstGeom prst="rect">
            <a:avLst/>
          </a:prstGeom>
          <a:solidFill>
            <a:srgbClr val="EBF3FB"/>
          </a:solidFill>
          <a:ln w="25400">
            <a:solidFill>
              <a:srgbClr val="156082"/>
            </a:solidFill>
          </a:ln>
        </p:spPr>
        <p:txBody>
          <a:bodyPr vert="horz" lIns="91440" tIns="91440" rIns="91440" bIns="91440" anchor="t"/>
          <a:lstStyle/>
          <a:p>
            <a:pPr algn="ctr">
              <a:spcBef>
                <a:spcPts val="0"/>
              </a:spcBef>
              <a:spcAft>
                <a:spcPts val="0"/>
              </a:spcAft>
            </a:pPr>
            <a:r>
              <a:rPr lang="en-US" sz="2400" b="1" dirty="0">
                <a:solidFill>
                  <a:srgbClr val="156082"/>
                </a:solidFill>
              </a:rPr>
              <a:t>Routing</a:t>
            </a:r>
          </a:p>
          <a:p>
            <a:pPr algn="ctr">
              <a:spcBef>
                <a:spcPts val="100"/>
              </a:spcBef>
              <a:spcAft>
                <a:spcPts val="600"/>
              </a:spcAft>
            </a:pPr>
            <a:r>
              <a:rPr lang="en-US" sz="1600" i="1" dirty="0">
                <a:solidFill>
                  <a:srgbClr val="666666"/>
                </a:solidFill>
              </a:rPr>
              <a:t>(control plane)</a:t>
            </a:r>
          </a:p>
          <a:p>
            <a:pPr marL="228600" indent="-228600">
              <a:spcBef>
                <a:spcPts val="300"/>
              </a:spcBef>
              <a:spcAft>
                <a:spcPts val="300"/>
              </a:spcAft>
              <a:buChar char="▸"/>
            </a:pPr>
            <a:r>
              <a:rPr lang="en-US" sz="1800" dirty="0"/>
              <a:t>Determine the forwarding table using routing algorithms</a:t>
            </a:r>
          </a:p>
          <a:p>
            <a:pPr marL="228600" indent="-228600">
              <a:spcBef>
                <a:spcPts val="300"/>
              </a:spcBef>
              <a:spcAft>
                <a:spcPts val="0"/>
              </a:spcAft>
              <a:buChar char="▸"/>
            </a:pPr>
            <a:r>
              <a:rPr lang="en-US" sz="1800" dirty="0"/>
              <a:t>Network-wide, cooperative process (seconds–minutes)</a:t>
            </a:r>
          </a:p>
        </p:txBody>
      </p:sp>
      <p:sp>
        <p:nvSpPr>
          <p:cNvPr id="5" name="TextBox 4">
            <a:extLst>
              <a:ext uri="{FF2B5EF4-FFF2-40B4-BE49-F238E27FC236}">
                <a16:creationId xmlns:a16="http://schemas.microsoft.com/office/drawing/2014/main" id="{78237045-F134-B26E-827C-ACB078920CDC}"/>
              </a:ext>
            </a:extLst>
          </p:cNvPr>
          <p:cNvSpPr txBox="1"/>
          <p:nvPr/>
        </p:nvSpPr>
        <p:spPr>
          <a:xfrm>
            <a:off x="2836068" y="2289792"/>
            <a:ext cx="6100762" cy="369332"/>
          </a:xfrm>
          <a:prstGeom prst="rect">
            <a:avLst/>
          </a:prstGeom>
          <a:noFill/>
        </p:spPr>
        <p:txBody>
          <a:bodyPr wrap="square">
            <a:spAutoFit/>
          </a:bodyPr>
          <a:lstStyle/>
          <a:p>
            <a:r>
              <a:rPr lang="en-US" sz="1800" dirty="0"/>
              <a:t>Two key functions</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6683333-83FA-4ACD-429A-D6F33F1E2436}"/>
                  </a:ext>
                </a:extLst>
              </p14:cNvPr>
              <p14:cNvContentPartPr/>
              <p14:nvPr/>
            </p14:nvContentPartPr>
            <p14:xfrm>
              <a:off x="235440" y="1028880"/>
              <a:ext cx="11603880" cy="5558400"/>
            </p14:xfrm>
          </p:contentPart>
        </mc:Choice>
        <mc:Fallback xmlns="">
          <p:pic>
            <p:nvPicPr>
              <p:cNvPr id="4" name="Ink 3">
                <a:extLst>
                  <a:ext uri="{FF2B5EF4-FFF2-40B4-BE49-F238E27FC236}">
                    <a16:creationId xmlns:a16="http://schemas.microsoft.com/office/drawing/2014/main" id="{F6683333-83FA-4ACD-429A-D6F33F1E2436}"/>
                  </a:ext>
                </a:extLst>
              </p:cNvPr>
              <p:cNvPicPr/>
              <p:nvPr/>
            </p:nvPicPr>
            <p:blipFill>
              <a:blip r:embed="rId4"/>
              <a:stretch>
                <a:fillRect/>
              </a:stretch>
            </p:blipFill>
            <p:spPr>
              <a:xfrm>
                <a:off x="226080" y="1019520"/>
                <a:ext cx="11622600" cy="5577120"/>
              </a:xfrm>
              <a:prstGeom prst="rect">
                <a:avLst/>
              </a:prstGeom>
            </p:spPr>
          </p:pic>
        </mc:Fallback>
      </mc:AlternateContent>
    </p:spTree>
    <p:extLst>
      <p:ext uri="{BB962C8B-B14F-4D97-AF65-F5344CB8AC3E}">
        <p14:creationId xmlns:p14="http://schemas.microsoft.com/office/powerpoint/2010/main" val="2627311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2150B-B289-6C9F-BC83-700193ACBCC3}"/>
              </a:ext>
            </a:extLst>
          </p:cNvPr>
          <p:cNvSpPr>
            <a:spLocks noGrp="1"/>
          </p:cNvSpPr>
          <p:nvPr>
            <p:ph type="title"/>
          </p:nvPr>
        </p:nvSpPr>
        <p:spPr/>
        <p:txBody>
          <a:bodyPr/>
          <a:lstStyle/>
          <a:p>
            <a:r>
              <a:rPr lang="en-US"/>
              <a:t>L2 Routing</a:t>
            </a:r>
          </a:p>
        </p:txBody>
      </p:sp>
      <p:sp>
        <p:nvSpPr>
          <p:cNvPr id="3" name="Content Placeholder 2">
            <a:extLst>
              <a:ext uri="{FF2B5EF4-FFF2-40B4-BE49-F238E27FC236}">
                <a16:creationId xmlns:a16="http://schemas.microsoft.com/office/drawing/2014/main" id="{AFA52F49-7431-3B1A-7E2B-64FC35CB4FA3}"/>
              </a:ext>
            </a:extLst>
          </p:cNvPr>
          <p:cNvSpPr>
            <a:spLocks noGrp="1"/>
          </p:cNvSpPr>
          <p:nvPr>
            <p:ph sz="half" idx="1"/>
          </p:nvPr>
        </p:nvSpPr>
        <p:spPr>
          <a:xfrm>
            <a:off x="623888" y="1453075"/>
            <a:ext cx="5714846" cy="4351338"/>
          </a:xfrm>
        </p:spPr>
        <p:txBody>
          <a:bodyPr>
            <a:normAutofit fontScale="85000" lnSpcReduction="20000"/>
          </a:bodyPr>
          <a:lstStyle/>
          <a:p>
            <a:r>
              <a:rPr lang="en-US" dirty="0"/>
              <a:t>Option 1: Using static tables added by network administrator</a:t>
            </a:r>
          </a:p>
          <a:p>
            <a:pPr lvl="1"/>
            <a:r>
              <a:rPr lang="en-US" dirty="0"/>
              <a:t>Difficult to support dynamic addition of nodes (end-hosts and switches)</a:t>
            </a:r>
          </a:p>
          <a:p>
            <a:endParaRPr lang="en-US" dirty="0"/>
          </a:p>
          <a:p>
            <a:r>
              <a:rPr lang="en-US" dirty="0"/>
              <a:t>Option 2: Using a centralized node</a:t>
            </a:r>
          </a:p>
          <a:p>
            <a:pPr lvl="1"/>
            <a:r>
              <a:rPr lang="en-US" dirty="0">
                <a:solidFill>
                  <a:srgbClr val="C00000"/>
                </a:solidFill>
              </a:rPr>
              <a:t>Method</a:t>
            </a:r>
            <a:r>
              <a:rPr lang="en-US" dirty="0"/>
              <a:t>: Each switch registers with the node and the node computes the forwarding table </a:t>
            </a:r>
          </a:p>
          <a:p>
            <a:endParaRPr lang="en-US" dirty="0">
              <a:solidFill>
                <a:srgbClr val="C00000"/>
              </a:solidFill>
            </a:endParaRPr>
          </a:p>
          <a:p>
            <a:r>
              <a:rPr lang="en-US" dirty="0"/>
              <a:t>Option 3: Distributed algorithms</a:t>
            </a:r>
          </a:p>
          <a:p>
            <a:pPr lvl="1"/>
            <a:r>
              <a:rPr lang="en-US" dirty="0"/>
              <a:t>Each switch constructs the routing table independently</a:t>
            </a:r>
          </a:p>
          <a:p>
            <a:pPr lvl="1"/>
            <a:r>
              <a:rPr lang="en-US" dirty="0"/>
              <a:t>Messages are exchanges for sharing information about neighbors/hosts</a:t>
            </a:r>
          </a:p>
          <a:p>
            <a:endParaRPr lang="en-US" dirty="0">
              <a:solidFill>
                <a:srgbClr val="C00000"/>
              </a:solidFill>
            </a:endParaRPr>
          </a:p>
          <a:p>
            <a:pPr marL="457200" lvl="1" indent="0">
              <a:buNone/>
            </a:pPr>
            <a:endParaRPr lang="en-US" dirty="0"/>
          </a:p>
          <a:p>
            <a:pPr lvl="1"/>
            <a:endParaRPr lang="en-US" dirty="0"/>
          </a:p>
          <a:p>
            <a:pPr marL="463550" lvl="1" indent="0">
              <a:buNone/>
            </a:pP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3F439FB-ED4B-A902-C83F-84F435E0FB63}"/>
                  </a:ext>
                </a:extLst>
              </p14:cNvPr>
              <p14:cNvContentPartPr/>
              <p14:nvPr/>
            </p14:nvContentPartPr>
            <p14:xfrm>
              <a:off x="8909854" y="2704435"/>
              <a:ext cx="576720" cy="500760"/>
            </p14:xfrm>
          </p:contentPart>
        </mc:Choice>
        <mc:Fallback xmlns="">
          <p:pic>
            <p:nvPicPr>
              <p:cNvPr id="4" name="Ink 3">
                <a:extLst>
                  <a:ext uri="{FF2B5EF4-FFF2-40B4-BE49-F238E27FC236}">
                    <a16:creationId xmlns:a16="http://schemas.microsoft.com/office/drawing/2014/main" id="{F3F439FB-ED4B-A902-C83F-84F435E0FB63}"/>
                  </a:ext>
                </a:extLst>
              </p:cNvPr>
              <p:cNvPicPr/>
              <p:nvPr/>
            </p:nvPicPr>
            <p:blipFill>
              <a:blip r:embed="rId3"/>
              <a:stretch>
                <a:fillRect/>
              </a:stretch>
            </p:blipFill>
            <p:spPr>
              <a:xfrm>
                <a:off x="8894374" y="2688966"/>
                <a:ext cx="607320" cy="531338"/>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3E45CC58-E353-4897-1002-20708DF7C2C3}"/>
                  </a:ext>
                </a:extLst>
              </p14:cNvPr>
              <p14:cNvContentPartPr/>
              <p14:nvPr/>
            </p14:nvContentPartPr>
            <p14:xfrm>
              <a:off x="9183094" y="2211235"/>
              <a:ext cx="53280" cy="489960"/>
            </p14:xfrm>
          </p:contentPart>
        </mc:Choice>
        <mc:Fallback xmlns="">
          <p:pic>
            <p:nvPicPr>
              <p:cNvPr id="6" name="Ink 5">
                <a:extLst>
                  <a:ext uri="{FF2B5EF4-FFF2-40B4-BE49-F238E27FC236}">
                    <a16:creationId xmlns:a16="http://schemas.microsoft.com/office/drawing/2014/main" id="{3E45CC58-E353-4897-1002-20708DF7C2C3}"/>
                  </a:ext>
                </a:extLst>
              </p:cNvPr>
              <p:cNvPicPr/>
              <p:nvPr/>
            </p:nvPicPr>
            <p:blipFill>
              <a:blip r:embed="rId5"/>
              <a:stretch>
                <a:fillRect/>
              </a:stretch>
            </p:blipFill>
            <p:spPr>
              <a:xfrm>
                <a:off x="9167718" y="2195755"/>
                <a:ext cx="83675" cy="520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532925CD-E1D5-F616-CB4B-F5EA40F41FFA}"/>
                  </a:ext>
                </a:extLst>
              </p14:cNvPr>
              <p14:cNvContentPartPr/>
              <p14:nvPr/>
            </p14:nvContentPartPr>
            <p14:xfrm>
              <a:off x="8056294" y="2924395"/>
              <a:ext cx="816120" cy="38160"/>
            </p14:xfrm>
          </p:contentPart>
        </mc:Choice>
        <mc:Fallback xmlns="">
          <p:pic>
            <p:nvPicPr>
              <p:cNvPr id="7" name="Ink 6">
                <a:extLst>
                  <a:ext uri="{FF2B5EF4-FFF2-40B4-BE49-F238E27FC236}">
                    <a16:creationId xmlns:a16="http://schemas.microsoft.com/office/drawing/2014/main" id="{532925CD-E1D5-F616-CB4B-F5EA40F41FFA}"/>
                  </a:ext>
                </a:extLst>
              </p:cNvPr>
              <p:cNvPicPr/>
              <p:nvPr/>
            </p:nvPicPr>
            <p:blipFill>
              <a:blip r:embed="rId7"/>
              <a:stretch>
                <a:fillRect/>
              </a:stretch>
            </p:blipFill>
            <p:spPr>
              <a:xfrm>
                <a:off x="8040814" y="2909060"/>
                <a:ext cx="846720" cy="68474"/>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CE17B2F4-D4C2-C15F-861D-A94B351FB022}"/>
                  </a:ext>
                </a:extLst>
              </p14:cNvPr>
              <p14:cNvContentPartPr/>
              <p14:nvPr/>
            </p14:nvContentPartPr>
            <p14:xfrm>
              <a:off x="9152854" y="3212755"/>
              <a:ext cx="38160" cy="493200"/>
            </p14:xfrm>
          </p:contentPart>
        </mc:Choice>
        <mc:Fallback xmlns="">
          <p:pic>
            <p:nvPicPr>
              <p:cNvPr id="8" name="Ink 7">
                <a:extLst>
                  <a:ext uri="{FF2B5EF4-FFF2-40B4-BE49-F238E27FC236}">
                    <a16:creationId xmlns:a16="http://schemas.microsoft.com/office/drawing/2014/main" id="{CE17B2F4-D4C2-C15F-861D-A94B351FB022}"/>
                  </a:ext>
                </a:extLst>
              </p:cNvPr>
              <p:cNvPicPr/>
              <p:nvPr/>
            </p:nvPicPr>
            <p:blipFill>
              <a:blip r:embed="rId9"/>
              <a:stretch>
                <a:fillRect/>
              </a:stretch>
            </p:blipFill>
            <p:spPr>
              <a:xfrm>
                <a:off x="9137374" y="3197275"/>
                <a:ext cx="68760" cy="523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9918F8D1-CADE-5824-3823-23DA9D8F7CCD}"/>
                  </a:ext>
                </a:extLst>
              </p14:cNvPr>
              <p14:cNvContentPartPr/>
              <p14:nvPr/>
            </p14:nvContentPartPr>
            <p14:xfrm>
              <a:off x="9494134" y="2962195"/>
              <a:ext cx="971280" cy="53280"/>
            </p14:xfrm>
          </p:contentPart>
        </mc:Choice>
        <mc:Fallback xmlns="">
          <p:pic>
            <p:nvPicPr>
              <p:cNvPr id="9" name="Ink 8">
                <a:extLst>
                  <a:ext uri="{FF2B5EF4-FFF2-40B4-BE49-F238E27FC236}">
                    <a16:creationId xmlns:a16="http://schemas.microsoft.com/office/drawing/2014/main" id="{9918F8D1-CADE-5824-3823-23DA9D8F7CCD}"/>
                  </a:ext>
                </a:extLst>
              </p:cNvPr>
              <p:cNvPicPr/>
              <p:nvPr/>
            </p:nvPicPr>
            <p:blipFill>
              <a:blip r:embed="rId11"/>
              <a:stretch>
                <a:fillRect/>
              </a:stretch>
            </p:blipFill>
            <p:spPr>
              <a:xfrm>
                <a:off x="9478654" y="2946715"/>
                <a:ext cx="10018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E1547EED-9A85-B45C-FDEF-BA618218D377}"/>
                  </a:ext>
                </a:extLst>
              </p14:cNvPr>
              <p14:cNvContentPartPr/>
              <p14:nvPr/>
            </p14:nvContentPartPr>
            <p14:xfrm>
              <a:off x="8644534" y="1453075"/>
              <a:ext cx="773640" cy="569160"/>
            </p14:xfrm>
          </p:contentPart>
        </mc:Choice>
        <mc:Fallback xmlns="">
          <p:pic>
            <p:nvPicPr>
              <p:cNvPr id="10" name="Ink 9">
                <a:extLst>
                  <a:ext uri="{FF2B5EF4-FFF2-40B4-BE49-F238E27FC236}">
                    <a16:creationId xmlns:a16="http://schemas.microsoft.com/office/drawing/2014/main" id="{E1547EED-9A85-B45C-FDEF-BA618218D377}"/>
                  </a:ext>
                </a:extLst>
              </p:cNvPr>
              <p:cNvPicPr/>
              <p:nvPr/>
            </p:nvPicPr>
            <p:blipFill>
              <a:blip r:embed="rId13"/>
              <a:stretch>
                <a:fillRect/>
              </a:stretch>
            </p:blipFill>
            <p:spPr>
              <a:xfrm>
                <a:off x="8629061" y="1437595"/>
                <a:ext cx="804226" cy="599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375571C5-5F23-B8ED-B51A-5B2425533CD9}"/>
                  </a:ext>
                </a:extLst>
              </p14:cNvPr>
              <p14:cNvContentPartPr/>
              <p14:nvPr/>
            </p14:nvContentPartPr>
            <p14:xfrm>
              <a:off x="10525534" y="2711995"/>
              <a:ext cx="470520" cy="478440"/>
            </p14:xfrm>
          </p:contentPart>
        </mc:Choice>
        <mc:Fallback xmlns="">
          <p:pic>
            <p:nvPicPr>
              <p:cNvPr id="11" name="Ink 10">
                <a:extLst>
                  <a:ext uri="{FF2B5EF4-FFF2-40B4-BE49-F238E27FC236}">
                    <a16:creationId xmlns:a16="http://schemas.microsoft.com/office/drawing/2014/main" id="{375571C5-5F23-B8ED-B51A-5B2425533CD9}"/>
                  </a:ext>
                </a:extLst>
              </p:cNvPr>
              <p:cNvPicPr/>
              <p:nvPr/>
            </p:nvPicPr>
            <p:blipFill>
              <a:blip r:embed="rId15"/>
              <a:stretch>
                <a:fillRect/>
              </a:stretch>
            </p:blipFill>
            <p:spPr>
              <a:xfrm>
                <a:off x="10510066" y="2696515"/>
                <a:ext cx="501097" cy="509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ABFDB60B-F317-5DF5-5F80-A20C8BF2FF4A}"/>
                  </a:ext>
                </a:extLst>
              </p14:cNvPr>
              <p14:cNvContentPartPr/>
              <p14:nvPr/>
            </p14:nvContentPartPr>
            <p14:xfrm>
              <a:off x="8720494" y="3789115"/>
              <a:ext cx="568800" cy="554040"/>
            </p14:xfrm>
          </p:contentPart>
        </mc:Choice>
        <mc:Fallback xmlns="">
          <p:pic>
            <p:nvPicPr>
              <p:cNvPr id="12" name="Ink 11">
                <a:extLst>
                  <a:ext uri="{FF2B5EF4-FFF2-40B4-BE49-F238E27FC236}">
                    <a16:creationId xmlns:a16="http://schemas.microsoft.com/office/drawing/2014/main" id="{ABFDB60B-F317-5DF5-5F80-A20C8BF2FF4A}"/>
                  </a:ext>
                </a:extLst>
              </p:cNvPr>
              <p:cNvPicPr/>
              <p:nvPr/>
            </p:nvPicPr>
            <p:blipFill>
              <a:blip r:embed="rId17"/>
              <a:stretch>
                <a:fillRect/>
              </a:stretch>
            </p:blipFill>
            <p:spPr>
              <a:xfrm>
                <a:off x="8705024" y="3773635"/>
                <a:ext cx="599381" cy="584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B9AFB0FE-12D5-75C4-C4DE-11382865B81F}"/>
                  </a:ext>
                </a:extLst>
              </p14:cNvPr>
              <p14:cNvContentPartPr/>
              <p14:nvPr/>
            </p14:nvContentPartPr>
            <p14:xfrm>
              <a:off x="7370134" y="2734675"/>
              <a:ext cx="508320" cy="493560"/>
            </p14:xfrm>
          </p:contentPart>
        </mc:Choice>
        <mc:Fallback xmlns="">
          <p:pic>
            <p:nvPicPr>
              <p:cNvPr id="13" name="Ink 12">
                <a:extLst>
                  <a:ext uri="{FF2B5EF4-FFF2-40B4-BE49-F238E27FC236}">
                    <a16:creationId xmlns:a16="http://schemas.microsoft.com/office/drawing/2014/main" id="{B9AFB0FE-12D5-75C4-C4DE-11382865B81F}"/>
                  </a:ext>
                </a:extLst>
              </p:cNvPr>
              <p:cNvPicPr/>
              <p:nvPr/>
            </p:nvPicPr>
            <p:blipFill>
              <a:blip r:embed="rId19"/>
              <a:stretch>
                <a:fillRect/>
              </a:stretch>
            </p:blipFill>
            <p:spPr>
              <a:xfrm>
                <a:off x="7354654" y="2719184"/>
                <a:ext cx="538920" cy="524182"/>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 name="Ink 4">
                <a:extLst>
                  <a:ext uri="{FF2B5EF4-FFF2-40B4-BE49-F238E27FC236}">
                    <a16:creationId xmlns:a16="http://schemas.microsoft.com/office/drawing/2014/main" id="{691E1AF8-1984-CFA3-E247-C517A1B6FC34}"/>
                  </a:ext>
                </a:extLst>
              </p14:cNvPr>
              <p14:cNvContentPartPr/>
              <p14:nvPr/>
            </p14:nvContentPartPr>
            <p14:xfrm>
              <a:off x="926640" y="123480"/>
              <a:ext cx="11070720" cy="5761800"/>
            </p14:xfrm>
          </p:contentPart>
        </mc:Choice>
        <mc:Fallback xmlns="">
          <p:pic>
            <p:nvPicPr>
              <p:cNvPr id="5" name="Ink 4">
                <a:extLst>
                  <a:ext uri="{FF2B5EF4-FFF2-40B4-BE49-F238E27FC236}">
                    <a16:creationId xmlns:a16="http://schemas.microsoft.com/office/drawing/2014/main" id="{691E1AF8-1984-CFA3-E247-C517A1B6FC34}"/>
                  </a:ext>
                </a:extLst>
              </p:cNvPr>
              <p:cNvPicPr/>
              <p:nvPr/>
            </p:nvPicPr>
            <p:blipFill>
              <a:blip r:embed="rId21"/>
              <a:stretch>
                <a:fillRect/>
              </a:stretch>
            </p:blipFill>
            <p:spPr>
              <a:xfrm>
                <a:off x="917280" y="114120"/>
                <a:ext cx="11089440" cy="5780520"/>
              </a:xfrm>
              <a:prstGeom prst="rect">
                <a:avLst/>
              </a:prstGeom>
            </p:spPr>
          </p:pic>
        </mc:Fallback>
      </mc:AlternateContent>
    </p:spTree>
    <p:extLst>
      <p:ext uri="{BB962C8B-B14F-4D97-AF65-F5344CB8AC3E}">
        <p14:creationId xmlns:p14="http://schemas.microsoft.com/office/powerpoint/2010/main" val="2410694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315055" y="62066"/>
            <a:ext cx="10515600" cy="894622"/>
          </a:xfrm>
        </p:spPr>
        <p:txBody>
          <a:bodyPr>
            <a:normAutofit/>
          </a:bodyPr>
          <a:lstStyle/>
          <a:p>
            <a:r>
              <a:rPr lang="en-US" b="0" kern="0">
                <a:solidFill>
                  <a:schemeClr val="bg1"/>
                </a:solidFill>
                <a:latin typeface="+mn-lt"/>
                <a:ea typeface="ＭＳ Ｐゴシック" charset="0"/>
              </a:rPr>
              <a:t>Routing algorithm: Self-learning Switch</a:t>
            </a:r>
            <a:endParaRPr lang="en-US" sz="4400" b="0">
              <a:solidFill>
                <a:schemeClr val="bg1"/>
              </a:solidFill>
              <a:latin typeface="+mn-lt"/>
            </a:endParaRPr>
          </a:p>
        </p:txBody>
      </p:sp>
      <p:grpSp>
        <p:nvGrpSpPr>
          <p:cNvPr id="121" name="Group 120">
            <a:extLst>
              <a:ext uri="{FF2B5EF4-FFF2-40B4-BE49-F238E27FC236}">
                <a16:creationId xmlns:a16="http://schemas.microsoft.com/office/drawing/2014/main" id="{8491F554-2C7A-214A-897B-0FB0A1CB751B}"/>
              </a:ext>
            </a:extLst>
          </p:cNvPr>
          <p:cNvGrpSpPr/>
          <p:nvPr/>
        </p:nvGrpSpPr>
        <p:grpSpPr>
          <a:xfrm>
            <a:off x="7160640" y="1916920"/>
            <a:ext cx="3578613" cy="3064134"/>
            <a:chOff x="7670306" y="1697644"/>
            <a:chExt cx="3578613" cy="3064134"/>
          </a:xfrm>
        </p:grpSpPr>
        <p:cxnSp>
          <p:nvCxnSpPr>
            <p:cNvPr id="120" name="Straight Connector 119">
              <a:extLst>
                <a:ext uri="{FF2B5EF4-FFF2-40B4-BE49-F238E27FC236}">
                  <a16:creationId xmlns:a16="http://schemas.microsoft.com/office/drawing/2014/main" id="{20924CCE-3F57-D049-9D0A-B1D8FCF20BDA}"/>
                </a:ext>
              </a:extLst>
            </p:cNvPr>
            <p:cNvCxnSpPr/>
            <p:nvPr/>
          </p:nvCxnSpPr>
          <p:spPr>
            <a:xfrm>
              <a:off x="9587512" y="2387296"/>
              <a:ext cx="0" cy="16481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ext Box 23">
              <a:extLst>
                <a:ext uri="{FF2B5EF4-FFF2-40B4-BE49-F238E27FC236}">
                  <a16:creationId xmlns:a16="http://schemas.microsoft.com/office/drawing/2014/main" id="{6622E46D-9FDC-6942-8443-B6EE96C08DD5}"/>
                </a:ext>
              </a:extLst>
            </p:cNvPr>
            <p:cNvSpPr txBox="1">
              <a:spLocks noChangeArrowheads="1"/>
            </p:cNvSpPr>
            <p:nvPr/>
          </p:nvSpPr>
          <p:spPr bwMode="auto">
            <a:xfrm>
              <a:off x="9846148" y="1727551"/>
              <a:ext cx="3626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61" name="Text Box 24">
              <a:extLst>
                <a:ext uri="{FF2B5EF4-FFF2-40B4-BE49-F238E27FC236}">
                  <a16:creationId xmlns:a16="http://schemas.microsoft.com/office/drawing/2014/main" id="{FC43B703-F100-1449-9F08-04E8275B9785}"/>
                </a:ext>
              </a:extLst>
            </p:cNvPr>
            <p:cNvSpPr txBox="1">
              <a:spLocks noChangeArrowheads="1"/>
            </p:cNvSpPr>
            <p:nvPr/>
          </p:nvSpPr>
          <p:spPr bwMode="auto">
            <a:xfrm>
              <a:off x="9844697" y="4149731"/>
              <a:ext cx="439544"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62" name="Text Box 25">
              <a:extLst>
                <a:ext uri="{FF2B5EF4-FFF2-40B4-BE49-F238E27FC236}">
                  <a16:creationId xmlns:a16="http://schemas.microsoft.com/office/drawing/2014/main" id="{FF5419F0-A61E-DF4E-8994-AA7772D64A0C}"/>
                </a:ext>
              </a:extLst>
            </p:cNvPr>
            <p:cNvSpPr txBox="1">
              <a:spLocks noChangeArrowheads="1"/>
            </p:cNvSpPr>
            <p:nvPr/>
          </p:nvSpPr>
          <p:spPr bwMode="auto">
            <a:xfrm>
              <a:off x="10740738" y="2137677"/>
              <a:ext cx="35137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63" name="Text Box 26">
              <a:extLst>
                <a:ext uri="{FF2B5EF4-FFF2-40B4-BE49-F238E27FC236}">
                  <a16:creationId xmlns:a16="http://schemas.microsoft.com/office/drawing/2014/main" id="{6849FEF8-AECF-A148-8CDC-C71F2367AC54}"/>
                </a:ext>
              </a:extLst>
            </p:cNvPr>
            <p:cNvSpPr txBox="1">
              <a:spLocks noChangeArrowheads="1"/>
            </p:cNvSpPr>
            <p:nvPr/>
          </p:nvSpPr>
          <p:spPr bwMode="auto">
            <a:xfrm>
              <a:off x="8061935" y="3914988"/>
              <a:ext cx="42832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64" name="Text Box 27">
              <a:extLst>
                <a:ext uri="{FF2B5EF4-FFF2-40B4-BE49-F238E27FC236}">
                  <a16:creationId xmlns:a16="http://schemas.microsoft.com/office/drawing/2014/main" id="{9424AF7D-A121-114C-AC5C-79FC84F5CFB8}"/>
                </a:ext>
              </a:extLst>
            </p:cNvPr>
            <p:cNvSpPr txBox="1">
              <a:spLocks noChangeArrowheads="1"/>
            </p:cNvSpPr>
            <p:nvPr/>
          </p:nvSpPr>
          <p:spPr bwMode="auto">
            <a:xfrm>
              <a:off x="10739721" y="3994819"/>
              <a:ext cx="34817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sp>
          <p:nvSpPr>
            <p:cNvPr id="65" name="Text Box 28">
              <a:extLst>
                <a:ext uri="{FF2B5EF4-FFF2-40B4-BE49-F238E27FC236}">
                  <a16:creationId xmlns:a16="http://schemas.microsoft.com/office/drawing/2014/main" id="{200E3495-163D-C24E-87E9-B15114F849C7}"/>
                </a:ext>
              </a:extLst>
            </p:cNvPr>
            <p:cNvSpPr txBox="1">
              <a:spLocks noChangeArrowheads="1"/>
            </p:cNvSpPr>
            <p:nvPr/>
          </p:nvSpPr>
          <p:spPr bwMode="auto">
            <a:xfrm>
              <a:off x="8044749" y="2060029"/>
              <a:ext cx="425116"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grpSp>
          <p:nvGrpSpPr>
            <p:cNvPr id="105" name="Group 49">
              <a:extLst>
                <a:ext uri="{FF2B5EF4-FFF2-40B4-BE49-F238E27FC236}">
                  <a16:creationId xmlns:a16="http://schemas.microsoft.com/office/drawing/2014/main" id="{2909A8E8-3B3E-B94A-A268-12FA81AA752D}"/>
                </a:ext>
              </a:extLst>
            </p:cNvPr>
            <p:cNvGrpSpPr>
              <a:grpSpLocks/>
            </p:cNvGrpSpPr>
            <p:nvPr/>
          </p:nvGrpSpPr>
          <p:grpSpPr bwMode="auto">
            <a:xfrm>
              <a:off x="7686715" y="2428791"/>
              <a:ext cx="833957" cy="690324"/>
              <a:chOff x="-44" y="1473"/>
              <a:chExt cx="981" cy="1105"/>
            </a:xfrm>
          </p:grpSpPr>
          <p:pic>
            <p:nvPicPr>
              <p:cNvPr id="106" name="Picture 50" descr="desktop_computer_stylized_medium">
                <a:extLst>
                  <a:ext uri="{FF2B5EF4-FFF2-40B4-BE49-F238E27FC236}">
                    <a16:creationId xmlns:a16="http://schemas.microsoft.com/office/drawing/2014/main" id="{4C993D65-A8AC-C24F-A8E1-0C71ED99F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7" name="Freeform 51">
                <a:extLst>
                  <a:ext uri="{FF2B5EF4-FFF2-40B4-BE49-F238E27FC236}">
                    <a16:creationId xmlns:a16="http://schemas.microsoft.com/office/drawing/2014/main" id="{CB7E302C-C236-0244-87D6-1E3E70C4518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91" name="Group 49">
              <a:extLst>
                <a:ext uri="{FF2B5EF4-FFF2-40B4-BE49-F238E27FC236}">
                  <a16:creationId xmlns:a16="http://schemas.microsoft.com/office/drawing/2014/main" id="{5273BA26-CBE3-134E-8F22-04D4CD3E9FA1}"/>
                </a:ext>
              </a:extLst>
            </p:cNvPr>
            <p:cNvGrpSpPr>
              <a:grpSpLocks/>
            </p:cNvGrpSpPr>
            <p:nvPr/>
          </p:nvGrpSpPr>
          <p:grpSpPr bwMode="auto">
            <a:xfrm>
              <a:off x="7670306" y="3312731"/>
              <a:ext cx="833957" cy="690324"/>
              <a:chOff x="-44" y="1473"/>
              <a:chExt cx="981" cy="1105"/>
            </a:xfrm>
          </p:grpSpPr>
          <p:pic>
            <p:nvPicPr>
              <p:cNvPr id="92" name="Picture 50" descr="desktop_computer_stylized_medium">
                <a:extLst>
                  <a:ext uri="{FF2B5EF4-FFF2-40B4-BE49-F238E27FC236}">
                    <a16:creationId xmlns:a16="http://schemas.microsoft.com/office/drawing/2014/main" id="{0B5C182E-CEBC-6E47-AB60-C10090993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3" name="Freeform 51">
                <a:extLst>
                  <a:ext uri="{FF2B5EF4-FFF2-40B4-BE49-F238E27FC236}">
                    <a16:creationId xmlns:a16="http://schemas.microsoft.com/office/drawing/2014/main" id="{FDBA5721-FF64-F348-B964-2E26A4468A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80" name="Text Box 35">
              <a:extLst>
                <a:ext uri="{FF2B5EF4-FFF2-40B4-BE49-F238E27FC236}">
                  <a16:creationId xmlns:a16="http://schemas.microsoft.com/office/drawing/2014/main" id="{D85F520A-7524-3D40-A439-8CDE292B34C5}"/>
                </a:ext>
              </a:extLst>
            </p:cNvPr>
            <p:cNvSpPr txBox="1">
              <a:spLocks noChangeArrowheads="1"/>
            </p:cNvSpPr>
            <p:nvPr/>
          </p:nvSpPr>
          <p:spPr bwMode="auto">
            <a:xfrm>
              <a:off x="9340356" y="2722016"/>
              <a:ext cx="312737" cy="3698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1</a:t>
              </a:r>
            </a:p>
          </p:txBody>
        </p:sp>
        <p:sp>
          <p:nvSpPr>
            <p:cNvPr id="81" name="Text Box 36">
              <a:extLst>
                <a:ext uri="{FF2B5EF4-FFF2-40B4-BE49-F238E27FC236}">
                  <a16:creationId xmlns:a16="http://schemas.microsoft.com/office/drawing/2014/main" id="{470DA178-E968-A943-85CD-CAF4B26DAEC8}"/>
                </a:ext>
              </a:extLst>
            </p:cNvPr>
            <p:cNvSpPr txBox="1">
              <a:spLocks noChangeArrowheads="1"/>
            </p:cNvSpPr>
            <p:nvPr/>
          </p:nvSpPr>
          <p:spPr bwMode="auto">
            <a:xfrm>
              <a:off x="9775745" y="2800425"/>
              <a:ext cx="30168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2</a:t>
              </a:r>
            </a:p>
          </p:txBody>
        </p:sp>
        <p:sp>
          <p:nvSpPr>
            <p:cNvPr id="82" name="Text Box 37">
              <a:extLst>
                <a:ext uri="{FF2B5EF4-FFF2-40B4-BE49-F238E27FC236}">
                  <a16:creationId xmlns:a16="http://schemas.microsoft.com/office/drawing/2014/main" id="{376E3621-6CFE-204E-8F4D-39AE53CF0430}"/>
                </a:ext>
              </a:extLst>
            </p:cNvPr>
            <p:cNvSpPr txBox="1">
              <a:spLocks noChangeArrowheads="1"/>
            </p:cNvSpPr>
            <p:nvPr/>
          </p:nvSpPr>
          <p:spPr bwMode="auto">
            <a:xfrm>
              <a:off x="9922900" y="3225116"/>
              <a:ext cx="30168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3</a:t>
              </a:r>
            </a:p>
          </p:txBody>
        </p:sp>
        <p:sp>
          <p:nvSpPr>
            <p:cNvPr id="83" name="Text Box 38">
              <a:extLst>
                <a:ext uri="{FF2B5EF4-FFF2-40B4-BE49-F238E27FC236}">
                  <a16:creationId xmlns:a16="http://schemas.microsoft.com/office/drawing/2014/main" id="{3011C175-89E3-8741-B58D-8B5BE4BAE690}"/>
                </a:ext>
              </a:extLst>
            </p:cNvPr>
            <p:cNvSpPr txBox="1">
              <a:spLocks noChangeArrowheads="1"/>
            </p:cNvSpPr>
            <p:nvPr/>
          </p:nvSpPr>
          <p:spPr bwMode="auto">
            <a:xfrm>
              <a:off x="9525472" y="3474353"/>
              <a:ext cx="30168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4</a:t>
              </a:r>
            </a:p>
          </p:txBody>
        </p:sp>
        <p:sp>
          <p:nvSpPr>
            <p:cNvPr id="84" name="Text Box 39">
              <a:extLst>
                <a:ext uri="{FF2B5EF4-FFF2-40B4-BE49-F238E27FC236}">
                  <a16:creationId xmlns:a16="http://schemas.microsoft.com/office/drawing/2014/main" id="{5B29F5A1-B63E-3846-A3E2-58E4C5752FB5}"/>
                </a:ext>
              </a:extLst>
            </p:cNvPr>
            <p:cNvSpPr txBox="1">
              <a:spLocks noChangeArrowheads="1"/>
            </p:cNvSpPr>
            <p:nvPr/>
          </p:nvSpPr>
          <p:spPr bwMode="auto">
            <a:xfrm>
              <a:off x="9061577" y="3440668"/>
              <a:ext cx="30168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5</a:t>
              </a:r>
            </a:p>
          </p:txBody>
        </p:sp>
        <p:sp>
          <p:nvSpPr>
            <p:cNvPr id="85" name="Text Box 40">
              <a:extLst>
                <a:ext uri="{FF2B5EF4-FFF2-40B4-BE49-F238E27FC236}">
                  <a16:creationId xmlns:a16="http://schemas.microsoft.com/office/drawing/2014/main" id="{5D63FF79-DA8B-0342-A3E1-AD2B9A26733B}"/>
                </a:ext>
              </a:extLst>
            </p:cNvPr>
            <p:cNvSpPr txBox="1">
              <a:spLocks noChangeArrowheads="1"/>
            </p:cNvSpPr>
            <p:nvPr/>
          </p:nvSpPr>
          <p:spPr bwMode="auto">
            <a:xfrm>
              <a:off x="8947484" y="3014530"/>
              <a:ext cx="319087" cy="3698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6</a:t>
              </a:r>
            </a:p>
          </p:txBody>
        </p:sp>
        <p:sp>
          <p:nvSpPr>
            <p:cNvPr id="108" name="Rectangle 37">
              <a:extLst>
                <a:ext uri="{FF2B5EF4-FFF2-40B4-BE49-F238E27FC236}">
                  <a16:creationId xmlns:a16="http://schemas.microsoft.com/office/drawing/2014/main" id="{25F61537-69D9-2542-AF7D-1F7D5E80C63C}"/>
                </a:ext>
              </a:extLst>
            </p:cNvPr>
            <p:cNvSpPr>
              <a:spLocks noChangeArrowheads="1"/>
            </p:cNvSpPr>
            <p:nvPr/>
          </p:nvSpPr>
          <p:spPr bwMode="auto">
            <a:xfrm rot="5400000">
              <a:off x="8461713" y="2732203"/>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09" name="Rectangle 37">
              <a:extLst>
                <a:ext uri="{FF2B5EF4-FFF2-40B4-BE49-F238E27FC236}">
                  <a16:creationId xmlns:a16="http://schemas.microsoft.com/office/drawing/2014/main" id="{350C81E9-380A-7F46-91B4-FCA7A4B97870}"/>
                </a:ext>
              </a:extLst>
            </p:cNvPr>
            <p:cNvSpPr>
              <a:spLocks noChangeArrowheads="1"/>
            </p:cNvSpPr>
            <p:nvPr/>
          </p:nvSpPr>
          <p:spPr bwMode="auto">
            <a:xfrm rot="5400000">
              <a:off x="8476898" y="3630561"/>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0" name="Rectangle 37">
              <a:extLst>
                <a:ext uri="{FF2B5EF4-FFF2-40B4-BE49-F238E27FC236}">
                  <a16:creationId xmlns:a16="http://schemas.microsoft.com/office/drawing/2014/main" id="{D9512E3C-142E-9744-90C8-CAECC07908AF}"/>
                </a:ext>
              </a:extLst>
            </p:cNvPr>
            <p:cNvSpPr>
              <a:spLocks noChangeArrowheads="1"/>
            </p:cNvSpPr>
            <p:nvPr/>
          </p:nvSpPr>
          <p:spPr bwMode="auto">
            <a:xfrm rot="5400000">
              <a:off x="10579799" y="273447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1" name="Rectangle 37">
              <a:extLst>
                <a:ext uri="{FF2B5EF4-FFF2-40B4-BE49-F238E27FC236}">
                  <a16:creationId xmlns:a16="http://schemas.microsoft.com/office/drawing/2014/main" id="{411F0A98-6385-274D-A80E-3786685FBD70}"/>
                </a:ext>
              </a:extLst>
            </p:cNvPr>
            <p:cNvSpPr>
              <a:spLocks noChangeArrowheads="1"/>
            </p:cNvSpPr>
            <p:nvPr/>
          </p:nvSpPr>
          <p:spPr bwMode="auto">
            <a:xfrm rot="5400000">
              <a:off x="10594984" y="3632828"/>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100" name="Group 44">
              <a:extLst>
                <a:ext uri="{FF2B5EF4-FFF2-40B4-BE49-F238E27FC236}">
                  <a16:creationId xmlns:a16="http://schemas.microsoft.com/office/drawing/2014/main" id="{D14AFC91-71E2-F24B-902C-C917FA8FA94E}"/>
                </a:ext>
              </a:extLst>
            </p:cNvPr>
            <p:cNvGrpSpPr>
              <a:grpSpLocks/>
            </p:cNvGrpSpPr>
            <p:nvPr/>
          </p:nvGrpSpPr>
          <p:grpSpPr bwMode="auto">
            <a:xfrm>
              <a:off x="10416209" y="2517915"/>
              <a:ext cx="799548" cy="697947"/>
              <a:chOff x="-44" y="1473"/>
              <a:chExt cx="981" cy="1105"/>
            </a:xfrm>
          </p:grpSpPr>
          <p:pic>
            <p:nvPicPr>
              <p:cNvPr id="102" name="Picture 45" descr="desktop_computer_stylized_medium">
                <a:extLst>
                  <a:ext uri="{FF2B5EF4-FFF2-40B4-BE49-F238E27FC236}">
                    <a16:creationId xmlns:a16="http://schemas.microsoft.com/office/drawing/2014/main" id="{9D322BDD-E57A-8444-8AFE-B4159D0BDD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3" name="Freeform 46">
                <a:extLst>
                  <a:ext uri="{FF2B5EF4-FFF2-40B4-BE49-F238E27FC236}">
                    <a16:creationId xmlns:a16="http://schemas.microsoft.com/office/drawing/2014/main" id="{7E0B05B5-6E51-3D4F-A876-9F08381512D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88" name="Picture 45" descr="desktop_computer_stylized_medium">
              <a:extLst>
                <a:ext uri="{FF2B5EF4-FFF2-40B4-BE49-F238E27FC236}">
                  <a16:creationId xmlns:a16="http://schemas.microsoft.com/office/drawing/2014/main" id="{6ED0D78A-97A6-FC4F-BA50-97C8A6D920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0395649" y="3398050"/>
              <a:ext cx="853270" cy="7416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9" name="Freeform 46">
              <a:extLst>
                <a:ext uri="{FF2B5EF4-FFF2-40B4-BE49-F238E27FC236}">
                  <a16:creationId xmlns:a16="http://schemas.microsoft.com/office/drawing/2014/main" id="{A05F0CAB-4DF9-BF46-9ACB-FF9BB4E4CEA3}"/>
                </a:ext>
              </a:extLst>
            </p:cNvPr>
            <p:cNvSpPr>
              <a:spLocks/>
            </p:cNvSpPr>
            <p:nvPr/>
          </p:nvSpPr>
          <p:spPr bwMode="auto">
            <a:xfrm flipH="1">
              <a:off x="10752102" y="3466315"/>
              <a:ext cx="414893" cy="339637"/>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cxnSp>
          <p:nvCxnSpPr>
            <p:cNvPr id="4" name="Straight Connector 3">
              <a:extLst>
                <a:ext uri="{FF2B5EF4-FFF2-40B4-BE49-F238E27FC236}">
                  <a16:creationId xmlns:a16="http://schemas.microsoft.com/office/drawing/2014/main" id="{5D7DEA5B-74C6-6D4E-A564-97C477937229}"/>
                </a:ext>
              </a:extLst>
            </p:cNvPr>
            <p:cNvCxnSpPr>
              <a:cxnSpLocks/>
              <a:stCxn id="108" idx="0"/>
              <a:endCxn id="111" idx="2"/>
            </p:cNvCxnSpPr>
            <p:nvPr/>
          </p:nvCxnSpPr>
          <p:spPr>
            <a:xfrm>
              <a:off x="8638885" y="2857428"/>
              <a:ext cx="1882821" cy="9006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8B44F92-1523-6C40-AD86-F840EA2D6FA1}"/>
                </a:ext>
              </a:extLst>
            </p:cNvPr>
            <p:cNvCxnSpPr>
              <a:cxnSpLocks/>
            </p:cNvCxnSpPr>
            <p:nvPr/>
          </p:nvCxnSpPr>
          <p:spPr>
            <a:xfrm flipV="1">
              <a:off x="8648700" y="2858184"/>
              <a:ext cx="1869638" cy="9044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Rectangle 37">
              <a:extLst>
                <a:ext uri="{FF2B5EF4-FFF2-40B4-BE49-F238E27FC236}">
                  <a16:creationId xmlns:a16="http://schemas.microsoft.com/office/drawing/2014/main" id="{D75AB559-876E-124D-AE96-8DE8C51BB978}"/>
                </a:ext>
              </a:extLst>
            </p:cNvPr>
            <p:cNvSpPr>
              <a:spLocks noChangeArrowheads="1"/>
            </p:cNvSpPr>
            <p:nvPr/>
          </p:nvSpPr>
          <p:spPr bwMode="auto">
            <a:xfrm rot="10800000">
              <a:off x="9534072" y="2230527"/>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9" name="Rectangle 37">
              <a:extLst>
                <a:ext uri="{FF2B5EF4-FFF2-40B4-BE49-F238E27FC236}">
                  <a16:creationId xmlns:a16="http://schemas.microsoft.com/office/drawing/2014/main" id="{75D02172-6808-7F4C-B887-5DF27DF57A3D}"/>
                </a:ext>
              </a:extLst>
            </p:cNvPr>
            <p:cNvSpPr>
              <a:spLocks noChangeArrowheads="1"/>
            </p:cNvSpPr>
            <p:nvPr/>
          </p:nvSpPr>
          <p:spPr bwMode="auto">
            <a:xfrm rot="10800000">
              <a:off x="9531052" y="3935912"/>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122" name="Group 121">
              <a:extLst>
                <a:ext uri="{FF2B5EF4-FFF2-40B4-BE49-F238E27FC236}">
                  <a16:creationId xmlns:a16="http://schemas.microsoft.com/office/drawing/2014/main" id="{9BA061E6-1E33-7C4D-A760-2EAAE6F141CE}"/>
                </a:ext>
              </a:extLst>
            </p:cNvPr>
            <p:cNvGrpSpPr/>
            <p:nvPr/>
          </p:nvGrpSpPr>
          <p:grpSpPr>
            <a:xfrm>
              <a:off x="9236687" y="3108787"/>
              <a:ext cx="711278" cy="420709"/>
              <a:chOff x="3668110" y="2448910"/>
              <a:chExt cx="3794234" cy="2165130"/>
            </a:xfrm>
          </p:grpSpPr>
          <p:sp>
            <p:nvSpPr>
              <p:cNvPr id="123" name="Rectangle 122">
                <a:extLst>
                  <a:ext uri="{FF2B5EF4-FFF2-40B4-BE49-F238E27FC236}">
                    <a16:creationId xmlns:a16="http://schemas.microsoft.com/office/drawing/2014/main" id="{9EED6747-7F6F-7F43-9DCE-4375015BFE25}"/>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Freeform 123">
                <a:extLst>
                  <a:ext uri="{FF2B5EF4-FFF2-40B4-BE49-F238E27FC236}">
                    <a16:creationId xmlns:a16="http://schemas.microsoft.com/office/drawing/2014/main" id="{713BD2F3-A046-C844-9290-8007C98F1EE3}"/>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5" name="Group 124">
                <a:extLst>
                  <a:ext uri="{FF2B5EF4-FFF2-40B4-BE49-F238E27FC236}">
                    <a16:creationId xmlns:a16="http://schemas.microsoft.com/office/drawing/2014/main" id="{58BA6AB3-60D9-084F-ADAD-5105679BCDE8}"/>
                  </a:ext>
                </a:extLst>
              </p:cNvPr>
              <p:cNvGrpSpPr/>
              <p:nvPr/>
            </p:nvGrpSpPr>
            <p:grpSpPr>
              <a:xfrm>
                <a:off x="3941378" y="2603243"/>
                <a:ext cx="3202061" cy="1066110"/>
                <a:chOff x="7939341" y="3037317"/>
                <a:chExt cx="897649" cy="353919"/>
              </a:xfrm>
            </p:grpSpPr>
            <p:sp>
              <p:nvSpPr>
                <p:cNvPr id="126" name="Freeform 125">
                  <a:extLst>
                    <a:ext uri="{FF2B5EF4-FFF2-40B4-BE49-F238E27FC236}">
                      <a16:creationId xmlns:a16="http://schemas.microsoft.com/office/drawing/2014/main" id="{B47D322F-8E6C-C740-9424-B4336CB3860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A90CA4C8-0135-1444-9709-18E5C661430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6F5E61E2-0756-ED4D-8685-32B20FE49B3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Freeform 128">
                  <a:extLst>
                    <a:ext uri="{FF2B5EF4-FFF2-40B4-BE49-F238E27FC236}">
                      <a16:creationId xmlns:a16="http://schemas.microsoft.com/office/drawing/2014/main" id="{9EB332DA-F807-8347-93F2-C5388D159AB7}"/>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5" name="Group 44">
              <a:extLst>
                <a:ext uri="{FF2B5EF4-FFF2-40B4-BE49-F238E27FC236}">
                  <a16:creationId xmlns:a16="http://schemas.microsoft.com/office/drawing/2014/main" id="{426DCB6B-A219-374F-8F06-F18D724B8563}"/>
                </a:ext>
              </a:extLst>
            </p:cNvPr>
            <p:cNvGrpSpPr>
              <a:grpSpLocks/>
            </p:cNvGrpSpPr>
            <p:nvPr/>
          </p:nvGrpSpPr>
          <p:grpSpPr bwMode="auto">
            <a:xfrm>
              <a:off x="9011867" y="4020081"/>
              <a:ext cx="853270" cy="741697"/>
              <a:chOff x="-44" y="1473"/>
              <a:chExt cx="981" cy="1105"/>
            </a:xfrm>
          </p:grpSpPr>
          <p:pic>
            <p:nvPicPr>
              <p:cNvPr id="96" name="Picture 45" descr="desktop_computer_stylized_medium">
                <a:extLst>
                  <a:ext uri="{FF2B5EF4-FFF2-40B4-BE49-F238E27FC236}">
                    <a16:creationId xmlns:a16="http://schemas.microsoft.com/office/drawing/2014/main" id="{BA7C916A-9A78-3E4C-80BC-A0D48EEB77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7" name="Freeform 46">
                <a:extLst>
                  <a:ext uri="{FF2B5EF4-FFF2-40B4-BE49-F238E27FC236}">
                    <a16:creationId xmlns:a16="http://schemas.microsoft.com/office/drawing/2014/main" id="{3B939C3B-3462-3744-96CE-3ECDF9D8EDB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73" name="Group 44">
              <a:extLst>
                <a:ext uri="{FF2B5EF4-FFF2-40B4-BE49-F238E27FC236}">
                  <a16:creationId xmlns:a16="http://schemas.microsoft.com/office/drawing/2014/main" id="{265543F6-BA09-9844-B798-D9E4755DE1B4}"/>
                </a:ext>
              </a:extLst>
            </p:cNvPr>
            <p:cNvGrpSpPr>
              <a:grpSpLocks/>
            </p:cNvGrpSpPr>
            <p:nvPr/>
          </p:nvGrpSpPr>
          <p:grpSpPr bwMode="auto">
            <a:xfrm>
              <a:off x="9087713" y="1697644"/>
              <a:ext cx="853270" cy="741697"/>
              <a:chOff x="-44" y="1473"/>
              <a:chExt cx="981" cy="1105"/>
            </a:xfrm>
          </p:grpSpPr>
          <p:pic>
            <p:nvPicPr>
              <p:cNvPr id="98" name="Picture 45" descr="desktop_computer_stylized_medium">
                <a:extLst>
                  <a:ext uri="{FF2B5EF4-FFF2-40B4-BE49-F238E27FC236}">
                    <a16:creationId xmlns:a16="http://schemas.microsoft.com/office/drawing/2014/main" id="{F5B56AF6-7AEE-0F4C-8EF5-5BAE871304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9" name="Freeform 46">
                <a:extLst>
                  <a:ext uri="{FF2B5EF4-FFF2-40B4-BE49-F238E27FC236}">
                    <a16:creationId xmlns:a16="http://schemas.microsoft.com/office/drawing/2014/main" id="{E5EF4B97-CB79-BF44-8332-3F89F741ACF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sp>
        <p:nvSpPr>
          <p:cNvPr id="56" name="Rectangle 3">
            <a:extLst>
              <a:ext uri="{FF2B5EF4-FFF2-40B4-BE49-F238E27FC236}">
                <a16:creationId xmlns:a16="http://schemas.microsoft.com/office/drawing/2014/main" id="{85F01849-AEE6-3441-878F-12EDB7FD0A7C}"/>
              </a:ext>
            </a:extLst>
          </p:cNvPr>
          <p:cNvSpPr txBox="1">
            <a:spLocks noChangeArrowheads="1"/>
          </p:cNvSpPr>
          <p:nvPr/>
        </p:nvSpPr>
        <p:spPr>
          <a:xfrm>
            <a:off x="976536" y="1261672"/>
            <a:ext cx="5123322" cy="495601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marR="0" lvl="0" indent="-231775"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switch</a:t>
            </a:r>
            <a:r>
              <a:rPr kumimoji="0" lang="en-US" sz="3200" b="0" i="0" u="none" strike="noStrike" kern="1200" cap="none" spc="0" normalizeH="0" baseline="0" noProof="0">
                <a:ln>
                  <a:noFill/>
                </a:ln>
                <a:solidFill>
                  <a:srgbClr val="FF0000"/>
                </a:solidFill>
                <a:effectLst/>
                <a:uLnTx/>
                <a:uFillTx/>
                <a:latin typeface="Calibri" panose="020F0502020204030204"/>
                <a:ea typeface="+mn-ea"/>
                <a:cs typeface="+mn-cs"/>
              </a:rPr>
              <a:t> </a:t>
            </a:r>
            <a:r>
              <a:rPr kumimoji="0" lang="en-US" sz="3200" b="0" i="1" u="none" strike="noStrike" kern="1200" cap="none" spc="0" normalizeH="0" baseline="0" noProof="0">
                <a:ln>
                  <a:noFill/>
                </a:ln>
                <a:solidFill>
                  <a:srgbClr val="CC0000"/>
                </a:solidFill>
                <a:effectLst/>
                <a:uLnTx/>
                <a:uFillTx/>
                <a:latin typeface="Calibri" panose="020F0502020204030204"/>
                <a:ea typeface="+mn-ea"/>
                <a:cs typeface="+mn-cs"/>
              </a:rPr>
              <a:t>learns</a:t>
            </a:r>
            <a:r>
              <a:rPr kumimoji="0" lang="en-US" sz="3200" b="0" i="0" u="none" strike="noStrike" kern="1200" cap="none" spc="0" normalizeH="0" baseline="0" noProof="0">
                <a:ln>
                  <a:noFill/>
                </a:ln>
                <a:solidFill>
                  <a:srgbClr val="CC0000"/>
                </a:solidFill>
                <a:effectLst/>
                <a:uLnTx/>
                <a:uFillTx/>
                <a:latin typeface="Calibri" panose="020F0502020204030204"/>
                <a:ea typeface="+mn-ea"/>
                <a:cs typeface="+mn-cs"/>
              </a:rPr>
              <a:t> </a:t>
            </a: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which hosts can be reached through which interfaces</a:t>
            </a:r>
          </a:p>
        </p:txBody>
      </p:sp>
      <p:grpSp>
        <p:nvGrpSpPr>
          <p:cNvPr id="87" name="Group 36">
            <a:extLst>
              <a:ext uri="{FF2B5EF4-FFF2-40B4-BE49-F238E27FC236}">
                <a16:creationId xmlns:a16="http://schemas.microsoft.com/office/drawing/2014/main" id="{DAA48F12-6533-5E49-BC8C-E6111336043F}"/>
              </a:ext>
            </a:extLst>
          </p:cNvPr>
          <p:cNvGrpSpPr>
            <a:grpSpLocks/>
          </p:cNvGrpSpPr>
          <p:nvPr/>
        </p:nvGrpSpPr>
        <p:grpSpPr bwMode="auto">
          <a:xfrm>
            <a:off x="9401904" y="1700213"/>
            <a:ext cx="1428750" cy="369887"/>
            <a:chOff x="1750" y="3514"/>
            <a:chExt cx="900" cy="233"/>
          </a:xfrm>
        </p:grpSpPr>
        <p:sp>
          <p:nvSpPr>
            <p:cNvPr id="90" name="Rectangle 32">
              <a:extLst>
                <a:ext uri="{FF2B5EF4-FFF2-40B4-BE49-F238E27FC236}">
                  <a16:creationId xmlns:a16="http://schemas.microsoft.com/office/drawing/2014/main" id="{D78A7103-7C7E-4148-ADEE-247272ED7AB7}"/>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94" name="Text Box 33">
              <a:extLst>
                <a:ext uri="{FF2B5EF4-FFF2-40B4-BE49-F238E27FC236}">
                  <a16:creationId xmlns:a16="http://schemas.microsoft.com/office/drawing/2014/main" id="{DFB7B335-ED11-BB47-948B-912AABEB9A06}"/>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101" name="Line 34">
              <a:extLst>
                <a:ext uri="{FF2B5EF4-FFF2-40B4-BE49-F238E27FC236}">
                  <a16:creationId xmlns:a16="http://schemas.microsoft.com/office/drawing/2014/main" id="{5AD7E61E-1B4F-9F40-849C-B58555EB703B}"/>
                </a:ext>
              </a:extLst>
            </p:cNvPr>
            <p:cNvSpPr>
              <a:spLocks noChangeShapeType="1"/>
            </p:cNvSpPr>
            <p:nvPr/>
          </p:nvSpPr>
          <p:spPr bwMode="auto">
            <a:xfrm>
              <a:off x="1936" y="3545"/>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04" name="Line 35">
              <a:extLst>
                <a:ext uri="{FF2B5EF4-FFF2-40B4-BE49-F238E27FC236}">
                  <a16:creationId xmlns:a16="http://schemas.microsoft.com/office/drawing/2014/main" id="{9BB2E148-C440-834C-AD0F-790E8F10D633}"/>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112" name="Group 41">
            <a:extLst>
              <a:ext uri="{FF2B5EF4-FFF2-40B4-BE49-F238E27FC236}">
                <a16:creationId xmlns:a16="http://schemas.microsoft.com/office/drawing/2014/main" id="{3C28E805-471B-E04D-97A8-9A5E40DFB23E}"/>
              </a:ext>
            </a:extLst>
          </p:cNvPr>
          <p:cNvGrpSpPr>
            <a:grpSpLocks/>
          </p:cNvGrpSpPr>
          <p:nvPr/>
        </p:nvGrpSpPr>
        <p:grpSpPr bwMode="auto">
          <a:xfrm>
            <a:off x="9617804" y="1001713"/>
            <a:ext cx="1450975" cy="714375"/>
            <a:chOff x="4406" y="331"/>
            <a:chExt cx="914" cy="450"/>
          </a:xfrm>
        </p:grpSpPr>
        <p:sp>
          <p:nvSpPr>
            <p:cNvPr id="113" name="Line 37">
              <a:extLst>
                <a:ext uri="{FF2B5EF4-FFF2-40B4-BE49-F238E27FC236}">
                  <a16:creationId xmlns:a16="http://schemas.microsoft.com/office/drawing/2014/main" id="{6AB9F431-37D8-8C42-BF8F-9B4CFEC5C601}"/>
                </a:ext>
              </a:extLst>
            </p:cNvPr>
            <p:cNvSpPr>
              <a:spLocks noChangeShapeType="1"/>
            </p:cNvSpPr>
            <p:nvPr/>
          </p:nvSpPr>
          <p:spPr bwMode="auto">
            <a:xfrm flipV="1">
              <a:off x="4406" y="439"/>
              <a:ext cx="252" cy="339"/>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14" name="Line 38">
              <a:extLst>
                <a:ext uri="{FF2B5EF4-FFF2-40B4-BE49-F238E27FC236}">
                  <a16:creationId xmlns:a16="http://schemas.microsoft.com/office/drawing/2014/main" id="{01DF6A7E-0C82-EF4D-B658-AFDC6B130756}"/>
                </a:ext>
              </a:extLst>
            </p:cNvPr>
            <p:cNvSpPr>
              <a:spLocks noChangeShapeType="1"/>
            </p:cNvSpPr>
            <p:nvPr/>
          </p:nvSpPr>
          <p:spPr bwMode="auto">
            <a:xfrm flipV="1">
              <a:off x="4524" y="594"/>
              <a:ext cx="137" cy="187"/>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15" name="Text Box 39">
              <a:extLst>
                <a:ext uri="{FF2B5EF4-FFF2-40B4-BE49-F238E27FC236}">
                  <a16:creationId xmlns:a16="http://schemas.microsoft.com/office/drawing/2014/main" id="{89A8208A-B64D-A649-BF1C-4C74413EA27C}"/>
                </a:ext>
              </a:extLst>
            </p:cNvPr>
            <p:cNvSpPr txBox="1">
              <a:spLocks noChangeArrowheads="1"/>
            </p:cNvSpPr>
            <p:nvPr/>
          </p:nvSpPr>
          <p:spPr bwMode="auto">
            <a:xfrm>
              <a:off x="4643" y="331"/>
              <a:ext cx="677"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Source: A</a:t>
              </a:r>
            </a:p>
          </p:txBody>
        </p:sp>
        <p:sp>
          <p:nvSpPr>
            <p:cNvPr id="117" name="Text Box 40">
              <a:extLst>
                <a:ext uri="{FF2B5EF4-FFF2-40B4-BE49-F238E27FC236}">
                  <a16:creationId xmlns:a16="http://schemas.microsoft.com/office/drawing/2014/main" id="{DAE4B472-EC59-3840-A021-8B5DF3B06B15}"/>
                </a:ext>
              </a:extLst>
            </p:cNvPr>
            <p:cNvSpPr txBox="1">
              <a:spLocks noChangeArrowheads="1"/>
            </p:cNvSpPr>
            <p:nvPr/>
          </p:nvSpPr>
          <p:spPr bwMode="auto">
            <a:xfrm>
              <a:off x="4660" y="492"/>
              <a:ext cx="598"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Dest: A</a:t>
              </a:r>
              <a:r>
                <a:rPr kumimoji="0" lang="ja-JP" alt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a:t>
              </a: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grpSp>
      <p:grpSp>
        <p:nvGrpSpPr>
          <p:cNvPr id="136" name="Group 47">
            <a:extLst>
              <a:ext uri="{FF2B5EF4-FFF2-40B4-BE49-F238E27FC236}">
                <a16:creationId xmlns:a16="http://schemas.microsoft.com/office/drawing/2014/main" id="{1B12577C-0191-8E4E-A291-946524830733}"/>
              </a:ext>
            </a:extLst>
          </p:cNvPr>
          <p:cNvGrpSpPr>
            <a:grpSpLocks/>
          </p:cNvGrpSpPr>
          <p:nvPr/>
        </p:nvGrpSpPr>
        <p:grpSpPr bwMode="auto">
          <a:xfrm>
            <a:off x="6859613" y="5161978"/>
            <a:ext cx="3017838" cy="1444625"/>
            <a:chOff x="3441" y="3154"/>
            <a:chExt cx="1901" cy="910"/>
          </a:xfrm>
        </p:grpSpPr>
        <p:sp>
          <p:nvSpPr>
            <p:cNvPr id="137" name="Rectangle 43">
              <a:extLst>
                <a:ext uri="{FF2B5EF4-FFF2-40B4-BE49-F238E27FC236}">
                  <a16:creationId xmlns:a16="http://schemas.microsoft.com/office/drawing/2014/main" id="{CFC4983A-87EB-6F46-ABFC-40F8E7DC672F}"/>
                </a:ext>
              </a:extLst>
            </p:cNvPr>
            <p:cNvSpPr>
              <a:spLocks noChangeArrowheads="1"/>
            </p:cNvSpPr>
            <p:nvPr/>
          </p:nvSpPr>
          <p:spPr bwMode="auto">
            <a:xfrm>
              <a:off x="3449" y="3154"/>
              <a:ext cx="1893" cy="907"/>
            </a:xfrm>
            <a:prstGeom prst="rect">
              <a:avLst/>
            </a:prstGeom>
            <a:solidFill>
              <a:schemeClr val="bg1"/>
            </a:solidFill>
            <a:ln w="9525">
              <a:solidFill>
                <a:schemeClr val="tx1"/>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38" name="Text Box 42">
              <a:extLst>
                <a:ext uri="{FF2B5EF4-FFF2-40B4-BE49-F238E27FC236}">
                  <a16:creationId xmlns:a16="http://schemas.microsoft.com/office/drawing/2014/main" id="{73B1613F-E0C4-884E-BF3F-ED286CD7912B}"/>
                </a:ext>
              </a:extLst>
            </p:cNvPr>
            <p:cNvSpPr txBox="1">
              <a:spLocks noChangeArrowheads="1"/>
            </p:cNvSpPr>
            <p:nvPr/>
          </p:nvSpPr>
          <p:spPr bwMode="auto">
            <a:xfrm>
              <a:off x="3441" y="3175"/>
              <a:ext cx="1867"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Arial" charset="0"/>
                </a:rPr>
                <a:t>MAC addr   interface    TTL</a:t>
              </a:r>
            </a:p>
          </p:txBody>
        </p:sp>
        <p:sp>
          <p:nvSpPr>
            <p:cNvPr id="139" name="Line 44">
              <a:extLst>
                <a:ext uri="{FF2B5EF4-FFF2-40B4-BE49-F238E27FC236}">
                  <a16:creationId xmlns:a16="http://schemas.microsoft.com/office/drawing/2014/main" id="{27310E1A-F7A8-C34F-B4AB-DA69889E7ED2}"/>
                </a:ext>
              </a:extLst>
            </p:cNvPr>
            <p:cNvSpPr>
              <a:spLocks noChangeShapeType="1"/>
            </p:cNvSpPr>
            <p:nvPr/>
          </p:nvSpPr>
          <p:spPr bwMode="auto">
            <a:xfrm>
              <a:off x="4226" y="3154"/>
              <a:ext cx="0" cy="90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Line 45">
              <a:extLst>
                <a:ext uri="{FF2B5EF4-FFF2-40B4-BE49-F238E27FC236}">
                  <a16:creationId xmlns:a16="http://schemas.microsoft.com/office/drawing/2014/main" id="{8D5C0673-87EF-E145-991E-580068245AB7}"/>
                </a:ext>
              </a:extLst>
            </p:cNvPr>
            <p:cNvSpPr>
              <a:spLocks noChangeShapeType="1"/>
            </p:cNvSpPr>
            <p:nvPr/>
          </p:nvSpPr>
          <p:spPr bwMode="auto">
            <a:xfrm>
              <a:off x="4963" y="3157"/>
              <a:ext cx="0" cy="90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Line 46">
              <a:extLst>
                <a:ext uri="{FF2B5EF4-FFF2-40B4-BE49-F238E27FC236}">
                  <a16:creationId xmlns:a16="http://schemas.microsoft.com/office/drawing/2014/main" id="{25D52884-545E-1443-BF74-A53234D42DD2}"/>
                </a:ext>
              </a:extLst>
            </p:cNvPr>
            <p:cNvSpPr>
              <a:spLocks noChangeShapeType="1"/>
            </p:cNvSpPr>
            <p:nvPr/>
          </p:nvSpPr>
          <p:spPr bwMode="auto">
            <a:xfrm>
              <a:off x="3452" y="3397"/>
              <a:ext cx="1886"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2" name="Text Box 48">
            <a:extLst>
              <a:ext uri="{FF2B5EF4-FFF2-40B4-BE49-F238E27FC236}">
                <a16:creationId xmlns:a16="http://schemas.microsoft.com/office/drawing/2014/main" id="{2C00B571-E4E4-084A-9CDA-551389440F75}"/>
              </a:ext>
            </a:extLst>
          </p:cNvPr>
          <p:cNvSpPr txBox="1">
            <a:spLocks noChangeArrowheads="1"/>
          </p:cNvSpPr>
          <p:nvPr/>
        </p:nvSpPr>
        <p:spPr bwMode="auto">
          <a:xfrm>
            <a:off x="9971998" y="5026261"/>
            <a:ext cx="1724025" cy="646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Switch table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(initially empty)</a:t>
            </a:r>
          </a:p>
        </p:txBody>
      </p:sp>
      <p:grpSp>
        <p:nvGrpSpPr>
          <p:cNvPr id="143" name="Group 53">
            <a:extLst>
              <a:ext uri="{FF2B5EF4-FFF2-40B4-BE49-F238E27FC236}">
                <a16:creationId xmlns:a16="http://schemas.microsoft.com/office/drawing/2014/main" id="{D17C6D36-E54D-044E-A019-1162299E8C67}"/>
              </a:ext>
            </a:extLst>
          </p:cNvPr>
          <p:cNvGrpSpPr>
            <a:grpSpLocks/>
          </p:cNvGrpSpPr>
          <p:nvPr/>
        </p:nvGrpSpPr>
        <p:grpSpPr bwMode="auto">
          <a:xfrm>
            <a:off x="7294588" y="5595366"/>
            <a:ext cx="2471738" cy="376237"/>
            <a:chOff x="2376" y="3383"/>
            <a:chExt cx="1557" cy="237"/>
          </a:xfrm>
        </p:grpSpPr>
        <p:sp>
          <p:nvSpPr>
            <p:cNvPr id="144" name="Text Box 49">
              <a:extLst>
                <a:ext uri="{FF2B5EF4-FFF2-40B4-BE49-F238E27FC236}">
                  <a16:creationId xmlns:a16="http://schemas.microsoft.com/office/drawing/2014/main" id="{10AD2303-735E-E141-A4FF-C74D8EE49F44}"/>
                </a:ext>
              </a:extLst>
            </p:cNvPr>
            <p:cNvSpPr txBox="1">
              <a:spLocks noChangeArrowheads="1"/>
            </p:cNvSpPr>
            <p:nvPr/>
          </p:nvSpPr>
          <p:spPr bwMode="auto">
            <a:xfrm>
              <a:off x="2376" y="3388"/>
              <a:ext cx="221"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A</a:t>
              </a:r>
            </a:p>
          </p:txBody>
        </p:sp>
        <p:sp>
          <p:nvSpPr>
            <p:cNvPr id="145" name="Text Box 50">
              <a:extLst>
                <a:ext uri="{FF2B5EF4-FFF2-40B4-BE49-F238E27FC236}">
                  <a16:creationId xmlns:a16="http://schemas.microsoft.com/office/drawing/2014/main" id="{6F0C2F89-1DDF-4F4A-8300-2FCD7BA38D56}"/>
                </a:ext>
              </a:extLst>
            </p:cNvPr>
            <p:cNvSpPr txBox="1">
              <a:spLocks noChangeArrowheads="1"/>
            </p:cNvSpPr>
            <p:nvPr/>
          </p:nvSpPr>
          <p:spPr bwMode="auto">
            <a:xfrm>
              <a:off x="3133" y="3387"/>
              <a:ext cx="197"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1</a:t>
              </a:r>
            </a:p>
          </p:txBody>
        </p:sp>
        <p:sp>
          <p:nvSpPr>
            <p:cNvPr id="146" name="Text Box 51">
              <a:extLst>
                <a:ext uri="{FF2B5EF4-FFF2-40B4-BE49-F238E27FC236}">
                  <a16:creationId xmlns:a16="http://schemas.microsoft.com/office/drawing/2014/main" id="{53CB1A69-A5BC-F24D-B6A2-DB129666110D}"/>
                </a:ext>
              </a:extLst>
            </p:cNvPr>
            <p:cNvSpPr txBox="1">
              <a:spLocks noChangeArrowheads="1"/>
            </p:cNvSpPr>
            <p:nvPr/>
          </p:nvSpPr>
          <p:spPr bwMode="auto">
            <a:xfrm>
              <a:off x="3655" y="3383"/>
              <a:ext cx="278"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60</a:t>
              </a:r>
            </a:p>
          </p:txBody>
        </p:sp>
      </p:grpSp>
      <p:sp>
        <p:nvSpPr>
          <p:cNvPr id="147" name="Rectangle 3">
            <a:extLst>
              <a:ext uri="{FF2B5EF4-FFF2-40B4-BE49-F238E27FC236}">
                <a16:creationId xmlns:a16="http://schemas.microsoft.com/office/drawing/2014/main" id="{FBFA79B0-81AC-9341-8AC3-2D621A889701}"/>
              </a:ext>
            </a:extLst>
          </p:cNvPr>
          <p:cNvSpPr txBox="1">
            <a:spLocks noChangeArrowheads="1"/>
          </p:cNvSpPr>
          <p:nvPr/>
        </p:nvSpPr>
        <p:spPr>
          <a:xfrm>
            <a:off x="770121" y="2803034"/>
            <a:ext cx="5123322" cy="141015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1038" marR="0" lvl="1" indent="-223838"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when frame received, switch “learns”  location of sender: incoming LAN segment</a:t>
            </a:r>
          </a:p>
        </p:txBody>
      </p:sp>
      <p:sp>
        <p:nvSpPr>
          <p:cNvPr id="148" name="Rectangle 3">
            <a:extLst>
              <a:ext uri="{FF2B5EF4-FFF2-40B4-BE49-F238E27FC236}">
                <a16:creationId xmlns:a16="http://schemas.microsoft.com/office/drawing/2014/main" id="{F0D7D631-1213-B24D-A84E-319118ACBB6D}"/>
              </a:ext>
            </a:extLst>
          </p:cNvPr>
          <p:cNvSpPr txBox="1">
            <a:spLocks noChangeArrowheads="1"/>
          </p:cNvSpPr>
          <p:nvPr/>
        </p:nvSpPr>
        <p:spPr>
          <a:xfrm>
            <a:off x="783624" y="4101328"/>
            <a:ext cx="5123322" cy="103783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1038" marR="0" lvl="1" indent="-223838"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records sender/location pair in switch table</a:t>
            </a:r>
          </a:p>
        </p:txBody>
      </p:sp>
    </p:spTree>
    <p:extLst>
      <p:ext uri="{BB962C8B-B14F-4D97-AF65-F5344CB8AC3E}">
        <p14:creationId xmlns:p14="http://schemas.microsoft.com/office/powerpoint/2010/main" val="1807542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dissolve">
                                      <p:cBhvr>
                                        <p:cTn id="7" dur="500"/>
                                        <p:tgtEl>
                                          <p:spTgt spid="87"/>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36"/>
                                        </p:tgtEl>
                                        <p:attrNameLst>
                                          <p:attrName>style.visibility</p:attrName>
                                        </p:attrNameLst>
                                      </p:cBhvr>
                                      <p:to>
                                        <p:strVal val="visible"/>
                                      </p:to>
                                    </p:set>
                                    <p:animEffect transition="in" filter="dissolve">
                                      <p:cBhvr>
                                        <p:cTn id="15" dur="500"/>
                                        <p:tgtEl>
                                          <p:spTgt spid="13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42"/>
                                        </p:tgtEl>
                                        <p:attrNameLst>
                                          <p:attrName>style.visibility</p:attrName>
                                        </p:attrNameLst>
                                      </p:cBhvr>
                                      <p:to>
                                        <p:strVal val="visible"/>
                                      </p:to>
                                    </p:set>
                                    <p:animEffect transition="in" filter="dissolve">
                                      <p:cBhvr>
                                        <p:cTn id="18" dur="500"/>
                                        <p:tgtEl>
                                          <p:spTgt spid="142"/>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12"/>
                                        </p:tgtEl>
                                        <p:attrNameLst>
                                          <p:attrName>style.visibility</p:attrName>
                                        </p:attrNameLst>
                                      </p:cBhvr>
                                      <p:to>
                                        <p:strVal val="hidden"/>
                                      </p:to>
                                    </p:set>
                                  </p:childTnLst>
                                </p:cTn>
                              </p:par>
                              <p:par>
                                <p:cTn id="23" presetID="0" presetClass="path" presetSubtype="0" accel="50000" decel="50000" fill="hold" nodeType="withEffect">
                                  <p:stCondLst>
                                    <p:cond delay="0"/>
                                  </p:stCondLst>
                                  <p:childTnLst>
                                    <p:animMotion origin="layout" path="M 2.5E-6 1.48148E-6 L -0.1069 0.11481 L -0.1069 0.24329 " pathEditMode="relative" rAng="0" ptsTypes="AAA">
                                      <p:cBhvr>
                                        <p:cTn id="24" dur="2000" fill="hold"/>
                                        <p:tgtEl>
                                          <p:spTgt spid="87"/>
                                        </p:tgtEl>
                                        <p:attrNameLst>
                                          <p:attrName>ppt_x</p:attrName>
                                          <p:attrName>ppt_y</p:attrName>
                                        </p:attrNameLst>
                                      </p:cBhvr>
                                      <p:rCtr x="-5352" y="12153"/>
                                    </p:animMotion>
                                  </p:childTnLst>
                                </p:cTn>
                              </p:par>
                              <p:par>
                                <p:cTn id="25" presetID="9" presetClass="entr" presetSubtype="0" fill="hold" grpId="0" nodeType="withEffect">
                                  <p:stCondLst>
                                    <p:cond delay="0"/>
                                  </p:stCondLst>
                                  <p:childTnLst>
                                    <p:set>
                                      <p:cBhvr>
                                        <p:cTn id="26" dur="1" fill="hold">
                                          <p:stCondLst>
                                            <p:cond delay="0"/>
                                          </p:stCondLst>
                                        </p:cTn>
                                        <p:tgtEl>
                                          <p:spTgt spid="147"/>
                                        </p:tgtEl>
                                        <p:attrNameLst>
                                          <p:attrName>style.visibility</p:attrName>
                                        </p:attrNameLst>
                                      </p:cBhvr>
                                      <p:to>
                                        <p:strVal val="visible"/>
                                      </p:to>
                                    </p:set>
                                    <p:animEffect transition="in" filter="dissolve">
                                      <p:cBhvr>
                                        <p:cTn id="27" dur="500"/>
                                        <p:tgtEl>
                                          <p:spTgt spid="14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43"/>
                                        </p:tgtEl>
                                        <p:attrNameLst>
                                          <p:attrName>style.visibility</p:attrName>
                                        </p:attrNameLst>
                                      </p:cBhvr>
                                      <p:to>
                                        <p:strVal val="visible"/>
                                      </p:to>
                                    </p:set>
                                    <p:animEffect transition="in" filter="dissolve">
                                      <p:cBhvr>
                                        <p:cTn id="32" dur="500"/>
                                        <p:tgtEl>
                                          <p:spTgt spid="143"/>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48"/>
                                        </p:tgtEl>
                                        <p:attrNameLst>
                                          <p:attrName>style.visibility</p:attrName>
                                        </p:attrNameLst>
                                      </p:cBhvr>
                                      <p:to>
                                        <p:strVal val="visible"/>
                                      </p:to>
                                    </p:set>
                                    <p:animEffect transition="in" filter="dissolve">
                                      <p:cBhvr>
                                        <p:cTn id="35" dur="5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P spid="147" grpId="0"/>
      <p:bldP spid="14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0" name="Group 229">
            <a:extLst>
              <a:ext uri="{FF2B5EF4-FFF2-40B4-BE49-F238E27FC236}">
                <a16:creationId xmlns:a16="http://schemas.microsoft.com/office/drawing/2014/main" id="{5D9C7336-B284-B248-977F-12A6ED5617B2}"/>
              </a:ext>
            </a:extLst>
          </p:cNvPr>
          <p:cNvGrpSpPr/>
          <p:nvPr/>
        </p:nvGrpSpPr>
        <p:grpSpPr>
          <a:xfrm>
            <a:off x="6860837" y="1886940"/>
            <a:ext cx="3578613" cy="3064134"/>
            <a:chOff x="7670306" y="1697644"/>
            <a:chExt cx="3578613" cy="3064134"/>
          </a:xfrm>
        </p:grpSpPr>
        <p:cxnSp>
          <p:nvCxnSpPr>
            <p:cNvPr id="231" name="Straight Connector 230">
              <a:extLst>
                <a:ext uri="{FF2B5EF4-FFF2-40B4-BE49-F238E27FC236}">
                  <a16:creationId xmlns:a16="http://schemas.microsoft.com/office/drawing/2014/main" id="{19CA1041-69D6-AC4E-B034-24CA20B57C9C}"/>
                </a:ext>
              </a:extLst>
            </p:cNvPr>
            <p:cNvCxnSpPr/>
            <p:nvPr/>
          </p:nvCxnSpPr>
          <p:spPr>
            <a:xfrm>
              <a:off x="9587512" y="2387296"/>
              <a:ext cx="0" cy="16481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3" name="Text Box 23">
              <a:extLst>
                <a:ext uri="{FF2B5EF4-FFF2-40B4-BE49-F238E27FC236}">
                  <a16:creationId xmlns:a16="http://schemas.microsoft.com/office/drawing/2014/main" id="{442EB782-14E1-9E40-83D8-F1C1B938DC33}"/>
                </a:ext>
              </a:extLst>
            </p:cNvPr>
            <p:cNvSpPr txBox="1">
              <a:spLocks noChangeArrowheads="1"/>
            </p:cNvSpPr>
            <p:nvPr/>
          </p:nvSpPr>
          <p:spPr bwMode="auto">
            <a:xfrm>
              <a:off x="9846148" y="1727551"/>
              <a:ext cx="362600"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234" name="Text Box 24">
              <a:extLst>
                <a:ext uri="{FF2B5EF4-FFF2-40B4-BE49-F238E27FC236}">
                  <a16:creationId xmlns:a16="http://schemas.microsoft.com/office/drawing/2014/main" id="{0318F838-23C5-BE44-9E0A-BDEEDCAB6C15}"/>
                </a:ext>
              </a:extLst>
            </p:cNvPr>
            <p:cNvSpPr txBox="1">
              <a:spLocks noChangeArrowheads="1"/>
            </p:cNvSpPr>
            <p:nvPr/>
          </p:nvSpPr>
          <p:spPr bwMode="auto">
            <a:xfrm>
              <a:off x="9844697" y="4149731"/>
              <a:ext cx="439544"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235" name="Text Box 25">
              <a:extLst>
                <a:ext uri="{FF2B5EF4-FFF2-40B4-BE49-F238E27FC236}">
                  <a16:creationId xmlns:a16="http://schemas.microsoft.com/office/drawing/2014/main" id="{63DDD5B0-A791-0E47-A5AA-5DF8B5F1AB4C}"/>
                </a:ext>
              </a:extLst>
            </p:cNvPr>
            <p:cNvSpPr txBox="1">
              <a:spLocks noChangeArrowheads="1"/>
            </p:cNvSpPr>
            <p:nvPr/>
          </p:nvSpPr>
          <p:spPr bwMode="auto">
            <a:xfrm>
              <a:off x="10740738" y="2137677"/>
              <a:ext cx="35137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236" name="Text Box 26">
              <a:extLst>
                <a:ext uri="{FF2B5EF4-FFF2-40B4-BE49-F238E27FC236}">
                  <a16:creationId xmlns:a16="http://schemas.microsoft.com/office/drawing/2014/main" id="{C027FE79-CD04-FD4A-881F-30A897250B57}"/>
                </a:ext>
              </a:extLst>
            </p:cNvPr>
            <p:cNvSpPr txBox="1">
              <a:spLocks noChangeArrowheads="1"/>
            </p:cNvSpPr>
            <p:nvPr/>
          </p:nvSpPr>
          <p:spPr bwMode="auto">
            <a:xfrm>
              <a:off x="8061935" y="3914988"/>
              <a:ext cx="42832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237" name="Text Box 27">
              <a:extLst>
                <a:ext uri="{FF2B5EF4-FFF2-40B4-BE49-F238E27FC236}">
                  <a16:creationId xmlns:a16="http://schemas.microsoft.com/office/drawing/2014/main" id="{A053DC0F-643C-F04F-B0B7-D3D3390D08E1}"/>
                </a:ext>
              </a:extLst>
            </p:cNvPr>
            <p:cNvSpPr txBox="1">
              <a:spLocks noChangeArrowheads="1"/>
            </p:cNvSpPr>
            <p:nvPr/>
          </p:nvSpPr>
          <p:spPr bwMode="auto">
            <a:xfrm>
              <a:off x="10739721" y="3994819"/>
              <a:ext cx="34817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sp>
          <p:nvSpPr>
            <p:cNvPr id="238" name="Text Box 28">
              <a:extLst>
                <a:ext uri="{FF2B5EF4-FFF2-40B4-BE49-F238E27FC236}">
                  <a16:creationId xmlns:a16="http://schemas.microsoft.com/office/drawing/2014/main" id="{B0BD91C8-3388-7343-9A43-D6ECC51BD0B0}"/>
                </a:ext>
              </a:extLst>
            </p:cNvPr>
            <p:cNvSpPr txBox="1">
              <a:spLocks noChangeArrowheads="1"/>
            </p:cNvSpPr>
            <p:nvPr/>
          </p:nvSpPr>
          <p:spPr bwMode="auto">
            <a:xfrm>
              <a:off x="8044749" y="2060029"/>
              <a:ext cx="425116"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grpSp>
          <p:nvGrpSpPr>
            <p:cNvPr id="239" name="Group 49">
              <a:extLst>
                <a:ext uri="{FF2B5EF4-FFF2-40B4-BE49-F238E27FC236}">
                  <a16:creationId xmlns:a16="http://schemas.microsoft.com/office/drawing/2014/main" id="{F3D12A85-8DCB-6F4C-87B3-910D40AD49F5}"/>
                </a:ext>
              </a:extLst>
            </p:cNvPr>
            <p:cNvGrpSpPr>
              <a:grpSpLocks/>
            </p:cNvGrpSpPr>
            <p:nvPr/>
          </p:nvGrpSpPr>
          <p:grpSpPr bwMode="auto">
            <a:xfrm>
              <a:off x="7686715" y="2428791"/>
              <a:ext cx="833957" cy="690324"/>
              <a:chOff x="-44" y="1473"/>
              <a:chExt cx="981" cy="1105"/>
            </a:xfrm>
          </p:grpSpPr>
          <p:pic>
            <p:nvPicPr>
              <p:cNvPr id="276" name="Picture 50" descr="desktop_computer_stylized_medium">
                <a:extLst>
                  <a:ext uri="{FF2B5EF4-FFF2-40B4-BE49-F238E27FC236}">
                    <a16:creationId xmlns:a16="http://schemas.microsoft.com/office/drawing/2014/main" id="{0FA5F242-D9CC-7B43-8B0F-CAA8253CEA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77" name="Freeform 51">
                <a:extLst>
                  <a:ext uri="{FF2B5EF4-FFF2-40B4-BE49-F238E27FC236}">
                    <a16:creationId xmlns:a16="http://schemas.microsoft.com/office/drawing/2014/main" id="{4E3DB5FC-CF20-3248-9431-D1DB3E948DF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240" name="Group 49">
              <a:extLst>
                <a:ext uri="{FF2B5EF4-FFF2-40B4-BE49-F238E27FC236}">
                  <a16:creationId xmlns:a16="http://schemas.microsoft.com/office/drawing/2014/main" id="{258BBD35-B717-1C41-8439-B58A64DE320A}"/>
                </a:ext>
              </a:extLst>
            </p:cNvPr>
            <p:cNvGrpSpPr>
              <a:grpSpLocks/>
            </p:cNvGrpSpPr>
            <p:nvPr/>
          </p:nvGrpSpPr>
          <p:grpSpPr bwMode="auto">
            <a:xfrm>
              <a:off x="7670306" y="3312731"/>
              <a:ext cx="833957" cy="690324"/>
              <a:chOff x="-44" y="1473"/>
              <a:chExt cx="981" cy="1105"/>
            </a:xfrm>
          </p:grpSpPr>
          <p:pic>
            <p:nvPicPr>
              <p:cNvPr id="274" name="Picture 50" descr="desktop_computer_stylized_medium">
                <a:extLst>
                  <a:ext uri="{FF2B5EF4-FFF2-40B4-BE49-F238E27FC236}">
                    <a16:creationId xmlns:a16="http://schemas.microsoft.com/office/drawing/2014/main" id="{6340044B-A1E6-C542-8E79-5919087AB8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75" name="Freeform 51">
                <a:extLst>
                  <a:ext uri="{FF2B5EF4-FFF2-40B4-BE49-F238E27FC236}">
                    <a16:creationId xmlns:a16="http://schemas.microsoft.com/office/drawing/2014/main" id="{733DB364-ACCE-4B43-AE61-F2D72C3FE79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241" name="Text Box 35">
              <a:extLst>
                <a:ext uri="{FF2B5EF4-FFF2-40B4-BE49-F238E27FC236}">
                  <a16:creationId xmlns:a16="http://schemas.microsoft.com/office/drawing/2014/main" id="{B2B2BEF6-3229-AC41-BF08-049A7A48F094}"/>
                </a:ext>
              </a:extLst>
            </p:cNvPr>
            <p:cNvSpPr txBox="1">
              <a:spLocks noChangeArrowheads="1"/>
            </p:cNvSpPr>
            <p:nvPr/>
          </p:nvSpPr>
          <p:spPr bwMode="auto">
            <a:xfrm>
              <a:off x="9340356" y="2722016"/>
              <a:ext cx="312737" cy="3698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1</a:t>
              </a:r>
            </a:p>
          </p:txBody>
        </p:sp>
        <p:sp>
          <p:nvSpPr>
            <p:cNvPr id="242" name="Text Box 36">
              <a:extLst>
                <a:ext uri="{FF2B5EF4-FFF2-40B4-BE49-F238E27FC236}">
                  <a16:creationId xmlns:a16="http://schemas.microsoft.com/office/drawing/2014/main" id="{29AB05FA-043D-1141-98C2-F8D6AD2F65A9}"/>
                </a:ext>
              </a:extLst>
            </p:cNvPr>
            <p:cNvSpPr txBox="1">
              <a:spLocks noChangeArrowheads="1"/>
            </p:cNvSpPr>
            <p:nvPr/>
          </p:nvSpPr>
          <p:spPr bwMode="auto">
            <a:xfrm>
              <a:off x="9775745" y="2800425"/>
              <a:ext cx="30168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2</a:t>
              </a:r>
            </a:p>
          </p:txBody>
        </p:sp>
        <p:sp>
          <p:nvSpPr>
            <p:cNvPr id="243" name="Text Box 37">
              <a:extLst>
                <a:ext uri="{FF2B5EF4-FFF2-40B4-BE49-F238E27FC236}">
                  <a16:creationId xmlns:a16="http://schemas.microsoft.com/office/drawing/2014/main" id="{845B5800-C9CB-9C48-BBE7-C52D3843E182}"/>
                </a:ext>
              </a:extLst>
            </p:cNvPr>
            <p:cNvSpPr txBox="1">
              <a:spLocks noChangeArrowheads="1"/>
            </p:cNvSpPr>
            <p:nvPr/>
          </p:nvSpPr>
          <p:spPr bwMode="auto">
            <a:xfrm>
              <a:off x="9922900" y="3225116"/>
              <a:ext cx="30168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3</a:t>
              </a:r>
            </a:p>
          </p:txBody>
        </p:sp>
        <p:sp>
          <p:nvSpPr>
            <p:cNvPr id="244" name="Text Box 38">
              <a:extLst>
                <a:ext uri="{FF2B5EF4-FFF2-40B4-BE49-F238E27FC236}">
                  <a16:creationId xmlns:a16="http://schemas.microsoft.com/office/drawing/2014/main" id="{6641849E-350C-FA4A-8B4F-5659349E1BEE}"/>
                </a:ext>
              </a:extLst>
            </p:cNvPr>
            <p:cNvSpPr txBox="1">
              <a:spLocks noChangeArrowheads="1"/>
            </p:cNvSpPr>
            <p:nvPr/>
          </p:nvSpPr>
          <p:spPr bwMode="auto">
            <a:xfrm>
              <a:off x="9525472" y="3474353"/>
              <a:ext cx="30168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4</a:t>
              </a:r>
            </a:p>
          </p:txBody>
        </p:sp>
        <p:sp>
          <p:nvSpPr>
            <p:cNvPr id="245" name="Text Box 39">
              <a:extLst>
                <a:ext uri="{FF2B5EF4-FFF2-40B4-BE49-F238E27FC236}">
                  <a16:creationId xmlns:a16="http://schemas.microsoft.com/office/drawing/2014/main" id="{EA081912-6C33-A94C-B256-B5A4BA7F1465}"/>
                </a:ext>
              </a:extLst>
            </p:cNvPr>
            <p:cNvSpPr txBox="1">
              <a:spLocks noChangeArrowheads="1"/>
            </p:cNvSpPr>
            <p:nvPr/>
          </p:nvSpPr>
          <p:spPr bwMode="auto">
            <a:xfrm>
              <a:off x="9061577" y="3440668"/>
              <a:ext cx="30168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5</a:t>
              </a:r>
            </a:p>
          </p:txBody>
        </p:sp>
        <p:sp>
          <p:nvSpPr>
            <p:cNvPr id="246" name="Text Box 40">
              <a:extLst>
                <a:ext uri="{FF2B5EF4-FFF2-40B4-BE49-F238E27FC236}">
                  <a16:creationId xmlns:a16="http://schemas.microsoft.com/office/drawing/2014/main" id="{537638BC-1028-1D4B-B4E0-32654E447AFA}"/>
                </a:ext>
              </a:extLst>
            </p:cNvPr>
            <p:cNvSpPr txBox="1">
              <a:spLocks noChangeArrowheads="1"/>
            </p:cNvSpPr>
            <p:nvPr/>
          </p:nvSpPr>
          <p:spPr bwMode="auto">
            <a:xfrm>
              <a:off x="8947484" y="3014530"/>
              <a:ext cx="319087" cy="3698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6</a:t>
              </a:r>
            </a:p>
          </p:txBody>
        </p:sp>
        <p:sp>
          <p:nvSpPr>
            <p:cNvPr id="247" name="Rectangle 37">
              <a:extLst>
                <a:ext uri="{FF2B5EF4-FFF2-40B4-BE49-F238E27FC236}">
                  <a16:creationId xmlns:a16="http://schemas.microsoft.com/office/drawing/2014/main" id="{90D086F5-7A0E-AA45-A64C-8A5FF6B15962}"/>
                </a:ext>
              </a:extLst>
            </p:cNvPr>
            <p:cNvSpPr>
              <a:spLocks noChangeArrowheads="1"/>
            </p:cNvSpPr>
            <p:nvPr/>
          </p:nvSpPr>
          <p:spPr bwMode="auto">
            <a:xfrm rot="5400000">
              <a:off x="8461713" y="2732203"/>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248" name="Rectangle 37">
              <a:extLst>
                <a:ext uri="{FF2B5EF4-FFF2-40B4-BE49-F238E27FC236}">
                  <a16:creationId xmlns:a16="http://schemas.microsoft.com/office/drawing/2014/main" id="{BA79AAD5-72BD-E845-9E60-E71A083155E2}"/>
                </a:ext>
              </a:extLst>
            </p:cNvPr>
            <p:cNvSpPr>
              <a:spLocks noChangeArrowheads="1"/>
            </p:cNvSpPr>
            <p:nvPr/>
          </p:nvSpPr>
          <p:spPr bwMode="auto">
            <a:xfrm rot="5400000">
              <a:off x="8476898" y="3630561"/>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249" name="Rectangle 37">
              <a:extLst>
                <a:ext uri="{FF2B5EF4-FFF2-40B4-BE49-F238E27FC236}">
                  <a16:creationId xmlns:a16="http://schemas.microsoft.com/office/drawing/2014/main" id="{53C00B0F-614B-9B4A-8B5D-F18B57A035D4}"/>
                </a:ext>
              </a:extLst>
            </p:cNvPr>
            <p:cNvSpPr>
              <a:spLocks noChangeArrowheads="1"/>
            </p:cNvSpPr>
            <p:nvPr/>
          </p:nvSpPr>
          <p:spPr bwMode="auto">
            <a:xfrm rot="5400000">
              <a:off x="10579799" y="273447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250" name="Rectangle 37">
              <a:extLst>
                <a:ext uri="{FF2B5EF4-FFF2-40B4-BE49-F238E27FC236}">
                  <a16:creationId xmlns:a16="http://schemas.microsoft.com/office/drawing/2014/main" id="{49C94F37-988D-9C40-8F4A-18EA0D634891}"/>
                </a:ext>
              </a:extLst>
            </p:cNvPr>
            <p:cNvSpPr>
              <a:spLocks noChangeArrowheads="1"/>
            </p:cNvSpPr>
            <p:nvPr/>
          </p:nvSpPr>
          <p:spPr bwMode="auto">
            <a:xfrm rot="5400000">
              <a:off x="10594984" y="3632828"/>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251" name="Group 44">
              <a:extLst>
                <a:ext uri="{FF2B5EF4-FFF2-40B4-BE49-F238E27FC236}">
                  <a16:creationId xmlns:a16="http://schemas.microsoft.com/office/drawing/2014/main" id="{7E9300E7-296C-AF4E-B26B-6F621B4937C0}"/>
                </a:ext>
              </a:extLst>
            </p:cNvPr>
            <p:cNvGrpSpPr>
              <a:grpSpLocks/>
            </p:cNvGrpSpPr>
            <p:nvPr/>
          </p:nvGrpSpPr>
          <p:grpSpPr bwMode="auto">
            <a:xfrm>
              <a:off x="10416209" y="2517915"/>
              <a:ext cx="799548" cy="697947"/>
              <a:chOff x="-44" y="1473"/>
              <a:chExt cx="981" cy="1105"/>
            </a:xfrm>
          </p:grpSpPr>
          <p:pic>
            <p:nvPicPr>
              <p:cNvPr id="272" name="Picture 45" descr="desktop_computer_stylized_medium">
                <a:extLst>
                  <a:ext uri="{FF2B5EF4-FFF2-40B4-BE49-F238E27FC236}">
                    <a16:creationId xmlns:a16="http://schemas.microsoft.com/office/drawing/2014/main" id="{BB1D91A6-CE77-6745-9F01-197C26458F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73" name="Freeform 46">
                <a:extLst>
                  <a:ext uri="{FF2B5EF4-FFF2-40B4-BE49-F238E27FC236}">
                    <a16:creationId xmlns:a16="http://schemas.microsoft.com/office/drawing/2014/main" id="{006EE6F6-0578-544E-992A-7AB336043B6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252" name="Picture 45" descr="desktop_computer_stylized_medium">
              <a:extLst>
                <a:ext uri="{FF2B5EF4-FFF2-40B4-BE49-F238E27FC236}">
                  <a16:creationId xmlns:a16="http://schemas.microsoft.com/office/drawing/2014/main" id="{9ACA2EB6-F20A-2C4B-8A2F-E6D3F5E5F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0395649" y="3398050"/>
              <a:ext cx="853270" cy="7416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53" name="Freeform 46">
              <a:extLst>
                <a:ext uri="{FF2B5EF4-FFF2-40B4-BE49-F238E27FC236}">
                  <a16:creationId xmlns:a16="http://schemas.microsoft.com/office/drawing/2014/main" id="{FFF48EE2-DF55-E144-A9BA-13654A919B91}"/>
                </a:ext>
              </a:extLst>
            </p:cNvPr>
            <p:cNvSpPr>
              <a:spLocks/>
            </p:cNvSpPr>
            <p:nvPr/>
          </p:nvSpPr>
          <p:spPr bwMode="auto">
            <a:xfrm flipH="1">
              <a:off x="10752102" y="3466315"/>
              <a:ext cx="414893" cy="339637"/>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cxnSp>
          <p:nvCxnSpPr>
            <p:cNvPr id="254" name="Straight Connector 253">
              <a:extLst>
                <a:ext uri="{FF2B5EF4-FFF2-40B4-BE49-F238E27FC236}">
                  <a16:creationId xmlns:a16="http://schemas.microsoft.com/office/drawing/2014/main" id="{786E80F9-DAE6-1B41-8589-04255A26C26C}"/>
                </a:ext>
              </a:extLst>
            </p:cNvPr>
            <p:cNvCxnSpPr>
              <a:cxnSpLocks/>
              <a:stCxn id="247" idx="0"/>
              <a:endCxn id="250" idx="2"/>
            </p:cNvCxnSpPr>
            <p:nvPr/>
          </p:nvCxnSpPr>
          <p:spPr>
            <a:xfrm>
              <a:off x="8638885" y="2857428"/>
              <a:ext cx="1882821" cy="9006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15D3AA51-A22B-CA45-B72B-D80C353622C6}"/>
                </a:ext>
              </a:extLst>
            </p:cNvPr>
            <p:cNvCxnSpPr>
              <a:cxnSpLocks/>
            </p:cNvCxnSpPr>
            <p:nvPr/>
          </p:nvCxnSpPr>
          <p:spPr>
            <a:xfrm flipV="1">
              <a:off x="8648700" y="2858184"/>
              <a:ext cx="1869638" cy="9044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6" name="Rectangle 37">
              <a:extLst>
                <a:ext uri="{FF2B5EF4-FFF2-40B4-BE49-F238E27FC236}">
                  <a16:creationId xmlns:a16="http://schemas.microsoft.com/office/drawing/2014/main" id="{067CFD89-4499-D246-A986-D0BCD2B68EF6}"/>
                </a:ext>
              </a:extLst>
            </p:cNvPr>
            <p:cNvSpPr>
              <a:spLocks noChangeArrowheads="1"/>
            </p:cNvSpPr>
            <p:nvPr/>
          </p:nvSpPr>
          <p:spPr bwMode="auto">
            <a:xfrm rot="10800000">
              <a:off x="9534072" y="2230527"/>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257" name="Rectangle 37">
              <a:extLst>
                <a:ext uri="{FF2B5EF4-FFF2-40B4-BE49-F238E27FC236}">
                  <a16:creationId xmlns:a16="http://schemas.microsoft.com/office/drawing/2014/main" id="{61A42C6C-B063-584F-BF1D-F06305DDE73E}"/>
                </a:ext>
              </a:extLst>
            </p:cNvPr>
            <p:cNvSpPr>
              <a:spLocks noChangeArrowheads="1"/>
            </p:cNvSpPr>
            <p:nvPr/>
          </p:nvSpPr>
          <p:spPr bwMode="auto">
            <a:xfrm rot="10800000">
              <a:off x="9531052" y="3935912"/>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258" name="Group 257">
              <a:extLst>
                <a:ext uri="{FF2B5EF4-FFF2-40B4-BE49-F238E27FC236}">
                  <a16:creationId xmlns:a16="http://schemas.microsoft.com/office/drawing/2014/main" id="{AF5A4350-90DC-1B4D-96F3-BB88397B0C86}"/>
                </a:ext>
              </a:extLst>
            </p:cNvPr>
            <p:cNvGrpSpPr/>
            <p:nvPr/>
          </p:nvGrpSpPr>
          <p:grpSpPr>
            <a:xfrm>
              <a:off x="9236687" y="3108787"/>
              <a:ext cx="711278" cy="420709"/>
              <a:chOff x="3668110" y="2448910"/>
              <a:chExt cx="3794234" cy="2165130"/>
            </a:xfrm>
          </p:grpSpPr>
          <p:sp>
            <p:nvSpPr>
              <p:cNvPr id="265" name="Rectangle 264">
                <a:extLst>
                  <a:ext uri="{FF2B5EF4-FFF2-40B4-BE49-F238E27FC236}">
                    <a16:creationId xmlns:a16="http://schemas.microsoft.com/office/drawing/2014/main" id="{39002E78-2621-974E-B083-B26AFB5BECD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6" name="Freeform 265">
                <a:extLst>
                  <a:ext uri="{FF2B5EF4-FFF2-40B4-BE49-F238E27FC236}">
                    <a16:creationId xmlns:a16="http://schemas.microsoft.com/office/drawing/2014/main" id="{4E4FBC91-5F89-5B45-ADE8-ECD82C1228A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67" name="Group 266">
                <a:extLst>
                  <a:ext uri="{FF2B5EF4-FFF2-40B4-BE49-F238E27FC236}">
                    <a16:creationId xmlns:a16="http://schemas.microsoft.com/office/drawing/2014/main" id="{B0D16B52-431B-3C43-9235-AEE9F9BC6347}"/>
                  </a:ext>
                </a:extLst>
              </p:cNvPr>
              <p:cNvGrpSpPr/>
              <p:nvPr/>
            </p:nvGrpSpPr>
            <p:grpSpPr>
              <a:xfrm>
                <a:off x="3941378" y="2603243"/>
                <a:ext cx="3202061" cy="1066110"/>
                <a:chOff x="7939341" y="3037317"/>
                <a:chExt cx="897649" cy="353919"/>
              </a:xfrm>
            </p:grpSpPr>
            <p:sp>
              <p:nvSpPr>
                <p:cNvPr id="268" name="Freeform 267">
                  <a:extLst>
                    <a:ext uri="{FF2B5EF4-FFF2-40B4-BE49-F238E27FC236}">
                      <a16:creationId xmlns:a16="http://schemas.microsoft.com/office/drawing/2014/main" id="{3FA7CB23-A881-CF4A-BF07-A7DFE7D23EB9}"/>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9" name="Freeform 268">
                  <a:extLst>
                    <a:ext uri="{FF2B5EF4-FFF2-40B4-BE49-F238E27FC236}">
                      <a16:creationId xmlns:a16="http://schemas.microsoft.com/office/drawing/2014/main" id="{02B7B083-6A6E-184A-92E8-9F1B934DE8F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0" name="Freeform 269">
                  <a:extLst>
                    <a:ext uri="{FF2B5EF4-FFF2-40B4-BE49-F238E27FC236}">
                      <a16:creationId xmlns:a16="http://schemas.microsoft.com/office/drawing/2014/main" id="{56145C06-CABB-F140-BE89-9C6F8A9D8183}"/>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1" name="Freeform 270">
                  <a:extLst>
                    <a:ext uri="{FF2B5EF4-FFF2-40B4-BE49-F238E27FC236}">
                      <a16:creationId xmlns:a16="http://schemas.microsoft.com/office/drawing/2014/main" id="{EFB9D617-C10B-044D-905E-DB979763CE54}"/>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59" name="Group 44">
              <a:extLst>
                <a:ext uri="{FF2B5EF4-FFF2-40B4-BE49-F238E27FC236}">
                  <a16:creationId xmlns:a16="http://schemas.microsoft.com/office/drawing/2014/main" id="{3019FB51-9833-4343-8126-22D5F2F3D902}"/>
                </a:ext>
              </a:extLst>
            </p:cNvPr>
            <p:cNvGrpSpPr>
              <a:grpSpLocks/>
            </p:cNvGrpSpPr>
            <p:nvPr/>
          </p:nvGrpSpPr>
          <p:grpSpPr bwMode="auto">
            <a:xfrm>
              <a:off x="9011867" y="4020081"/>
              <a:ext cx="853270" cy="741697"/>
              <a:chOff x="-44" y="1473"/>
              <a:chExt cx="981" cy="1105"/>
            </a:xfrm>
          </p:grpSpPr>
          <p:pic>
            <p:nvPicPr>
              <p:cNvPr id="263" name="Picture 45" descr="desktop_computer_stylized_medium">
                <a:extLst>
                  <a:ext uri="{FF2B5EF4-FFF2-40B4-BE49-F238E27FC236}">
                    <a16:creationId xmlns:a16="http://schemas.microsoft.com/office/drawing/2014/main" id="{B0D7DBF9-401C-CD44-9543-1523E4E9D0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64" name="Freeform 46">
                <a:extLst>
                  <a:ext uri="{FF2B5EF4-FFF2-40B4-BE49-F238E27FC236}">
                    <a16:creationId xmlns:a16="http://schemas.microsoft.com/office/drawing/2014/main" id="{A575CFD9-375B-754C-B04B-92FCB9BD719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260" name="Group 44">
              <a:extLst>
                <a:ext uri="{FF2B5EF4-FFF2-40B4-BE49-F238E27FC236}">
                  <a16:creationId xmlns:a16="http://schemas.microsoft.com/office/drawing/2014/main" id="{89E2D833-C5F0-7D4C-931F-4B3742677F62}"/>
                </a:ext>
              </a:extLst>
            </p:cNvPr>
            <p:cNvGrpSpPr>
              <a:grpSpLocks/>
            </p:cNvGrpSpPr>
            <p:nvPr/>
          </p:nvGrpSpPr>
          <p:grpSpPr bwMode="auto">
            <a:xfrm>
              <a:off x="9087713" y="1697644"/>
              <a:ext cx="853270" cy="741697"/>
              <a:chOff x="-44" y="1473"/>
              <a:chExt cx="981" cy="1105"/>
            </a:xfrm>
          </p:grpSpPr>
          <p:pic>
            <p:nvPicPr>
              <p:cNvPr id="261" name="Picture 45" descr="desktop_computer_stylized_medium">
                <a:extLst>
                  <a:ext uri="{FF2B5EF4-FFF2-40B4-BE49-F238E27FC236}">
                    <a16:creationId xmlns:a16="http://schemas.microsoft.com/office/drawing/2014/main" id="{548CE23B-194D-254B-8DDD-77CBA1F3C9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62" name="Freeform 46">
                <a:extLst>
                  <a:ext uri="{FF2B5EF4-FFF2-40B4-BE49-F238E27FC236}">
                    <a16:creationId xmlns:a16="http://schemas.microsoft.com/office/drawing/2014/main" id="{AA81A17E-A136-9648-BEC6-6585B4A5807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42925" y="122968"/>
            <a:ext cx="10515600" cy="894622"/>
          </a:xfrm>
        </p:spPr>
        <p:txBody>
          <a:bodyPr>
            <a:normAutofit/>
          </a:bodyPr>
          <a:lstStyle/>
          <a:p>
            <a:r>
              <a:rPr lang="en-US" b="0" kern="0">
                <a:solidFill>
                  <a:schemeClr val="bg1"/>
                </a:solidFill>
                <a:latin typeface="+mn-lt"/>
                <a:ea typeface="ＭＳ Ｐゴシック" charset="0"/>
              </a:rPr>
              <a:t>Self-learning switch</a:t>
            </a:r>
            <a:endParaRPr lang="en-US" sz="4400" b="0">
              <a:solidFill>
                <a:schemeClr val="bg1"/>
              </a:solidFill>
              <a:latin typeface="+mn-lt"/>
            </a:endParaRPr>
          </a:p>
        </p:txBody>
      </p:sp>
      <p:grpSp>
        <p:nvGrpSpPr>
          <p:cNvPr id="174" name="Group 32">
            <a:extLst>
              <a:ext uri="{FF2B5EF4-FFF2-40B4-BE49-F238E27FC236}">
                <a16:creationId xmlns:a16="http://schemas.microsoft.com/office/drawing/2014/main" id="{C266851A-F364-8B48-9090-9CB1462826F1}"/>
              </a:ext>
            </a:extLst>
          </p:cNvPr>
          <p:cNvGrpSpPr>
            <a:grpSpLocks/>
          </p:cNvGrpSpPr>
          <p:nvPr/>
        </p:nvGrpSpPr>
        <p:grpSpPr bwMode="auto">
          <a:xfrm>
            <a:off x="9177051" y="1598718"/>
            <a:ext cx="1428750" cy="369887"/>
            <a:chOff x="1750" y="3514"/>
            <a:chExt cx="900" cy="233"/>
          </a:xfrm>
        </p:grpSpPr>
        <p:sp>
          <p:nvSpPr>
            <p:cNvPr id="175" name="Rectangle 33">
              <a:extLst>
                <a:ext uri="{FF2B5EF4-FFF2-40B4-BE49-F238E27FC236}">
                  <a16:creationId xmlns:a16="http://schemas.microsoft.com/office/drawing/2014/main" id="{485FB877-F911-EB4F-A49F-95B5441AC494}"/>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176" name="Text Box 34">
              <a:extLst>
                <a:ext uri="{FF2B5EF4-FFF2-40B4-BE49-F238E27FC236}">
                  <a16:creationId xmlns:a16="http://schemas.microsoft.com/office/drawing/2014/main" id="{9647B7AF-99C3-0645-BCDD-C2443A75EADD}"/>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177" name="Line 35">
              <a:extLst>
                <a:ext uri="{FF2B5EF4-FFF2-40B4-BE49-F238E27FC236}">
                  <a16:creationId xmlns:a16="http://schemas.microsoft.com/office/drawing/2014/main" id="{5F1C54FA-0D0F-9F4A-AF40-1A6B11BE78FB}"/>
                </a:ext>
              </a:extLst>
            </p:cNvPr>
            <p:cNvSpPr>
              <a:spLocks noChangeShapeType="1"/>
            </p:cNvSpPr>
            <p:nvPr/>
          </p:nvSpPr>
          <p:spPr bwMode="auto">
            <a:xfrm>
              <a:off x="1936" y="3541"/>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78" name="Line 36">
              <a:extLst>
                <a:ext uri="{FF2B5EF4-FFF2-40B4-BE49-F238E27FC236}">
                  <a16:creationId xmlns:a16="http://schemas.microsoft.com/office/drawing/2014/main" id="{591F0F0F-4084-B44F-BF0B-206ADFFC35A0}"/>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179" name="Group 37">
            <a:extLst>
              <a:ext uri="{FF2B5EF4-FFF2-40B4-BE49-F238E27FC236}">
                <a16:creationId xmlns:a16="http://schemas.microsoft.com/office/drawing/2014/main" id="{84CB8778-552F-DC47-8381-8923E80DD487}"/>
              </a:ext>
            </a:extLst>
          </p:cNvPr>
          <p:cNvGrpSpPr>
            <a:grpSpLocks/>
          </p:cNvGrpSpPr>
          <p:nvPr/>
        </p:nvGrpSpPr>
        <p:grpSpPr bwMode="auto">
          <a:xfrm>
            <a:off x="9392951" y="900218"/>
            <a:ext cx="1450975" cy="714375"/>
            <a:chOff x="4406" y="331"/>
            <a:chExt cx="914" cy="450"/>
          </a:xfrm>
        </p:grpSpPr>
        <p:sp>
          <p:nvSpPr>
            <p:cNvPr id="180" name="Line 38">
              <a:extLst>
                <a:ext uri="{FF2B5EF4-FFF2-40B4-BE49-F238E27FC236}">
                  <a16:creationId xmlns:a16="http://schemas.microsoft.com/office/drawing/2014/main" id="{68CD449D-9E6F-2743-9791-A674C2479678}"/>
                </a:ext>
              </a:extLst>
            </p:cNvPr>
            <p:cNvSpPr>
              <a:spLocks noChangeShapeType="1"/>
            </p:cNvSpPr>
            <p:nvPr/>
          </p:nvSpPr>
          <p:spPr bwMode="auto">
            <a:xfrm flipV="1">
              <a:off x="4406" y="439"/>
              <a:ext cx="252" cy="339"/>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1" name="Line 39">
              <a:extLst>
                <a:ext uri="{FF2B5EF4-FFF2-40B4-BE49-F238E27FC236}">
                  <a16:creationId xmlns:a16="http://schemas.microsoft.com/office/drawing/2014/main" id="{8B49B4ED-E730-9C48-A972-53ED32223C1B}"/>
                </a:ext>
              </a:extLst>
            </p:cNvPr>
            <p:cNvSpPr>
              <a:spLocks noChangeShapeType="1"/>
            </p:cNvSpPr>
            <p:nvPr/>
          </p:nvSpPr>
          <p:spPr bwMode="auto">
            <a:xfrm flipV="1">
              <a:off x="4524" y="594"/>
              <a:ext cx="137" cy="187"/>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2" name="Text Box 40">
              <a:extLst>
                <a:ext uri="{FF2B5EF4-FFF2-40B4-BE49-F238E27FC236}">
                  <a16:creationId xmlns:a16="http://schemas.microsoft.com/office/drawing/2014/main" id="{D92E1CF2-C9E4-FF4B-B342-D208EAA416E1}"/>
                </a:ext>
              </a:extLst>
            </p:cNvPr>
            <p:cNvSpPr txBox="1">
              <a:spLocks noChangeArrowheads="1"/>
            </p:cNvSpPr>
            <p:nvPr/>
          </p:nvSpPr>
          <p:spPr bwMode="auto">
            <a:xfrm>
              <a:off x="4643" y="331"/>
              <a:ext cx="677"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Source: A</a:t>
              </a:r>
            </a:p>
          </p:txBody>
        </p:sp>
        <p:sp>
          <p:nvSpPr>
            <p:cNvPr id="183" name="Text Box 41">
              <a:extLst>
                <a:ext uri="{FF2B5EF4-FFF2-40B4-BE49-F238E27FC236}">
                  <a16:creationId xmlns:a16="http://schemas.microsoft.com/office/drawing/2014/main" id="{6F725A7E-9279-3D44-A43B-0C1275684214}"/>
                </a:ext>
              </a:extLst>
            </p:cNvPr>
            <p:cNvSpPr txBox="1">
              <a:spLocks noChangeArrowheads="1"/>
            </p:cNvSpPr>
            <p:nvPr/>
          </p:nvSpPr>
          <p:spPr bwMode="auto">
            <a:xfrm>
              <a:off x="4660" y="492"/>
              <a:ext cx="598"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Dest: A</a:t>
              </a:r>
              <a:r>
                <a:rPr kumimoji="0" lang="ja-JP" alt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a:t>
              </a: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grpSp>
      <p:grpSp>
        <p:nvGrpSpPr>
          <p:cNvPr id="184" name="Group 42">
            <a:extLst>
              <a:ext uri="{FF2B5EF4-FFF2-40B4-BE49-F238E27FC236}">
                <a16:creationId xmlns:a16="http://schemas.microsoft.com/office/drawing/2014/main" id="{02E491F0-F4A4-3B4A-8F02-FCFB333B8BB2}"/>
              </a:ext>
            </a:extLst>
          </p:cNvPr>
          <p:cNvGrpSpPr>
            <a:grpSpLocks/>
          </p:cNvGrpSpPr>
          <p:nvPr/>
        </p:nvGrpSpPr>
        <p:grpSpPr bwMode="auto">
          <a:xfrm>
            <a:off x="6664038" y="5116671"/>
            <a:ext cx="3017838" cy="1444625"/>
            <a:chOff x="3441" y="3154"/>
            <a:chExt cx="1901" cy="910"/>
          </a:xfrm>
        </p:grpSpPr>
        <p:sp>
          <p:nvSpPr>
            <p:cNvPr id="185" name="Rectangle 43">
              <a:extLst>
                <a:ext uri="{FF2B5EF4-FFF2-40B4-BE49-F238E27FC236}">
                  <a16:creationId xmlns:a16="http://schemas.microsoft.com/office/drawing/2014/main" id="{17639B98-3172-DF4E-8DA8-73C48C521364}"/>
                </a:ext>
              </a:extLst>
            </p:cNvPr>
            <p:cNvSpPr>
              <a:spLocks noChangeArrowheads="1"/>
            </p:cNvSpPr>
            <p:nvPr/>
          </p:nvSpPr>
          <p:spPr bwMode="auto">
            <a:xfrm>
              <a:off x="3449" y="3154"/>
              <a:ext cx="1893" cy="90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186" name="Text Box 44">
              <a:extLst>
                <a:ext uri="{FF2B5EF4-FFF2-40B4-BE49-F238E27FC236}">
                  <a16:creationId xmlns:a16="http://schemas.microsoft.com/office/drawing/2014/main" id="{8FDEFC82-5E34-0D43-BB68-E0C8B0766A0B}"/>
                </a:ext>
              </a:extLst>
            </p:cNvPr>
            <p:cNvSpPr txBox="1">
              <a:spLocks noChangeArrowheads="1"/>
            </p:cNvSpPr>
            <p:nvPr/>
          </p:nvSpPr>
          <p:spPr bwMode="auto">
            <a:xfrm>
              <a:off x="3441" y="3175"/>
              <a:ext cx="1867"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rPr>
                <a:t>MAC addr   interface    TTL</a:t>
              </a:r>
            </a:p>
          </p:txBody>
        </p:sp>
        <p:sp>
          <p:nvSpPr>
            <p:cNvPr id="187" name="Line 45">
              <a:extLst>
                <a:ext uri="{FF2B5EF4-FFF2-40B4-BE49-F238E27FC236}">
                  <a16:creationId xmlns:a16="http://schemas.microsoft.com/office/drawing/2014/main" id="{1CAFF5B7-050E-B24B-984E-13EE05E15BA0}"/>
                </a:ext>
              </a:extLst>
            </p:cNvPr>
            <p:cNvSpPr>
              <a:spLocks noChangeShapeType="1"/>
            </p:cNvSpPr>
            <p:nvPr/>
          </p:nvSpPr>
          <p:spPr bwMode="auto">
            <a:xfrm>
              <a:off x="4226" y="3154"/>
              <a:ext cx="0" cy="90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8" name="Line 46">
              <a:extLst>
                <a:ext uri="{FF2B5EF4-FFF2-40B4-BE49-F238E27FC236}">
                  <a16:creationId xmlns:a16="http://schemas.microsoft.com/office/drawing/2014/main" id="{5DD71EFC-96E5-5644-864B-DE9F18945147}"/>
                </a:ext>
              </a:extLst>
            </p:cNvPr>
            <p:cNvSpPr>
              <a:spLocks noChangeShapeType="1"/>
            </p:cNvSpPr>
            <p:nvPr/>
          </p:nvSpPr>
          <p:spPr bwMode="auto">
            <a:xfrm>
              <a:off x="4963" y="3157"/>
              <a:ext cx="0" cy="90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9" name="Line 47">
              <a:extLst>
                <a:ext uri="{FF2B5EF4-FFF2-40B4-BE49-F238E27FC236}">
                  <a16:creationId xmlns:a16="http://schemas.microsoft.com/office/drawing/2014/main" id="{EA938DD2-F21D-AD48-AC6C-D011FD8539B1}"/>
                </a:ext>
              </a:extLst>
            </p:cNvPr>
            <p:cNvSpPr>
              <a:spLocks noChangeShapeType="1"/>
            </p:cNvSpPr>
            <p:nvPr/>
          </p:nvSpPr>
          <p:spPr bwMode="auto">
            <a:xfrm>
              <a:off x="3452" y="3397"/>
              <a:ext cx="188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190" name="Text Box 48">
            <a:extLst>
              <a:ext uri="{FF2B5EF4-FFF2-40B4-BE49-F238E27FC236}">
                <a16:creationId xmlns:a16="http://schemas.microsoft.com/office/drawing/2014/main" id="{6BD98D70-4DED-E244-91B4-CC2840F0D797}"/>
              </a:ext>
            </a:extLst>
          </p:cNvPr>
          <p:cNvSpPr txBox="1">
            <a:spLocks noChangeArrowheads="1"/>
          </p:cNvSpPr>
          <p:nvPr/>
        </p:nvSpPr>
        <p:spPr bwMode="auto">
          <a:xfrm>
            <a:off x="9764426" y="5505609"/>
            <a:ext cx="1778000" cy="646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switch table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(initially empty)</a:t>
            </a:r>
          </a:p>
        </p:txBody>
      </p:sp>
      <p:grpSp>
        <p:nvGrpSpPr>
          <p:cNvPr id="191" name="Group 49">
            <a:extLst>
              <a:ext uri="{FF2B5EF4-FFF2-40B4-BE49-F238E27FC236}">
                <a16:creationId xmlns:a16="http://schemas.microsoft.com/office/drawing/2014/main" id="{8B9081E4-811C-DA49-AFAB-29F72B60D4BB}"/>
              </a:ext>
            </a:extLst>
          </p:cNvPr>
          <p:cNvGrpSpPr>
            <a:grpSpLocks/>
          </p:cNvGrpSpPr>
          <p:nvPr/>
        </p:nvGrpSpPr>
        <p:grpSpPr bwMode="auto">
          <a:xfrm>
            <a:off x="7099013" y="5550059"/>
            <a:ext cx="2471738" cy="376237"/>
            <a:chOff x="2376" y="3383"/>
            <a:chExt cx="1557" cy="237"/>
          </a:xfrm>
        </p:grpSpPr>
        <p:sp>
          <p:nvSpPr>
            <p:cNvPr id="192" name="Text Box 50">
              <a:extLst>
                <a:ext uri="{FF2B5EF4-FFF2-40B4-BE49-F238E27FC236}">
                  <a16:creationId xmlns:a16="http://schemas.microsoft.com/office/drawing/2014/main" id="{97D41679-78B9-5343-BEC1-DA708964B0FC}"/>
                </a:ext>
              </a:extLst>
            </p:cNvPr>
            <p:cNvSpPr txBox="1">
              <a:spLocks noChangeArrowheads="1"/>
            </p:cNvSpPr>
            <p:nvPr/>
          </p:nvSpPr>
          <p:spPr bwMode="auto">
            <a:xfrm>
              <a:off x="2376" y="3388"/>
              <a:ext cx="221"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A</a:t>
              </a:r>
            </a:p>
          </p:txBody>
        </p:sp>
        <p:sp>
          <p:nvSpPr>
            <p:cNvPr id="193" name="Text Box 51">
              <a:extLst>
                <a:ext uri="{FF2B5EF4-FFF2-40B4-BE49-F238E27FC236}">
                  <a16:creationId xmlns:a16="http://schemas.microsoft.com/office/drawing/2014/main" id="{D9DF1D7D-9670-A247-8047-BB6719D2649E}"/>
                </a:ext>
              </a:extLst>
            </p:cNvPr>
            <p:cNvSpPr txBox="1">
              <a:spLocks noChangeArrowheads="1"/>
            </p:cNvSpPr>
            <p:nvPr/>
          </p:nvSpPr>
          <p:spPr bwMode="auto">
            <a:xfrm>
              <a:off x="3133" y="3387"/>
              <a:ext cx="197"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1</a:t>
              </a:r>
            </a:p>
          </p:txBody>
        </p:sp>
        <p:sp>
          <p:nvSpPr>
            <p:cNvPr id="194" name="Text Box 52">
              <a:extLst>
                <a:ext uri="{FF2B5EF4-FFF2-40B4-BE49-F238E27FC236}">
                  <a16:creationId xmlns:a16="http://schemas.microsoft.com/office/drawing/2014/main" id="{2260A1CA-8A5E-9C4E-8BAE-4138F78D8125}"/>
                </a:ext>
              </a:extLst>
            </p:cNvPr>
            <p:cNvSpPr txBox="1">
              <a:spLocks noChangeArrowheads="1"/>
            </p:cNvSpPr>
            <p:nvPr/>
          </p:nvSpPr>
          <p:spPr bwMode="auto">
            <a:xfrm>
              <a:off x="3655" y="3383"/>
              <a:ext cx="278"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60</a:t>
              </a:r>
            </a:p>
          </p:txBody>
        </p:sp>
      </p:grpSp>
      <p:grpSp>
        <p:nvGrpSpPr>
          <p:cNvPr id="195" name="Group 59">
            <a:extLst>
              <a:ext uri="{FF2B5EF4-FFF2-40B4-BE49-F238E27FC236}">
                <a16:creationId xmlns:a16="http://schemas.microsoft.com/office/drawing/2014/main" id="{903E115E-BC14-4748-858A-D5FFC60F6755}"/>
              </a:ext>
            </a:extLst>
          </p:cNvPr>
          <p:cNvGrpSpPr>
            <a:grpSpLocks/>
          </p:cNvGrpSpPr>
          <p:nvPr/>
        </p:nvGrpSpPr>
        <p:grpSpPr bwMode="auto">
          <a:xfrm>
            <a:off x="8197564" y="3256068"/>
            <a:ext cx="1428750" cy="369887"/>
            <a:chOff x="1750" y="3514"/>
            <a:chExt cx="900" cy="233"/>
          </a:xfrm>
        </p:grpSpPr>
        <p:sp>
          <p:nvSpPr>
            <p:cNvPr id="196" name="Rectangle 60">
              <a:extLst>
                <a:ext uri="{FF2B5EF4-FFF2-40B4-BE49-F238E27FC236}">
                  <a16:creationId xmlns:a16="http://schemas.microsoft.com/office/drawing/2014/main" id="{644AB50C-EFB0-AF45-B9A3-6D66B4075A36}"/>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197" name="Text Box 61">
              <a:extLst>
                <a:ext uri="{FF2B5EF4-FFF2-40B4-BE49-F238E27FC236}">
                  <a16:creationId xmlns:a16="http://schemas.microsoft.com/office/drawing/2014/main" id="{B284E544-83C3-AB4A-BC66-AA0DF1C5BB2D}"/>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198" name="Line 62">
              <a:extLst>
                <a:ext uri="{FF2B5EF4-FFF2-40B4-BE49-F238E27FC236}">
                  <a16:creationId xmlns:a16="http://schemas.microsoft.com/office/drawing/2014/main" id="{2CA577B3-39AE-804C-864D-443D5711C37B}"/>
                </a:ext>
              </a:extLst>
            </p:cNvPr>
            <p:cNvSpPr>
              <a:spLocks noChangeShapeType="1"/>
            </p:cNvSpPr>
            <p:nvPr/>
          </p:nvSpPr>
          <p:spPr bwMode="auto">
            <a:xfrm>
              <a:off x="1936" y="3535"/>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9" name="Line 63">
              <a:extLst>
                <a:ext uri="{FF2B5EF4-FFF2-40B4-BE49-F238E27FC236}">
                  <a16:creationId xmlns:a16="http://schemas.microsoft.com/office/drawing/2014/main" id="{74F06A00-0D46-7749-BC9F-11E00CDBB695}"/>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00" name="Group 64">
            <a:extLst>
              <a:ext uri="{FF2B5EF4-FFF2-40B4-BE49-F238E27FC236}">
                <a16:creationId xmlns:a16="http://schemas.microsoft.com/office/drawing/2014/main" id="{36F25405-B90C-2C46-B956-67AF3C9F032F}"/>
              </a:ext>
            </a:extLst>
          </p:cNvPr>
          <p:cNvGrpSpPr>
            <a:grpSpLocks/>
          </p:cNvGrpSpPr>
          <p:nvPr/>
        </p:nvGrpSpPr>
        <p:grpSpPr bwMode="auto">
          <a:xfrm>
            <a:off x="8197564" y="3254480"/>
            <a:ext cx="1428750" cy="369888"/>
            <a:chOff x="1750" y="3514"/>
            <a:chExt cx="900" cy="233"/>
          </a:xfrm>
        </p:grpSpPr>
        <p:sp>
          <p:nvSpPr>
            <p:cNvPr id="201" name="Rectangle 65">
              <a:extLst>
                <a:ext uri="{FF2B5EF4-FFF2-40B4-BE49-F238E27FC236}">
                  <a16:creationId xmlns:a16="http://schemas.microsoft.com/office/drawing/2014/main" id="{37F60D01-9E8D-FE4E-BD36-4CD886673870}"/>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02" name="Text Box 66">
              <a:extLst>
                <a:ext uri="{FF2B5EF4-FFF2-40B4-BE49-F238E27FC236}">
                  <a16:creationId xmlns:a16="http://schemas.microsoft.com/office/drawing/2014/main" id="{A6DF3585-9FEA-0140-8050-A22A987FED97}"/>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203" name="Line 67">
              <a:extLst>
                <a:ext uri="{FF2B5EF4-FFF2-40B4-BE49-F238E27FC236}">
                  <a16:creationId xmlns:a16="http://schemas.microsoft.com/office/drawing/2014/main" id="{C515ADCC-D409-2C42-BCFA-38F14064C442}"/>
                </a:ext>
              </a:extLst>
            </p:cNvPr>
            <p:cNvSpPr>
              <a:spLocks noChangeShapeType="1"/>
            </p:cNvSpPr>
            <p:nvPr/>
          </p:nvSpPr>
          <p:spPr bwMode="auto">
            <a:xfrm>
              <a:off x="1936" y="3535"/>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4" name="Line 68">
              <a:extLst>
                <a:ext uri="{FF2B5EF4-FFF2-40B4-BE49-F238E27FC236}">
                  <a16:creationId xmlns:a16="http://schemas.microsoft.com/office/drawing/2014/main" id="{51ACED30-867C-7C4E-B7D2-EFBC84B12F04}"/>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05" name="Group 69">
            <a:extLst>
              <a:ext uri="{FF2B5EF4-FFF2-40B4-BE49-F238E27FC236}">
                <a16:creationId xmlns:a16="http://schemas.microsoft.com/office/drawing/2014/main" id="{B4E87009-38ED-E940-9BFA-C6965D3C976F}"/>
              </a:ext>
            </a:extLst>
          </p:cNvPr>
          <p:cNvGrpSpPr>
            <a:grpSpLocks/>
          </p:cNvGrpSpPr>
          <p:nvPr/>
        </p:nvGrpSpPr>
        <p:grpSpPr bwMode="auto">
          <a:xfrm>
            <a:off x="8197564" y="3257655"/>
            <a:ext cx="1428750" cy="369888"/>
            <a:chOff x="1750" y="3514"/>
            <a:chExt cx="900" cy="233"/>
          </a:xfrm>
        </p:grpSpPr>
        <p:sp>
          <p:nvSpPr>
            <p:cNvPr id="206" name="Rectangle 70">
              <a:extLst>
                <a:ext uri="{FF2B5EF4-FFF2-40B4-BE49-F238E27FC236}">
                  <a16:creationId xmlns:a16="http://schemas.microsoft.com/office/drawing/2014/main" id="{6248BF62-3EA1-6A49-93A8-FC813DA01DEA}"/>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07" name="Text Box 71">
              <a:extLst>
                <a:ext uri="{FF2B5EF4-FFF2-40B4-BE49-F238E27FC236}">
                  <a16:creationId xmlns:a16="http://schemas.microsoft.com/office/drawing/2014/main" id="{00AA1FEE-7000-E747-9173-C6842FE0648D}"/>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208" name="Line 72">
              <a:extLst>
                <a:ext uri="{FF2B5EF4-FFF2-40B4-BE49-F238E27FC236}">
                  <a16:creationId xmlns:a16="http://schemas.microsoft.com/office/drawing/2014/main" id="{5FDDCB7C-81BC-B34E-AFC3-3CDA9605B9B5}"/>
                </a:ext>
              </a:extLst>
            </p:cNvPr>
            <p:cNvSpPr>
              <a:spLocks noChangeShapeType="1"/>
            </p:cNvSpPr>
            <p:nvPr/>
          </p:nvSpPr>
          <p:spPr bwMode="auto">
            <a:xfrm>
              <a:off x="1936" y="3535"/>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9" name="Line 73">
              <a:extLst>
                <a:ext uri="{FF2B5EF4-FFF2-40B4-BE49-F238E27FC236}">
                  <a16:creationId xmlns:a16="http://schemas.microsoft.com/office/drawing/2014/main" id="{EF8FD2D7-2282-C840-8B09-C82ADFC54F7D}"/>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10" name="Group 74">
            <a:extLst>
              <a:ext uri="{FF2B5EF4-FFF2-40B4-BE49-F238E27FC236}">
                <a16:creationId xmlns:a16="http://schemas.microsoft.com/office/drawing/2014/main" id="{7FD60212-2FF9-404A-9485-023D84866317}"/>
              </a:ext>
            </a:extLst>
          </p:cNvPr>
          <p:cNvGrpSpPr>
            <a:grpSpLocks/>
          </p:cNvGrpSpPr>
          <p:nvPr/>
        </p:nvGrpSpPr>
        <p:grpSpPr bwMode="auto">
          <a:xfrm>
            <a:off x="8197564" y="3257655"/>
            <a:ext cx="1428750" cy="369888"/>
            <a:chOff x="1750" y="3514"/>
            <a:chExt cx="900" cy="233"/>
          </a:xfrm>
        </p:grpSpPr>
        <p:sp>
          <p:nvSpPr>
            <p:cNvPr id="211" name="Rectangle 75">
              <a:extLst>
                <a:ext uri="{FF2B5EF4-FFF2-40B4-BE49-F238E27FC236}">
                  <a16:creationId xmlns:a16="http://schemas.microsoft.com/office/drawing/2014/main" id="{7D54E101-A7C1-BF47-A4DF-2F2002E4DB9B}"/>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12" name="Text Box 76">
              <a:extLst>
                <a:ext uri="{FF2B5EF4-FFF2-40B4-BE49-F238E27FC236}">
                  <a16:creationId xmlns:a16="http://schemas.microsoft.com/office/drawing/2014/main" id="{E561303C-0E60-284F-98F1-C49081A2F3CB}"/>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213" name="Line 77">
              <a:extLst>
                <a:ext uri="{FF2B5EF4-FFF2-40B4-BE49-F238E27FC236}">
                  <a16:creationId xmlns:a16="http://schemas.microsoft.com/office/drawing/2014/main" id="{90071223-4F6D-B645-B6BA-5C215A4D1AA7}"/>
                </a:ext>
              </a:extLst>
            </p:cNvPr>
            <p:cNvSpPr>
              <a:spLocks noChangeShapeType="1"/>
            </p:cNvSpPr>
            <p:nvPr/>
          </p:nvSpPr>
          <p:spPr bwMode="auto">
            <a:xfrm>
              <a:off x="1936" y="3535"/>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4" name="Line 78">
              <a:extLst>
                <a:ext uri="{FF2B5EF4-FFF2-40B4-BE49-F238E27FC236}">
                  <a16:creationId xmlns:a16="http://schemas.microsoft.com/office/drawing/2014/main" id="{58840410-3DD1-334E-8F95-AA19BCF68EA8}"/>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15" name="Group 79">
            <a:extLst>
              <a:ext uri="{FF2B5EF4-FFF2-40B4-BE49-F238E27FC236}">
                <a16:creationId xmlns:a16="http://schemas.microsoft.com/office/drawing/2014/main" id="{B58C14CA-6C0A-E64E-95A3-6BDCBDD04063}"/>
              </a:ext>
            </a:extLst>
          </p:cNvPr>
          <p:cNvGrpSpPr>
            <a:grpSpLocks/>
          </p:cNvGrpSpPr>
          <p:nvPr/>
        </p:nvGrpSpPr>
        <p:grpSpPr bwMode="auto">
          <a:xfrm>
            <a:off x="8194389" y="3254480"/>
            <a:ext cx="1428750" cy="369888"/>
            <a:chOff x="1750" y="3514"/>
            <a:chExt cx="900" cy="233"/>
          </a:xfrm>
        </p:grpSpPr>
        <p:sp>
          <p:nvSpPr>
            <p:cNvPr id="216" name="Rectangle 80">
              <a:extLst>
                <a:ext uri="{FF2B5EF4-FFF2-40B4-BE49-F238E27FC236}">
                  <a16:creationId xmlns:a16="http://schemas.microsoft.com/office/drawing/2014/main" id="{53031030-6075-9644-9CD4-E1BE9D15DC1F}"/>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17" name="Text Box 81">
              <a:extLst>
                <a:ext uri="{FF2B5EF4-FFF2-40B4-BE49-F238E27FC236}">
                  <a16:creationId xmlns:a16="http://schemas.microsoft.com/office/drawing/2014/main" id="{0EA82F91-189F-4D41-AFA6-0FA95AACC596}"/>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218" name="Line 82">
              <a:extLst>
                <a:ext uri="{FF2B5EF4-FFF2-40B4-BE49-F238E27FC236}">
                  <a16:creationId xmlns:a16="http://schemas.microsoft.com/office/drawing/2014/main" id="{8D0DFD4D-816F-A24A-A991-659C66E55D07}"/>
                </a:ext>
              </a:extLst>
            </p:cNvPr>
            <p:cNvSpPr>
              <a:spLocks noChangeShapeType="1"/>
            </p:cNvSpPr>
            <p:nvPr/>
          </p:nvSpPr>
          <p:spPr bwMode="auto">
            <a:xfrm>
              <a:off x="1936" y="3535"/>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9" name="Line 83">
              <a:extLst>
                <a:ext uri="{FF2B5EF4-FFF2-40B4-BE49-F238E27FC236}">
                  <a16:creationId xmlns:a16="http://schemas.microsoft.com/office/drawing/2014/main" id="{D760E2ED-6F20-9D4E-AE11-C1B99B28227C}"/>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21" name="Group 92">
            <a:extLst>
              <a:ext uri="{FF2B5EF4-FFF2-40B4-BE49-F238E27FC236}">
                <a16:creationId xmlns:a16="http://schemas.microsoft.com/office/drawing/2014/main" id="{3370A2C8-4CE7-C741-8929-9217859A0561}"/>
              </a:ext>
            </a:extLst>
          </p:cNvPr>
          <p:cNvGrpSpPr>
            <a:grpSpLocks/>
          </p:cNvGrpSpPr>
          <p:nvPr/>
        </p:nvGrpSpPr>
        <p:grpSpPr bwMode="auto">
          <a:xfrm>
            <a:off x="8529351" y="4356205"/>
            <a:ext cx="1428750" cy="369888"/>
            <a:chOff x="730" y="2472"/>
            <a:chExt cx="900" cy="233"/>
          </a:xfrm>
        </p:grpSpPr>
        <p:sp>
          <p:nvSpPr>
            <p:cNvPr id="222" name="Rectangle 88">
              <a:extLst>
                <a:ext uri="{FF2B5EF4-FFF2-40B4-BE49-F238E27FC236}">
                  <a16:creationId xmlns:a16="http://schemas.microsoft.com/office/drawing/2014/main" id="{E50BA891-DC66-6748-9209-EA9D4F2B0996}"/>
                </a:ext>
              </a:extLst>
            </p:cNvPr>
            <p:cNvSpPr>
              <a:spLocks noChangeArrowheads="1"/>
            </p:cNvSpPr>
            <p:nvPr/>
          </p:nvSpPr>
          <p:spPr bwMode="auto">
            <a:xfrm>
              <a:off x="751" y="2500"/>
              <a:ext cx="879" cy="166"/>
            </a:xfrm>
            <a:prstGeom prst="rect">
              <a:avLst/>
            </a:prstGeom>
            <a:solidFill>
              <a:srgbClr val="3333CC"/>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23" name="Text Box 89">
              <a:extLst>
                <a:ext uri="{FF2B5EF4-FFF2-40B4-BE49-F238E27FC236}">
                  <a16:creationId xmlns:a16="http://schemas.microsoft.com/office/drawing/2014/main" id="{17C11772-AB70-0344-B94C-1B06764AC93F}"/>
                </a:ext>
              </a:extLst>
            </p:cNvPr>
            <p:cNvSpPr txBox="1">
              <a:spLocks noChangeArrowheads="1"/>
            </p:cNvSpPr>
            <p:nvPr/>
          </p:nvSpPr>
          <p:spPr bwMode="auto">
            <a:xfrm>
              <a:off x="730" y="2472"/>
              <a:ext cx="359"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 A</a:t>
              </a:r>
            </a:p>
          </p:txBody>
        </p:sp>
        <p:sp>
          <p:nvSpPr>
            <p:cNvPr id="224" name="Line 90">
              <a:extLst>
                <a:ext uri="{FF2B5EF4-FFF2-40B4-BE49-F238E27FC236}">
                  <a16:creationId xmlns:a16="http://schemas.microsoft.com/office/drawing/2014/main" id="{92A1D7A9-6B7D-6245-8648-0585E752CF77}"/>
                </a:ext>
              </a:extLst>
            </p:cNvPr>
            <p:cNvSpPr>
              <a:spLocks noChangeShapeType="1"/>
            </p:cNvSpPr>
            <p:nvPr/>
          </p:nvSpPr>
          <p:spPr bwMode="auto">
            <a:xfrm>
              <a:off x="937" y="2499"/>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5" name="Line 91">
              <a:extLst>
                <a:ext uri="{FF2B5EF4-FFF2-40B4-BE49-F238E27FC236}">
                  <a16:creationId xmlns:a16="http://schemas.microsoft.com/office/drawing/2014/main" id="{F9EF27B4-FE96-D148-89C0-7A525840FD57}"/>
                </a:ext>
              </a:extLst>
            </p:cNvPr>
            <p:cNvSpPr>
              <a:spLocks noChangeShapeType="1"/>
            </p:cNvSpPr>
            <p:nvPr/>
          </p:nvSpPr>
          <p:spPr bwMode="auto">
            <a:xfrm>
              <a:off x="1096" y="2498"/>
              <a:ext cx="0" cy="16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26" name="Group 94">
            <a:extLst>
              <a:ext uri="{FF2B5EF4-FFF2-40B4-BE49-F238E27FC236}">
                <a16:creationId xmlns:a16="http://schemas.microsoft.com/office/drawing/2014/main" id="{EC5CFC4C-B38C-5948-9557-ADD689122F82}"/>
              </a:ext>
            </a:extLst>
          </p:cNvPr>
          <p:cNvGrpSpPr>
            <a:grpSpLocks/>
          </p:cNvGrpSpPr>
          <p:nvPr/>
        </p:nvGrpSpPr>
        <p:grpSpPr bwMode="auto">
          <a:xfrm>
            <a:off x="7095838" y="5835809"/>
            <a:ext cx="2471738" cy="374650"/>
            <a:chOff x="2376" y="3383"/>
            <a:chExt cx="1557" cy="236"/>
          </a:xfrm>
        </p:grpSpPr>
        <p:sp>
          <p:nvSpPr>
            <p:cNvPr id="227" name="Text Box 95">
              <a:extLst>
                <a:ext uri="{FF2B5EF4-FFF2-40B4-BE49-F238E27FC236}">
                  <a16:creationId xmlns:a16="http://schemas.microsoft.com/office/drawing/2014/main" id="{9D1F6511-0EBF-3C44-9268-558C639B4F9D}"/>
                </a:ext>
              </a:extLst>
            </p:cNvPr>
            <p:cNvSpPr txBox="1">
              <a:spLocks noChangeArrowheads="1"/>
            </p:cNvSpPr>
            <p:nvPr/>
          </p:nvSpPr>
          <p:spPr bwMode="auto">
            <a:xfrm>
              <a:off x="2376" y="3388"/>
              <a:ext cx="247"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A</a:t>
              </a:r>
              <a:r>
                <a:rPr kumimoji="0" lang="ja-JP" alt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a:t>
              </a:r>
              <a:endPar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28" name="Text Box 96">
              <a:extLst>
                <a:ext uri="{FF2B5EF4-FFF2-40B4-BE49-F238E27FC236}">
                  <a16:creationId xmlns:a16="http://schemas.microsoft.com/office/drawing/2014/main" id="{44CF8BAE-BCDF-884C-B092-5D9BC5021B54}"/>
                </a:ext>
              </a:extLst>
            </p:cNvPr>
            <p:cNvSpPr txBox="1">
              <a:spLocks noChangeArrowheads="1"/>
            </p:cNvSpPr>
            <p:nvPr/>
          </p:nvSpPr>
          <p:spPr bwMode="auto">
            <a:xfrm>
              <a:off x="3133" y="3387"/>
              <a:ext cx="204"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4</a:t>
              </a:r>
            </a:p>
          </p:txBody>
        </p:sp>
        <p:sp>
          <p:nvSpPr>
            <p:cNvPr id="229" name="Text Box 97">
              <a:extLst>
                <a:ext uri="{FF2B5EF4-FFF2-40B4-BE49-F238E27FC236}">
                  <a16:creationId xmlns:a16="http://schemas.microsoft.com/office/drawing/2014/main" id="{E14D8E40-E7CD-ED4A-9731-066C073643A7}"/>
                </a:ext>
              </a:extLst>
            </p:cNvPr>
            <p:cNvSpPr txBox="1">
              <a:spLocks noChangeArrowheads="1"/>
            </p:cNvSpPr>
            <p:nvPr/>
          </p:nvSpPr>
          <p:spPr bwMode="auto">
            <a:xfrm>
              <a:off x="3655" y="3383"/>
              <a:ext cx="278" cy="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60</a:t>
              </a:r>
            </a:p>
          </p:txBody>
        </p:sp>
      </p:grpSp>
      <p:sp>
        <p:nvSpPr>
          <p:cNvPr id="278" name="Rectangle 84">
            <a:extLst>
              <a:ext uri="{FF2B5EF4-FFF2-40B4-BE49-F238E27FC236}">
                <a16:creationId xmlns:a16="http://schemas.microsoft.com/office/drawing/2014/main" id="{78229FD9-9E00-354C-8B01-81EA9369D550}"/>
              </a:ext>
            </a:extLst>
          </p:cNvPr>
          <p:cNvSpPr txBox="1">
            <a:spLocks noChangeArrowheads="1"/>
          </p:cNvSpPr>
          <p:nvPr/>
        </p:nvSpPr>
        <p:spPr>
          <a:xfrm>
            <a:off x="402143" y="4388907"/>
            <a:ext cx="4044950" cy="94456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frame destination, A’, location unknown:</a:t>
            </a:r>
            <a:endParaRPr kumimoji="0" lang="en-US" sz="2800" b="0" i="1"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Text Box 86">
            <a:extLst>
              <a:ext uri="{FF2B5EF4-FFF2-40B4-BE49-F238E27FC236}">
                <a16:creationId xmlns:a16="http://schemas.microsoft.com/office/drawing/2014/main" id="{8EB576ED-EEAB-4740-B1E7-8093AC54CCD6}"/>
              </a:ext>
            </a:extLst>
          </p:cNvPr>
          <p:cNvSpPr txBox="1">
            <a:spLocks noChangeArrowheads="1"/>
          </p:cNvSpPr>
          <p:nvPr/>
        </p:nvSpPr>
        <p:spPr bwMode="auto">
          <a:xfrm>
            <a:off x="3795578" y="4723860"/>
            <a:ext cx="942887"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CC0000"/>
                </a:solidFill>
                <a:effectLst/>
                <a:uLnTx/>
                <a:uFillTx/>
                <a:latin typeface="Calibri" panose="020F0502020204030204"/>
                <a:ea typeface="ＭＳ Ｐゴシック" charset="0"/>
                <a:cs typeface="+mn-cs"/>
              </a:rPr>
              <a:t>flood</a:t>
            </a:r>
          </a:p>
        </p:txBody>
      </p:sp>
      <p:sp>
        <p:nvSpPr>
          <p:cNvPr id="280" name="Rectangle 93">
            <a:extLst>
              <a:ext uri="{FF2B5EF4-FFF2-40B4-BE49-F238E27FC236}">
                <a16:creationId xmlns:a16="http://schemas.microsoft.com/office/drawing/2014/main" id="{03EE78BF-359C-A14B-BDC2-3A060C04D335}"/>
              </a:ext>
            </a:extLst>
          </p:cNvPr>
          <p:cNvSpPr>
            <a:spLocks noChangeArrowheads="1"/>
          </p:cNvSpPr>
          <p:nvPr/>
        </p:nvSpPr>
        <p:spPr bwMode="auto">
          <a:xfrm>
            <a:off x="527557" y="5298303"/>
            <a:ext cx="4044950" cy="9445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79400" marR="0" lvl="0" indent="-279400" algn="l" defTabSz="914400" rtl="0" eaLnBrk="1" fontAlgn="auto" latinLnBrk="0" hangingPunct="1">
              <a:lnSpc>
                <a:spcPct val="100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a:ln>
                  <a:noFill/>
                </a:ln>
                <a:solidFill>
                  <a:srgbClr val="000000"/>
                </a:solidFill>
                <a:effectLst/>
                <a:uLnTx/>
                <a:uFillTx/>
                <a:latin typeface="Calibri" panose="020F0502020204030204"/>
                <a:ea typeface="+mn-ea"/>
                <a:cs typeface="+mn-cs"/>
              </a:rPr>
              <a:t>destination A location known:</a:t>
            </a:r>
            <a:endParaRPr kumimoji="0" lang="en-US" sz="2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281" name="Rectangle 98">
            <a:extLst>
              <a:ext uri="{FF2B5EF4-FFF2-40B4-BE49-F238E27FC236}">
                <a16:creationId xmlns:a16="http://schemas.microsoft.com/office/drawing/2014/main" id="{4A0C0776-2D33-A54C-8754-1AB68422550E}"/>
              </a:ext>
            </a:extLst>
          </p:cNvPr>
          <p:cNvSpPr>
            <a:spLocks noChangeArrowheads="1"/>
          </p:cNvSpPr>
          <p:nvPr/>
        </p:nvSpPr>
        <p:spPr bwMode="auto">
          <a:xfrm>
            <a:off x="698871" y="5770584"/>
            <a:ext cx="4417575" cy="12527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ts val="3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a:ln>
                  <a:noFill/>
                </a:ln>
                <a:solidFill>
                  <a:srgbClr val="CC0000"/>
                </a:solidFill>
                <a:effectLst/>
                <a:uLnTx/>
                <a:uFillTx/>
                <a:latin typeface="Calibri" panose="020F0502020204030204"/>
                <a:ea typeface="+mn-ea"/>
                <a:cs typeface="+mn-cs"/>
              </a:rPr>
              <a:t>                selectively send </a:t>
            </a:r>
          </a:p>
          <a:p>
            <a:pPr marL="342900" marR="0" lvl="0" indent="-342900" algn="l" defTabSz="914400" rtl="0" eaLnBrk="1" fontAlgn="auto" latinLnBrk="0" hangingPunct="1">
              <a:lnSpc>
                <a:spcPts val="3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a:ln>
                  <a:noFill/>
                </a:ln>
                <a:solidFill>
                  <a:srgbClr val="CC0000"/>
                </a:solidFill>
                <a:effectLst/>
                <a:uLnTx/>
                <a:uFillTx/>
                <a:latin typeface="Calibri" panose="020F0502020204030204"/>
                <a:ea typeface="+mn-ea"/>
                <a:cs typeface="+mn-cs"/>
              </a:rPr>
              <a:t>on just one link</a:t>
            </a:r>
          </a:p>
        </p:txBody>
      </p:sp>
      <p:sp>
        <p:nvSpPr>
          <p:cNvPr id="3" name="Rectangle 3">
            <a:extLst>
              <a:ext uri="{FF2B5EF4-FFF2-40B4-BE49-F238E27FC236}">
                <a16:creationId xmlns:a16="http://schemas.microsoft.com/office/drawing/2014/main" id="{8C6253BA-5197-360F-6D5C-A97A376F8DC9}"/>
              </a:ext>
            </a:extLst>
          </p:cNvPr>
          <p:cNvSpPr txBox="1">
            <a:spLocks noChangeArrowheads="1"/>
          </p:cNvSpPr>
          <p:nvPr/>
        </p:nvSpPr>
        <p:spPr>
          <a:xfrm>
            <a:off x="575386" y="1073333"/>
            <a:ext cx="5123322" cy="495601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marR="0" lvl="0" indent="-231775"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switch</a:t>
            </a:r>
            <a:r>
              <a:rPr kumimoji="0" lang="en-US" sz="3200" b="0" i="0" u="none" strike="noStrike" kern="1200" cap="none" spc="0" normalizeH="0" baseline="0" noProof="0">
                <a:ln>
                  <a:noFill/>
                </a:ln>
                <a:solidFill>
                  <a:srgbClr val="FF0000"/>
                </a:solidFill>
                <a:effectLst/>
                <a:uLnTx/>
                <a:uFillTx/>
                <a:latin typeface="Calibri" panose="020F0502020204030204"/>
                <a:ea typeface="+mn-ea"/>
                <a:cs typeface="+mn-cs"/>
              </a:rPr>
              <a:t> </a:t>
            </a:r>
            <a:r>
              <a:rPr kumimoji="0" lang="en-US" sz="3200" b="0" i="1" u="none" strike="noStrike" kern="1200" cap="none" spc="0" normalizeH="0" baseline="0" noProof="0">
                <a:ln>
                  <a:noFill/>
                </a:ln>
                <a:solidFill>
                  <a:srgbClr val="CC0000"/>
                </a:solidFill>
                <a:effectLst/>
                <a:uLnTx/>
                <a:uFillTx/>
                <a:latin typeface="Calibri" panose="020F0502020204030204"/>
                <a:ea typeface="+mn-ea"/>
                <a:cs typeface="+mn-cs"/>
              </a:rPr>
              <a:t>learns</a:t>
            </a:r>
            <a:r>
              <a:rPr kumimoji="0" lang="en-US" sz="3200" b="0" i="0" u="none" strike="noStrike" kern="1200" cap="none" spc="0" normalizeH="0" baseline="0" noProof="0">
                <a:ln>
                  <a:noFill/>
                </a:ln>
                <a:solidFill>
                  <a:srgbClr val="CC0000"/>
                </a:solidFill>
                <a:effectLst/>
                <a:uLnTx/>
                <a:uFillTx/>
                <a:latin typeface="Calibri" panose="020F0502020204030204"/>
                <a:ea typeface="+mn-ea"/>
                <a:cs typeface="+mn-cs"/>
              </a:rPr>
              <a:t> </a:t>
            </a: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which hosts can be reached through which interfaces</a:t>
            </a:r>
          </a:p>
        </p:txBody>
      </p:sp>
    </p:spTree>
    <p:extLst>
      <p:ext uri="{BB962C8B-B14F-4D97-AF65-F5344CB8AC3E}">
        <p14:creationId xmlns:p14="http://schemas.microsoft.com/office/powerpoint/2010/main" val="5138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79"/>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78">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79"/>
                                        </p:tgtEl>
                                        <p:attrNameLst>
                                          <p:attrName>style.visibility</p:attrName>
                                        </p:attrNameLst>
                                      </p:cBhvr>
                                      <p:to>
                                        <p:strVal val="visible"/>
                                      </p:to>
                                    </p:set>
                                  </p:childTnLst>
                                </p:cTn>
                              </p:par>
                            </p:childTnLst>
                          </p:cTn>
                        </p:par>
                        <p:par>
                          <p:cTn id="14" fill="hold">
                            <p:stCondLst>
                              <p:cond delay="0"/>
                            </p:stCondLst>
                            <p:childTnLst>
                              <p:par>
                                <p:cTn id="15" presetID="1" presetClass="exit" presetSubtype="0" fill="hold" nodeType="afterEffect">
                                  <p:stCondLst>
                                    <p:cond delay="0"/>
                                  </p:stCondLst>
                                  <p:childTnLst>
                                    <p:set>
                                      <p:cBhvr>
                                        <p:cTn id="16" dur="1" fill="hold">
                                          <p:stCondLst>
                                            <p:cond delay="0"/>
                                          </p:stCondLst>
                                        </p:cTn>
                                        <p:tgtEl>
                                          <p:spTgt spid="174"/>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95"/>
                                        </p:tgtEl>
                                        <p:attrNameLst>
                                          <p:attrName>style.visibility</p:attrName>
                                        </p:attrNameLst>
                                      </p:cBhvr>
                                      <p:to>
                                        <p:strVal val="visible"/>
                                      </p:to>
                                    </p:set>
                                  </p:childTnLst>
                                </p:cTn>
                              </p:par>
                              <p:par>
                                <p:cTn id="19" presetID="0" presetClass="path" presetSubtype="0" accel="50000" decel="50000" fill="hold" nodeType="withEffect">
                                  <p:stCondLst>
                                    <p:cond delay="0"/>
                                  </p:stCondLst>
                                  <p:childTnLst>
                                    <p:animMotion origin="layout" path="M 4.16667E-7 -3.7037E-7 L -0.12122 -0.09815 " pathEditMode="relative" rAng="0" ptsTypes="AA">
                                      <p:cBhvr>
                                        <p:cTn id="20" dur="2000" fill="hold"/>
                                        <p:tgtEl>
                                          <p:spTgt spid="195"/>
                                        </p:tgtEl>
                                        <p:attrNameLst>
                                          <p:attrName>ppt_x</p:attrName>
                                          <p:attrName>ppt_y</p:attrName>
                                        </p:attrNameLst>
                                      </p:cBhvr>
                                      <p:rCtr x="-6068" y="-4907"/>
                                    </p:animMotion>
                                  </p:childTnLst>
                                </p:cTn>
                              </p:par>
                              <p:par>
                                <p:cTn id="21" presetID="1" presetClass="entr" presetSubtype="0" fill="hold" nodeType="withEffect">
                                  <p:stCondLst>
                                    <p:cond delay="0"/>
                                  </p:stCondLst>
                                  <p:childTnLst>
                                    <p:set>
                                      <p:cBhvr>
                                        <p:cTn id="22" dur="1" fill="hold">
                                          <p:stCondLst>
                                            <p:cond delay="0"/>
                                          </p:stCondLst>
                                        </p:cTn>
                                        <p:tgtEl>
                                          <p:spTgt spid="200"/>
                                        </p:tgtEl>
                                        <p:attrNameLst>
                                          <p:attrName>style.visibility</p:attrName>
                                        </p:attrNameLst>
                                      </p:cBhvr>
                                      <p:to>
                                        <p:strVal val="visible"/>
                                      </p:to>
                                    </p:set>
                                  </p:childTnLst>
                                </p:cTn>
                              </p:par>
                              <p:par>
                                <p:cTn id="23" presetID="0" presetClass="path" presetSubtype="0" accel="50000" decel="50000" fill="hold" nodeType="withEffect">
                                  <p:stCondLst>
                                    <p:cond delay="0"/>
                                  </p:stCondLst>
                                  <p:childTnLst>
                                    <p:animMotion origin="layout" path="M 4.16667E-7 1.11111E-6 L -0.10365 0.09444 " pathEditMode="relative" rAng="0" ptsTypes="AA">
                                      <p:cBhvr>
                                        <p:cTn id="24" dur="2000" fill="hold"/>
                                        <p:tgtEl>
                                          <p:spTgt spid="200"/>
                                        </p:tgtEl>
                                        <p:attrNameLst>
                                          <p:attrName>ppt_x</p:attrName>
                                          <p:attrName>ppt_y</p:attrName>
                                        </p:attrNameLst>
                                      </p:cBhvr>
                                      <p:rCtr x="-5182" y="4722"/>
                                    </p:animMotion>
                                  </p:childTnLst>
                                </p:cTn>
                              </p:par>
                              <p:par>
                                <p:cTn id="25" presetID="1" presetClass="entr" presetSubtype="0" fill="hold" nodeType="withEffect">
                                  <p:stCondLst>
                                    <p:cond delay="0"/>
                                  </p:stCondLst>
                                  <p:childTnLst>
                                    <p:set>
                                      <p:cBhvr>
                                        <p:cTn id="26" dur="1" fill="hold">
                                          <p:stCondLst>
                                            <p:cond delay="0"/>
                                          </p:stCondLst>
                                        </p:cTn>
                                        <p:tgtEl>
                                          <p:spTgt spid="205"/>
                                        </p:tgtEl>
                                        <p:attrNameLst>
                                          <p:attrName>style.visibility</p:attrName>
                                        </p:attrNameLst>
                                      </p:cBhvr>
                                      <p:to>
                                        <p:strVal val="visible"/>
                                      </p:to>
                                    </p:set>
                                  </p:childTnLst>
                                </p:cTn>
                              </p:par>
                              <p:par>
                                <p:cTn id="27" presetID="0" presetClass="path" presetSubtype="0" accel="50000" decel="50000" fill="hold" nodeType="withEffect">
                                  <p:stCondLst>
                                    <p:cond delay="0"/>
                                  </p:stCondLst>
                                  <p:childTnLst>
                                    <p:animMotion origin="layout" path="M 4.16667E-7 -1.85185E-6 L 0.0349 0.15509 " pathEditMode="relative" rAng="0" ptsTypes="AA">
                                      <p:cBhvr>
                                        <p:cTn id="28" dur="2000" fill="hold"/>
                                        <p:tgtEl>
                                          <p:spTgt spid="205"/>
                                        </p:tgtEl>
                                        <p:attrNameLst>
                                          <p:attrName>ppt_x</p:attrName>
                                          <p:attrName>ppt_y</p:attrName>
                                        </p:attrNameLst>
                                      </p:cBhvr>
                                      <p:rCtr x="1745" y="7755"/>
                                    </p:animMotion>
                                  </p:childTnLst>
                                </p:cTn>
                              </p:par>
                              <p:par>
                                <p:cTn id="29" presetID="1" presetClass="entr" presetSubtype="0" fill="hold" nodeType="withEffect">
                                  <p:stCondLst>
                                    <p:cond delay="0"/>
                                  </p:stCondLst>
                                  <p:childTnLst>
                                    <p:set>
                                      <p:cBhvr>
                                        <p:cTn id="30" dur="1" fill="hold">
                                          <p:stCondLst>
                                            <p:cond delay="0"/>
                                          </p:stCondLst>
                                        </p:cTn>
                                        <p:tgtEl>
                                          <p:spTgt spid="210"/>
                                        </p:tgtEl>
                                        <p:attrNameLst>
                                          <p:attrName>style.visibility</p:attrName>
                                        </p:attrNameLst>
                                      </p:cBhvr>
                                      <p:to>
                                        <p:strVal val="visible"/>
                                      </p:to>
                                    </p:set>
                                  </p:childTnLst>
                                </p:cTn>
                              </p:par>
                              <p:par>
                                <p:cTn id="31" presetID="0" presetClass="path" presetSubtype="0" accel="50000" decel="50000" fill="hold" nodeType="withEffect">
                                  <p:stCondLst>
                                    <p:cond delay="0"/>
                                  </p:stCondLst>
                                  <p:childTnLst>
                                    <p:animMotion origin="layout" path="M 4.16667E-7 -1.85185E-6 L 0.12083 0.05209 " pathEditMode="relative" rAng="0" ptsTypes="AA">
                                      <p:cBhvr>
                                        <p:cTn id="32" dur="2000" fill="hold"/>
                                        <p:tgtEl>
                                          <p:spTgt spid="210"/>
                                        </p:tgtEl>
                                        <p:attrNameLst>
                                          <p:attrName>ppt_x</p:attrName>
                                          <p:attrName>ppt_y</p:attrName>
                                        </p:attrNameLst>
                                      </p:cBhvr>
                                      <p:rCtr x="6042" y="2593"/>
                                    </p:animMotion>
                                  </p:childTnLst>
                                </p:cTn>
                              </p:par>
                              <p:par>
                                <p:cTn id="33" presetID="1" presetClass="entr" presetSubtype="0" fill="hold" nodeType="withEffect">
                                  <p:stCondLst>
                                    <p:cond delay="0"/>
                                  </p:stCondLst>
                                  <p:childTnLst>
                                    <p:set>
                                      <p:cBhvr>
                                        <p:cTn id="34" dur="1" fill="hold">
                                          <p:stCondLst>
                                            <p:cond delay="0"/>
                                          </p:stCondLst>
                                        </p:cTn>
                                        <p:tgtEl>
                                          <p:spTgt spid="215"/>
                                        </p:tgtEl>
                                        <p:attrNameLst>
                                          <p:attrName>style.visibility</p:attrName>
                                        </p:attrNameLst>
                                      </p:cBhvr>
                                      <p:to>
                                        <p:strVal val="visible"/>
                                      </p:to>
                                    </p:set>
                                  </p:childTnLst>
                                </p:cTn>
                              </p:par>
                              <p:par>
                                <p:cTn id="35" presetID="0" presetClass="path" presetSubtype="0" accel="50000" decel="50000" fill="hold" nodeType="withEffect">
                                  <p:stCondLst>
                                    <p:cond delay="0"/>
                                  </p:stCondLst>
                                  <p:childTnLst>
                                    <p:animMotion origin="layout" path="M 8.33333E-7 1.11111E-6 L 0.11549 -0.10232 " pathEditMode="relative" rAng="0" ptsTypes="AA">
                                      <p:cBhvr>
                                        <p:cTn id="36" dur="2000" fill="hold"/>
                                        <p:tgtEl>
                                          <p:spTgt spid="215"/>
                                        </p:tgtEl>
                                        <p:attrNameLst>
                                          <p:attrName>ppt_x</p:attrName>
                                          <p:attrName>ppt_y</p:attrName>
                                        </p:attrNameLst>
                                      </p:cBhvr>
                                      <p:rCtr x="5768" y="-5116"/>
                                    </p:animMotion>
                                  </p:childTnLst>
                                </p:cTn>
                              </p:par>
                            </p:childTnLst>
                          </p:cTn>
                        </p:par>
                        <p:par>
                          <p:cTn id="37" fill="hold">
                            <p:stCondLst>
                              <p:cond delay="2000"/>
                            </p:stCondLst>
                            <p:childTnLst>
                              <p:par>
                                <p:cTn id="38" presetID="1" presetClass="exit" presetSubtype="0" fill="hold" nodeType="afterEffect">
                                  <p:stCondLst>
                                    <p:cond delay="0"/>
                                  </p:stCondLst>
                                  <p:childTnLst>
                                    <p:set>
                                      <p:cBhvr>
                                        <p:cTn id="39" dur="1" fill="hold">
                                          <p:stCondLst>
                                            <p:cond delay="0"/>
                                          </p:stCondLst>
                                        </p:cTn>
                                        <p:tgtEl>
                                          <p:spTgt spid="215"/>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210"/>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205"/>
                                        </p:tgtEl>
                                        <p:attrNameLst>
                                          <p:attrName>style.visibility</p:attrName>
                                        </p:attrNameLst>
                                      </p:cBhvr>
                                      <p:to>
                                        <p:strVal val="hidden"/>
                                      </p:to>
                                    </p:set>
                                  </p:childTnLst>
                                </p:cTn>
                              </p:par>
                              <p:par>
                                <p:cTn id="44" presetID="1" presetClass="exit" presetSubtype="0" fill="hold" nodeType="withEffect">
                                  <p:stCondLst>
                                    <p:cond delay="0"/>
                                  </p:stCondLst>
                                  <p:childTnLst>
                                    <p:set>
                                      <p:cBhvr>
                                        <p:cTn id="45" dur="1" fill="hold">
                                          <p:stCondLst>
                                            <p:cond delay="0"/>
                                          </p:stCondLst>
                                        </p:cTn>
                                        <p:tgtEl>
                                          <p:spTgt spid="200"/>
                                        </p:tgtEl>
                                        <p:attrNameLst>
                                          <p:attrName>style.visibility</p:attrName>
                                        </p:attrNameLst>
                                      </p:cBhvr>
                                      <p:to>
                                        <p:strVal val="hidden"/>
                                      </p:to>
                                    </p:set>
                                  </p:childTnLst>
                                </p:cTn>
                              </p:par>
                              <p:par>
                                <p:cTn id="46" presetID="1" presetClass="exit" presetSubtype="0" fill="hold" nodeType="withEffect">
                                  <p:stCondLst>
                                    <p:cond delay="0"/>
                                  </p:stCondLst>
                                  <p:childTnLst>
                                    <p:set>
                                      <p:cBhvr>
                                        <p:cTn id="47" dur="1" fill="hold">
                                          <p:stCondLst>
                                            <p:cond delay="0"/>
                                          </p:stCondLst>
                                        </p:cTn>
                                        <p:tgtEl>
                                          <p:spTgt spid="19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21"/>
                                        </p:tgtEl>
                                        <p:attrNameLst>
                                          <p:attrName>style.visibility</p:attrName>
                                        </p:attrNameLst>
                                      </p:cBhvr>
                                      <p:to>
                                        <p:strVal val="visible"/>
                                      </p:to>
                                    </p:set>
                                    <p:animEffect transition="in" filter="dissolve">
                                      <p:cBhvr>
                                        <p:cTn id="52" dur="500"/>
                                        <p:tgtEl>
                                          <p:spTgt spid="221"/>
                                        </p:tgtEl>
                                      </p:cBhvr>
                                    </p:animEffect>
                                  </p:childTnLst>
                                </p:cTn>
                              </p:par>
                            </p:childTnLst>
                          </p:cTn>
                        </p:par>
                        <p:par>
                          <p:cTn id="53" fill="hold">
                            <p:stCondLst>
                              <p:cond delay="500"/>
                            </p:stCondLst>
                            <p:childTnLst>
                              <p:par>
                                <p:cTn id="54" presetID="0" presetClass="path" presetSubtype="0" accel="50000" decel="50000" fill="hold" nodeType="afterEffect">
                                  <p:stCondLst>
                                    <p:cond delay="0"/>
                                  </p:stCondLst>
                                  <p:childTnLst>
                                    <p:animMotion origin="layout" path="M -0.00143 -0.0051 L -0.03763 -0.17014 " pathEditMode="relative" rAng="0" ptsTypes="AA">
                                      <p:cBhvr>
                                        <p:cTn id="55" dur="2000" fill="hold"/>
                                        <p:tgtEl>
                                          <p:spTgt spid="221"/>
                                        </p:tgtEl>
                                        <p:attrNameLst>
                                          <p:attrName>ppt_x</p:attrName>
                                          <p:attrName>ppt_y</p:attrName>
                                        </p:attrNameLst>
                                      </p:cBhvr>
                                      <p:rCtr x="-1810" y="-8264"/>
                                    </p:animMotion>
                                  </p:childTnLst>
                                </p:cTn>
                              </p:par>
                            </p:childTnLst>
                          </p:cTn>
                        </p:par>
                        <p:par>
                          <p:cTn id="56" fill="hold">
                            <p:stCondLst>
                              <p:cond delay="2500"/>
                            </p:stCondLst>
                            <p:childTnLst>
                              <p:par>
                                <p:cTn id="57" presetID="1" presetClass="entr" presetSubtype="0" fill="hold" grpId="0" nodeType="afterEffect">
                                  <p:stCondLst>
                                    <p:cond delay="0"/>
                                  </p:stCondLst>
                                  <p:childTnLst>
                                    <p:set>
                                      <p:cBhvr>
                                        <p:cTn id="58" dur="1" fill="hold">
                                          <p:stCondLst>
                                            <p:cond delay="0"/>
                                          </p:stCondLst>
                                        </p:cTn>
                                        <p:tgtEl>
                                          <p:spTgt spid="280">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1">
                                            <p:txEl>
                                              <p:pRg st="0" end="0"/>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81">
                                            <p:txEl>
                                              <p:pRg st="1" end="1"/>
                                            </p:txEl>
                                          </p:spTgt>
                                        </p:tgtEl>
                                        <p:attrNameLst>
                                          <p:attrName>style.visibility</p:attrName>
                                        </p:attrNameLst>
                                      </p:cBhvr>
                                      <p:to>
                                        <p:strVal val="visible"/>
                                      </p:to>
                                    </p:set>
                                  </p:childTnLst>
                                </p:cTn>
                              </p:par>
                            </p:childTnLst>
                          </p:cTn>
                        </p:par>
                        <p:par>
                          <p:cTn id="65" fill="hold">
                            <p:stCondLst>
                              <p:cond delay="0"/>
                            </p:stCondLst>
                            <p:childTnLst>
                              <p:par>
                                <p:cTn id="66" presetID="9" presetClass="entr" presetSubtype="0" fill="hold" nodeType="afterEffect">
                                  <p:stCondLst>
                                    <p:cond delay="0"/>
                                  </p:stCondLst>
                                  <p:childTnLst>
                                    <p:set>
                                      <p:cBhvr>
                                        <p:cTn id="67" dur="1" fill="hold">
                                          <p:stCondLst>
                                            <p:cond delay="0"/>
                                          </p:stCondLst>
                                        </p:cTn>
                                        <p:tgtEl>
                                          <p:spTgt spid="226"/>
                                        </p:tgtEl>
                                        <p:attrNameLst>
                                          <p:attrName>style.visibility</p:attrName>
                                        </p:attrNameLst>
                                      </p:cBhvr>
                                      <p:to>
                                        <p:strVal val="visible"/>
                                      </p:to>
                                    </p:set>
                                    <p:animEffect transition="in" filter="dissolve">
                                      <p:cBhvr>
                                        <p:cTn id="68" dur="500"/>
                                        <p:tgtEl>
                                          <p:spTgt spid="226"/>
                                        </p:tgtEl>
                                      </p:cBhvr>
                                    </p:animEffect>
                                  </p:childTnLst>
                                </p:cTn>
                              </p:par>
                            </p:childTnLst>
                          </p:cTn>
                        </p:par>
                        <p:par>
                          <p:cTn id="69" fill="hold">
                            <p:stCondLst>
                              <p:cond delay="500"/>
                            </p:stCondLst>
                            <p:childTnLst>
                              <p:par>
                                <p:cTn id="70" presetID="0" presetClass="path" presetSubtype="0" accel="50000" decel="50000" fill="hold" nodeType="afterEffect">
                                  <p:stCondLst>
                                    <p:cond delay="0"/>
                                  </p:stCondLst>
                                  <p:childTnLst>
                                    <p:animMotion origin="layout" path="M -0.03606 -0.1588 L -0.03476 -0.32871 " pathEditMode="relative" rAng="0" ptsTypes="AA">
                                      <p:cBhvr>
                                        <p:cTn id="71" dur="2000" fill="hold"/>
                                        <p:tgtEl>
                                          <p:spTgt spid="221"/>
                                        </p:tgtEl>
                                        <p:attrNameLst>
                                          <p:attrName>ppt_x</p:attrName>
                                          <p:attrName>ppt_y</p:attrName>
                                        </p:attrNameLst>
                                      </p:cBhvr>
                                      <p:rCtr x="65" y="-849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 grpId="0" build="p"/>
      <p:bldP spid="279" grpId="0"/>
      <p:bldP spid="280" grpId="0" build="p"/>
      <p:bldP spid="281"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28637" y="133065"/>
            <a:ext cx="10515600" cy="894622"/>
          </a:xfrm>
        </p:spPr>
        <p:txBody>
          <a:bodyPr>
            <a:normAutofit/>
          </a:bodyPr>
          <a:lstStyle/>
          <a:p>
            <a:r>
              <a:rPr lang="en-US" b="0" kern="0" dirty="0">
                <a:solidFill>
                  <a:schemeClr val="bg1"/>
                </a:solidFill>
                <a:latin typeface="+mn-lt"/>
                <a:ea typeface="ＭＳ Ｐゴシック" charset="0"/>
              </a:rPr>
              <a:t>L2 Routing: Self-learning Switch</a:t>
            </a:r>
            <a:endParaRPr lang="en-US" sz="4400" b="0" dirty="0">
              <a:solidFill>
                <a:schemeClr val="bg1"/>
              </a:solidFill>
              <a:latin typeface="+mn-lt"/>
            </a:endParaRPr>
          </a:p>
        </p:txBody>
      </p:sp>
      <p:sp>
        <p:nvSpPr>
          <p:cNvPr id="74" name="Rectangle 3">
            <a:extLst>
              <a:ext uri="{FF2B5EF4-FFF2-40B4-BE49-F238E27FC236}">
                <a16:creationId xmlns:a16="http://schemas.microsoft.com/office/drawing/2014/main" id="{9D301D7F-691E-9442-B7E1-16D484F2E6B3}"/>
              </a:ext>
            </a:extLst>
          </p:cNvPr>
          <p:cNvSpPr txBox="1">
            <a:spLocks noChangeArrowheads="1"/>
          </p:cNvSpPr>
          <p:nvPr/>
        </p:nvSpPr>
        <p:spPr>
          <a:xfrm>
            <a:off x="630237" y="1370013"/>
            <a:ext cx="10867219" cy="5095875"/>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1000"/>
              </a:spcAft>
              <a:buClr>
                <a:srgbClr val="0000A3"/>
              </a:buClr>
              <a:buSzTx/>
              <a:buFont typeface="Wingdings" charset="0"/>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when  frame received at switch:</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1.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record incoming link, MAC address of sending host</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2. index switch table using MAC destination address</a:t>
            </a:r>
            <a:endParaRPr kumimoji="0" lang="en-US" sz="2800" b="1" i="0" u="none" strike="noStrike" kern="1200" cap="none" spc="0" normalizeH="0" baseline="0" noProof="0" dirty="0">
              <a:ln>
                <a:noFill/>
              </a:ln>
              <a:solidFill>
                <a:srgbClr val="ED7D31"/>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3. if</a:t>
            </a:r>
            <a:r>
              <a:rPr kumimoji="0" lang="en-US" sz="2800" b="1" i="0" u="none" strike="noStrike" kern="1200" cap="none" spc="0" normalizeH="0" baseline="0" noProof="0" dirty="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entry found for destination</a:t>
            </a:r>
            <a:b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then {</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1" i="0" u="none" strike="noStrike" kern="1200" cap="none" spc="0" normalizeH="0" baseline="0" noProof="0" dirty="0">
                <a:ln>
                  <a:noFill/>
                </a:ln>
                <a:solidFill>
                  <a:srgbClr val="000099"/>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if</a:t>
            </a:r>
            <a:r>
              <a:rPr kumimoji="0" lang="en-US" sz="2800" b="1" i="0" u="none" strike="noStrike" kern="1200" cap="none" spc="0" normalizeH="0" baseline="0" noProof="0" dirty="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destination on segment from which frame arrived</a:t>
            </a:r>
            <a:b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then</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drop frame</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else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forward frame on interface indicated by entry</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a:t>
            </a:r>
            <a:r>
              <a:rPr kumimoji="0" lang="en-US" sz="2800" b="1" i="0" u="none" strike="noStrike" kern="1200" cap="none" spc="0" normalizeH="0" baseline="0" noProof="0" dirty="0">
                <a:ln>
                  <a:noFill/>
                </a:ln>
                <a:solidFill>
                  <a:srgbClr val="ED7D31"/>
                </a:solidFill>
                <a:effectLst/>
                <a:uLnTx/>
                <a:uFillTx/>
                <a:latin typeface="Calibri" panose="020F0502020204030204"/>
                <a:ea typeface="+mn-ea"/>
                <a:cs typeface="+mn-cs"/>
              </a:rPr>
              <a:t>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else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flood  /* forward on all interfaces except arriving interface */</a:t>
            </a:r>
          </a:p>
          <a:p>
            <a:pPr marL="1600200" marR="0" lvl="3" indent="-228600" algn="l" defTabSz="914400" rtl="0" eaLnBrk="1" fontAlgn="auto" latinLnBrk="0" hangingPunct="1">
              <a:lnSpc>
                <a:spcPct val="90000"/>
              </a:lnSpc>
              <a:spcBef>
                <a:spcPts val="5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n-ea"/>
                <a:cs typeface="+mn-cs"/>
              </a:rPr>
              <a:t>  </a:t>
            </a:r>
          </a:p>
        </p:txBody>
      </p:sp>
    </p:spTree>
    <p:extLst>
      <p:ext uri="{BB962C8B-B14F-4D97-AF65-F5344CB8AC3E}">
        <p14:creationId xmlns:p14="http://schemas.microsoft.com/office/powerpoint/2010/main" val="63869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4">
                                            <p:txEl>
                                              <p:pRg st="1" end="1"/>
                                            </p:txEl>
                                          </p:spTgt>
                                        </p:tgtEl>
                                        <p:attrNameLst>
                                          <p:attrName>style.visibility</p:attrName>
                                        </p:attrNameLst>
                                      </p:cBhvr>
                                      <p:to>
                                        <p:strVal val="visible"/>
                                      </p:to>
                                    </p:set>
                                    <p:animEffect transition="in" filter="dissolve">
                                      <p:cBhvr>
                                        <p:cTn id="7" dur="500"/>
                                        <p:tgtEl>
                                          <p:spTgt spid="7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4">
                                            <p:txEl>
                                              <p:pRg st="2" end="2"/>
                                            </p:txEl>
                                          </p:spTgt>
                                        </p:tgtEl>
                                        <p:attrNameLst>
                                          <p:attrName>style.visibility</p:attrName>
                                        </p:attrNameLst>
                                      </p:cBhvr>
                                      <p:to>
                                        <p:strVal val="visible"/>
                                      </p:to>
                                    </p:set>
                                    <p:animEffect transition="in" filter="dissolve">
                                      <p:cBhvr>
                                        <p:cTn id="12" dur="500"/>
                                        <p:tgtEl>
                                          <p:spTgt spid="7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4">
                                            <p:txEl>
                                              <p:pRg st="3" end="3"/>
                                            </p:txEl>
                                          </p:spTgt>
                                        </p:tgtEl>
                                        <p:attrNameLst>
                                          <p:attrName>style.visibility</p:attrName>
                                        </p:attrNameLst>
                                      </p:cBhvr>
                                      <p:to>
                                        <p:strVal val="visible"/>
                                      </p:to>
                                    </p:set>
                                    <p:animEffect transition="in" filter="dissolve">
                                      <p:cBhvr>
                                        <p:cTn id="17" dur="500"/>
                                        <p:tgtEl>
                                          <p:spTgt spid="74">
                                            <p:txEl>
                                              <p:pRg st="3" end="3"/>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74">
                                            <p:txEl>
                                              <p:pRg st="4" end="4"/>
                                            </p:txEl>
                                          </p:spTgt>
                                        </p:tgtEl>
                                        <p:attrNameLst>
                                          <p:attrName>style.visibility</p:attrName>
                                        </p:attrNameLst>
                                      </p:cBhvr>
                                      <p:to>
                                        <p:strVal val="visible"/>
                                      </p:to>
                                    </p:set>
                                    <p:animEffect transition="in" filter="dissolve">
                                      <p:cBhvr>
                                        <p:cTn id="20" dur="500"/>
                                        <p:tgtEl>
                                          <p:spTgt spid="74">
                                            <p:txEl>
                                              <p:pRg st="4" end="4"/>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74">
                                            <p:txEl>
                                              <p:pRg st="5" end="5"/>
                                            </p:txEl>
                                          </p:spTgt>
                                        </p:tgtEl>
                                        <p:attrNameLst>
                                          <p:attrName>style.visibility</p:attrName>
                                        </p:attrNameLst>
                                      </p:cBhvr>
                                      <p:to>
                                        <p:strVal val="visible"/>
                                      </p:to>
                                    </p:set>
                                    <p:animEffect transition="in" filter="dissolve">
                                      <p:cBhvr>
                                        <p:cTn id="23" dur="500"/>
                                        <p:tgtEl>
                                          <p:spTgt spid="74">
                                            <p:txEl>
                                              <p:pRg st="5" end="5"/>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74">
                                            <p:txEl>
                                              <p:pRg st="6" end="6"/>
                                            </p:txEl>
                                          </p:spTgt>
                                        </p:tgtEl>
                                        <p:attrNameLst>
                                          <p:attrName>style.visibility</p:attrName>
                                        </p:attrNameLst>
                                      </p:cBhvr>
                                      <p:to>
                                        <p:strVal val="visible"/>
                                      </p:to>
                                    </p:set>
                                    <p:animEffect transition="in" filter="dissolve">
                                      <p:cBhvr>
                                        <p:cTn id="26" dur="500"/>
                                        <p:tgtEl>
                                          <p:spTgt spid="74">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74">
                                            <p:txEl>
                                              <p:pRg st="7" end="7"/>
                                            </p:txEl>
                                          </p:spTgt>
                                        </p:tgtEl>
                                        <p:attrNameLst>
                                          <p:attrName>style.visibility</p:attrName>
                                        </p:attrNameLst>
                                      </p:cBhvr>
                                      <p:to>
                                        <p:strVal val="visible"/>
                                      </p:to>
                                    </p:set>
                                    <p:animEffect transition="in" filter="dissolve">
                                      <p:cBhvr>
                                        <p:cTn id="31" dur="500"/>
                                        <p:tgtEl>
                                          <p:spTgt spid="7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26514" y="94881"/>
            <a:ext cx="10515600" cy="894622"/>
          </a:xfrm>
        </p:spPr>
        <p:txBody>
          <a:bodyPr>
            <a:normAutofit/>
          </a:bodyPr>
          <a:lstStyle/>
          <a:p>
            <a:r>
              <a:rPr lang="en-US" b="0" kern="0">
                <a:solidFill>
                  <a:schemeClr val="bg1"/>
                </a:solidFill>
                <a:latin typeface="+mn-lt"/>
                <a:ea typeface="ＭＳ Ｐゴシック" charset="0"/>
              </a:rPr>
              <a:t>Interconnecting switches</a:t>
            </a:r>
            <a:endParaRPr lang="en-US" sz="4400" b="0">
              <a:solidFill>
                <a:schemeClr val="bg1"/>
              </a:solidFill>
              <a:latin typeface="+mn-lt"/>
            </a:endParaRPr>
          </a:p>
        </p:txBody>
      </p:sp>
      <p:sp>
        <p:nvSpPr>
          <p:cNvPr id="170" name="Rectangle 6">
            <a:extLst>
              <a:ext uri="{FF2B5EF4-FFF2-40B4-BE49-F238E27FC236}">
                <a16:creationId xmlns:a16="http://schemas.microsoft.com/office/drawing/2014/main" id="{D00993B5-4690-E140-B05C-69E88A0202B5}"/>
              </a:ext>
            </a:extLst>
          </p:cNvPr>
          <p:cNvSpPr txBox="1">
            <a:spLocks noChangeArrowheads="1"/>
          </p:cNvSpPr>
          <p:nvPr/>
        </p:nvSpPr>
        <p:spPr bwMode="auto">
          <a:xfrm>
            <a:off x="639016" y="1319365"/>
            <a:ext cx="7881938" cy="682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ct val="0"/>
              </a:spcAft>
              <a:buClr>
                <a:srgbClr val="000099"/>
              </a:buClr>
              <a:buSzPct val="100000"/>
              <a:buFont typeface="Wingdings" charset="2"/>
              <a:buNone/>
              <a:tabLst/>
              <a:defRPr/>
            </a:pPr>
            <a:r>
              <a:rPr kumimoji="0" lang="en-US" sz="2800" b="0" i="0" u="none" strike="noStrike" kern="0" cap="none" spc="0" normalizeH="0" baseline="0" noProof="0">
                <a:ln>
                  <a:noFill/>
                </a:ln>
                <a:solidFill>
                  <a:prstClr val="black"/>
                </a:solidFill>
                <a:effectLst/>
                <a:uLnTx/>
                <a:uFillTx/>
                <a:latin typeface="Calibri" panose="020F0502020204030204"/>
                <a:ea typeface="ＭＳ Ｐゴシック" charset="0"/>
                <a:cs typeface="+mn-cs"/>
              </a:rPr>
              <a:t>self-learning switches can be connected together:</a:t>
            </a:r>
          </a:p>
        </p:txBody>
      </p:sp>
      <p:sp>
        <p:nvSpPr>
          <p:cNvPr id="171" name="Rectangle 70">
            <a:extLst>
              <a:ext uri="{FF2B5EF4-FFF2-40B4-BE49-F238E27FC236}">
                <a16:creationId xmlns:a16="http://schemas.microsoft.com/office/drawing/2014/main" id="{4FA79001-8106-D44D-B7AE-1DA5FDFFADFD}"/>
              </a:ext>
            </a:extLst>
          </p:cNvPr>
          <p:cNvSpPr>
            <a:spLocks noChangeArrowheads="1"/>
          </p:cNvSpPr>
          <p:nvPr/>
        </p:nvSpPr>
        <p:spPr bwMode="auto">
          <a:xfrm>
            <a:off x="1080308" y="4550478"/>
            <a:ext cx="10746932" cy="1676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lvl="0">
              <a:lnSpc>
                <a:spcPct val="85000"/>
              </a:lnSpc>
              <a:spcBef>
                <a:spcPct val="20000"/>
              </a:spcBef>
              <a:buClr>
                <a:srgbClr val="000099"/>
              </a:buClr>
              <a:buSzPct val="100000"/>
              <a:defRPr/>
            </a:pPr>
            <a:r>
              <a:rPr lang="en-US" sz="2800">
                <a:solidFill>
                  <a:srgbClr val="000000"/>
                </a:solidFill>
                <a:ea typeface="ＭＳ Ｐゴシック" charset="0"/>
              </a:rPr>
              <a:t>Self learning! (works exactly the same as in single-switch case!)</a:t>
            </a:r>
            <a:r>
              <a:rPr kumimoji="0" lang="en-US" sz="2800" b="0" i="1" u="none" strike="noStrike" kern="1200" cap="none" spc="0" normalizeH="0" baseline="0" noProof="0">
                <a:ln>
                  <a:noFill/>
                </a:ln>
                <a:solidFill>
                  <a:srgbClr val="000000"/>
                </a:solidFill>
                <a:effectLst/>
                <a:uLnTx/>
                <a:uFillTx/>
                <a:latin typeface="Calibri" panose="020F0502020204030204"/>
                <a:ea typeface="ＭＳ Ｐゴシック" charset="0"/>
                <a:cs typeface="+mn-cs"/>
              </a:rPr>
              <a:t> </a:t>
            </a:r>
          </a:p>
          <a:p>
            <a:pPr lvl="0">
              <a:lnSpc>
                <a:spcPct val="85000"/>
              </a:lnSpc>
              <a:spcBef>
                <a:spcPct val="20000"/>
              </a:spcBef>
              <a:buClr>
                <a:srgbClr val="000099"/>
              </a:buClr>
              <a:buSzPct val="100000"/>
              <a:defRPr/>
            </a:pPr>
            <a:r>
              <a:rPr lang="en-US" sz="2800" u="sng">
                <a:solidFill>
                  <a:srgbClr val="CC0000"/>
                </a:solidFill>
              </a:rPr>
              <a:t>Q:</a:t>
            </a:r>
            <a:r>
              <a:rPr lang="en-US" sz="2800">
                <a:solidFill>
                  <a:srgbClr val="CC0000"/>
                </a:solidFill>
              </a:rPr>
              <a:t> </a:t>
            </a:r>
            <a:r>
              <a:rPr lang="en-US" sz="2800">
                <a:solidFill>
                  <a:srgbClr val="000000"/>
                </a:solidFill>
              </a:rPr>
              <a:t>show switch tables and packet forwarding in S</a:t>
            </a:r>
            <a:r>
              <a:rPr lang="en-US" sz="2800" baseline="-25000">
                <a:solidFill>
                  <a:srgbClr val="000000"/>
                </a:solidFill>
              </a:rPr>
              <a:t>1</a:t>
            </a:r>
            <a:r>
              <a:rPr lang="en-US" sz="2800">
                <a:solidFill>
                  <a:srgbClr val="000000"/>
                </a:solidFill>
              </a:rPr>
              <a:t>, S</a:t>
            </a:r>
            <a:r>
              <a:rPr lang="en-US" sz="2800" baseline="-25000">
                <a:solidFill>
                  <a:srgbClr val="000000"/>
                </a:solidFill>
              </a:rPr>
              <a:t>2</a:t>
            </a:r>
            <a:r>
              <a:rPr lang="en-US" sz="2800">
                <a:solidFill>
                  <a:srgbClr val="000000"/>
                </a:solidFill>
              </a:rPr>
              <a:t>, S</a:t>
            </a:r>
            <a:r>
              <a:rPr lang="en-US" sz="2800" baseline="-25000">
                <a:solidFill>
                  <a:srgbClr val="000000"/>
                </a:solidFill>
              </a:rPr>
              <a:t>3</a:t>
            </a:r>
            <a:r>
              <a:rPr lang="en-US" sz="2800">
                <a:solidFill>
                  <a:srgbClr val="000000"/>
                </a:solidFill>
              </a:rPr>
              <a:t>, S</a:t>
            </a:r>
            <a:r>
              <a:rPr lang="en-US" sz="2800" baseline="-25000">
                <a:solidFill>
                  <a:srgbClr val="000000"/>
                </a:solidFill>
              </a:rPr>
              <a:t>4</a:t>
            </a:r>
            <a:r>
              <a:rPr lang="en-US" sz="2800">
                <a:solidFill>
                  <a:srgbClr val="000000"/>
                </a:solidFill>
              </a:rPr>
              <a:t> </a:t>
            </a:r>
          </a:p>
          <a:p>
            <a:pPr marL="169862" marR="0" lvl="0" algn="l" defTabSz="914400" rtl="0" eaLnBrk="0" fontAlgn="base" latinLnBrk="0" hangingPunct="0">
              <a:lnSpc>
                <a:spcPct val="85000"/>
              </a:lnSpc>
              <a:spcBef>
                <a:spcPct val="20000"/>
              </a:spcBef>
              <a:spcAft>
                <a:spcPct val="0"/>
              </a:spcAft>
              <a:buClr>
                <a:srgbClr val="000099"/>
              </a:buClr>
              <a:buSzPct val="100000"/>
              <a:tabLst/>
              <a:defRPr/>
            </a:pPr>
            <a:endPar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172" name="Group 1">
            <a:extLst>
              <a:ext uri="{FF2B5EF4-FFF2-40B4-BE49-F238E27FC236}">
                <a16:creationId xmlns:a16="http://schemas.microsoft.com/office/drawing/2014/main" id="{6ACB2ECE-A6EE-2F42-BFE2-A88609E9FC4C}"/>
              </a:ext>
            </a:extLst>
          </p:cNvPr>
          <p:cNvGrpSpPr>
            <a:grpSpLocks/>
          </p:cNvGrpSpPr>
          <p:nvPr/>
        </p:nvGrpSpPr>
        <p:grpSpPr bwMode="auto">
          <a:xfrm>
            <a:off x="2517827" y="2654612"/>
            <a:ext cx="2005135" cy="1358900"/>
            <a:chOff x="958850" y="2444750"/>
            <a:chExt cx="2005665" cy="1358710"/>
          </a:xfrm>
        </p:grpSpPr>
        <p:sp>
          <p:nvSpPr>
            <p:cNvPr id="173" name="Line 20">
              <a:extLst>
                <a:ext uri="{FF2B5EF4-FFF2-40B4-BE49-F238E27FC236}">
                  <a16:creationId xmlns:a16="http://schemas.microsoft.com/office/drawing/2014/main" id="{A3FD6BE2-2CD4-6143-B6C7-1587A108B7DC}"/>
                </a:ext>
              </a:extLst>
            </p:cNvPr>
            <p:cNvSpPr>
              <a:spLocks noChangeShapeType="1"/>
            </p:cNvSpPr>
            <p:nvPr/>
          </p:nvSpPr>
          <p:spPr bwMode="auto">
            <a:xfrm flipH="1">
              <a:off x="1582903" y="3030456"/>
              <a:ext cx="55577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20" name="Line 21">
              <a:extLst>
                <a:ext uri="{FF2B5EF4-FFF2-40B4-BE49-F238E27FC236}">
                  <a16:creationId xmlns:a16="http://schemas.microsoft.com/office/drawing/2014/main" id="{3DA59D3F-F827-094B-A805-1A54870E1193}"/>
                </a:ext>
              </a:extLst>
            </p:cNvPr>
            <p:cNvSpPr>
              <a:spLocks noChangeShapeType="1"/>
            </p:cNvSpPr>
            <p:nvPr/>
          </p:nvSpPr>
          <p:spPr bwMode="auto">
            <a:xfrm flipH="1">
              <a:off x="1970355" y="3078074"/>
              <a:ext cx="271534" cy="314281"/>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32" name="Line 22">
              <a:extLst>
                <a:ext uri="{FF2B5EF4-FFF2-40B4-BE49-F238E27FC236}">
                  <a16:creationId xmlns:a16="http://schemas.microsoft.com/office/drawing/2014/main" id="{2168E2D5-CF45-3B47-AB69-F33DF11C943D}"/>
                </a:ext>
              </a:extLst>
            </p:cNvPr>
            <p:cNvSpPr>
              <a:spLocks noChangeShapeType="1"/>
            </p:cNvSpPr>
            <p:nvPr/>
          </p:nvSpPr>
          <p:spPr bwMode="auto">
            <a:xfrm>
              <a:off x="2389566" y="3106645"/>
              <a:ext cx="73044" cy="2952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82" name="Text Box 64">
              <a:extLst>
                <a:ext uri="{FF2B5EF4-FFF2-40B4-BE49-F238E27FC236}">
                  <a16:creationId xmlns:a16="http://schemas.microsoft.com/office/drawing/2014/main" id="{0105097B-F91D-A240-ACB8-B8FE8F879894}"/>
                </a:ext>
              </a:extLst>
            </p:cNvPr>
            <p:cNvSpPr txBox="1">
              <a:spLocks noChangeArrowheads="1"/>
            </p:cNvSpPr>
            <p:nvPr/>
          </p:nvSpPr>
          <p:spPr bwMode="auto">
            <a:xfrm>
              <a:off x="958850" y="2844744"/>
              <a:ext cx="317800" cy="3692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283" name="Text Box 65">
              <a:extLst>
                <a:ext uri="{FF2B5EF4-FFF2-40B4-BE49-F238E27FC236}">
                  <a16:creationId xmlns:a16="http://schemas.microsoft.com/office/drawing/2014/main" id="{1C6222BA-8E34-C046-9685-A8AA4450E81B}"/>
                </a:ext>
              </a:extLst>
            </p:cNvPr>
            <p:cNvSpPr txBox="1">
              <a:spLocks noChangeArrowheads="1"/>
            </p:cNvSpPr>
            <p:nvPr/>
          </p:nvSpPr>
          <p:spPr bwMode="auto">
            <a:xfrm>
              <a:off x="1408232" y="3306642"/>
              <a:ext cx="309782" cy="3692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284" name="Text Box 73">
              <a:extLst>
                <a:ext uri="{FF2B5EF4-FFF2-40B4-BE49-F238E27FC236}">
                  <a16:creationId xmlns:a16="http://schemas.microsoft.com/office/drawing/2014/main" id="{54488D61-5701-C14F-AE1F-1F70DE4CE15D}"/>
                </a:ext>
              </a:extLst>
            </p:cNvPr>
            <p:cNvSpPr txBox="1">
              <a:spLocks noChangeArrowheads="1"/>
            </p:cNvSpPr>
            <p:nvPr/>
          </p:nvSpPr>
          <p:spPr bwMode="auto">
            <a:xfrm>
              <a:off x="2181548" y="2444750"/>
              <a:ext cx="369109" cy="3692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1</a:t>
              </a:r>
            </a:p>
          </p:txBody>
        </p:sp>
        <p:sp>
          <p:nvSpPr>
            <p:cNvPr id="285" name="Text Box 66">
              <a:extLst>
                <a:ext uri="{FF2B5EF4-FFF2-40B4-BE49-F238E27FC236}">
                  <a16:creationId xmlns:a16="http://schemas.microsoft.com/office/drawing/2014/main" id="{1CC25A49-338C-1F44-9BAE-7CAED2A9AD40}"/>
                </a:ext>
              </a:extLst>
            </p:cNvPr>
            <p:cNvSpPr txBox="1">
              <a:spLocks noChangeArrowheads="1"/>
            </p:cNvSpPr>
            <p:nvPr/>
          </p:nvSpPr>
          <p:spPr bwMode="auto">
            <a:xfrm>
              <a:off x="2656336" y="3298706"/>
              <a:ext cx="308179" cy="3692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grpSp>
          <p:nvGrpSpPr>
            <p:cNvPr id="286" name="Group 44">
              <a:extLst>
                <a:ext uri="{FF2B5EF4-FFF2-40B4-BE49-F238E27FC236}">
                  <a16:creationId xmlns:a16="http://schemas.microsoft.com/office/drawing/2014/main" id="{202C5460-F11A-2D44-9706-A94732DA78AB}"/>
                </a:ext>
              </a:extLst>
            </p:cNvPr>
            <p:cNvGrpSpPr>
              <a:grpSpLocks/>
            </p:cNvGrpSpPr>
            <p:nvPr/>
          </p:nvGrpSpPr>
          <p:grpSpPr bwMode="auto">
            <a:xfrm>
              <a:off x="1127760" y="2834640"/>
              <a:ext cx="568960" cy="481140"/>
              <a:chOff x="-44" y="1473"/>
              <a:chExt cx="981" cy="1105"/>
            </a:xfrm>
          </p:grpSpPr>
          <p:pic>
            <p:nvPicPr>
              <p:cNvPr id="294" name="Picture 45" descr="desktop_computer_stylized_medium">
                <a:extLst>
                  <a:ext uri="{FF2B5EF4-FFF2-40B4-BE49-F238E27FC236}">
                    <a16:creationId xmlns:a16="http://schemas.microsoft.com/office/drawing/2014/main" id="{7120F0F2-50A9-3C4D-910D-4BB9142A02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95" name="Freeform 46">
                <a:extLst>
                  <a:ext uri="{FF2B5EF4-FFF2-40B4-BE49-F238E27FC236}">
                    <a16:creationId xmlns:a16="http://schemas.microsoft.com/office/drawing/2014/main" id="{C9BEE683-FE6F-D043-B338-7EB0184590C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287" name="Group 44">
              <a:extLst>
                <a:ext uri="{FF2B5EF4-FFF2-40B4-BE49-F238E27FC236}">
                  <a16:creationId xmlns:a16="http://schemas.microsoft.com/office/drawing/2014/main" id="{A92DFDE4-2038-4B47-B1BF-86DCDC00242A}"/>
                </a:ext>
              </a:extLst>
            </p:cNvPr>
            <p:cNvGrpSpPr>
              <a:grpSpLocks/>
            </p:cNvGrpSpPr>
            <p:nvPr/>
          </p:nvGrpSpPr>
          <p:grpSpPr bwMode="auto">
            <a:xfrm>
              <a:off x="1534160" y="3291840"/>
              <a:ext cx="568960" cy="481140"/>
              <a:chOff x="-44" y="1473"/>
              <a:chExt cx="981" cy="1105"/>
            </a:xfrm>
          </p:grpSpPr>
          <p:pic>
            <p:nvPicPr>
              <p:cNvPr id="292" name="Picture 45" descr="desktop_computer_stylized_medium">
                <a:extLst>
                  <a:ext uri="{FF2B5EF4-FFF2-40B4-BE49-F238E27FC236}">
                    <a16:creationId xmlns:a16="http://schemas.microsoft.com/office/drawing/2014/main" id="{E569455D-4E55-0044-83EF-B08B7B4ED4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93" name="Freeform 46">
                <a:extLst>
                  <a:ext uri="{FF2B5EF4-FFF2-40B4-BE49-F238E27FC236}">
                    <a16:creationId xmlns:a16="http://schemas.microsoft.com/office/drawing/2014/main" id="{306E34CC-1F03-244B-B814-D6B9650DD43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288" name="Group 44">
              <a:extLst>
                <a:ext uri="{FF2B5EF4-FFF2-40B4-BE49-F238E27FC236}">
                  <a16:creationId xmlns:a16="http://schemas.microsoft.com/office/drawing/2014/main" id="{48CCA417-6C89-B64D-98DA-51EE4AF3DD26}"/>
                </a:ext>
              </a:extLst>
            </p:cNvPr>
            <p:cNvGrpSpPr>
              <a:grpSpLocks/>
            </p:cNvGrpSpPr>
            <p:nvPr/>
          </p:nvGrpSpPr>
          <p:grpSpPr bwMode="auto">
            <a:xfrm>
              <a:off x="2062480" y="3322320"/>
              <a:ext cx="568960" cy="481140"/>
              <a:chOff x="-44" y="1473"/>
              <a:chExt cx="981" cy="1105"/>
            </a:xfrm>
          </p:grpSpPr>
          <p:pic>
            <p:nvPicPr>
              <p:cNvPr id="290" name="Picture 45" descr="desktop_computer_stylized_medium">
                <a:extLst>
                  <a:ext uri="{FF2B5EF4-FFF2-40B4-BE49-F238E27FC236}">
                    <a16:creationId xmlns:a16="http://schemas.microsoft.com/office/drawing/2014/main" id="{074846CF-8FFE-1E48-8A24-4F106758ED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91" name="Freeform 46">
                <a:extLst>
                  <a:ext uri="{FF2B5EF4-FFF2-40B4-BE49-F238E27FC236}">
                    <a16:creationId xmlns:a16="http://schemas.microsoft.com/office/drawing/2014/main" id="{7DA76408-C614-1A41-A0F3-713C04FAF63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289" name="Picture 3">
              <a:extLst>
                <a:ext uri="{FF2B5EF4-FFF2-40B4-BE49-F238E27FC236}">
                  <a16:creationId xmlns:a16="http://schemas.microsoft.com/office/drawing/2014/main" id="{8CEF6460-C3D7-8046-8A73-96F0A807C9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4817" y="2879664"/>
              <a:ext cx="678041" cy="29999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grpSp>
        <p:nvGrpSpPr>
          <p:cNvPr id="4" name="Group 3">
            <a:extLst>
              <a:ext uri="{FF2B5EF4-FFF2-40B4-BE49-F238E27FC236}">
                <a16:creationId xmlns:a16="http://schemas.microsoft.com/office/drawing/2014/main" id="{277404B8-E1BB-474B-A99A-C610AFAFCB65}"/>
              </a:ext>
            </a:extLst>
          </p:cNvPr>
          <p:cNvGrpSpPr/>
          <p:nvPr/>
        </p:nvGrpSpPr>
        <p:grpSpPr>
          <a:xfrm>
            <a:off x="3950752" y="2194237"/>
            <a:ext cx="4856162" cy="2044145"/>
            <a:chOff x="3950752" y="2194237"/>
            <a:chExt cx="4856162" cy="2044145"/>
          </a:xfrm>
        </p:grpSpPr>
        <p:grpSp>
          <p:nvGrpSpPr>
            <p:cNvPr id="296" name="Group 295">
              <a:extLst>
                <a:ext uri="{FF2B5EF4-FFF2-40B4-BE49-F238E27FC236}">
                  <a16:creationId xmlns:a16="http://schemas.microsoft.com/office/drawing/2014/main" id="{250CAC08-1B66-E940-BD6A-FDFBCA415BDC}"/>
                </a:ext>
              </a:extLst>
            </p:cNvPr>
            <p:cNvGrpSpPr>
              <a:grpSpLocks/>
            </p:cNvGrpSpPr>
            <p:nvPr/>
          </p:nvGrpSpPr>
          <p:grpSpPr bwMode="auto">
            <a:xfrm>
              <a:off x="3950752" y="2194237"/>
              <a:ext cx="4856162" cy="2044145"/>
              <a:chOff x="2379663" y="1984375"/>
              <a:chExt cx="4855711" cy="2043590"/>
            </a:xfrm>
          </p:grpSpPr>
          <p:sp>
            <p:nvSpPr>
              <p:cNvPr id="297" name="Line 23">
                <a:extLst>
                  <a:ext uri="{FF2B5EF4-FFF2-40B4-BE49-F238E27FC236}">
                    <a16:creationId xmlns:a16="http://schemas.microsoft.com/office/drawing/2014/main" id="{49AAAEFF-FE53-5C4F-9879-CAE69B40D997}"/>
                  </a:ext>
                </a:extLst>
              </p:cNvPr>
              <p:cNvSpPr>
                <a:spLocks noChangeShapeType="1"/>
              </p:cNvSpPr>
              <p:nvPr/>
            </p:nvSpPr>
            <p:spPr bwMode="auto">
              <a:xfrm flipH="1">
                <a:off x="3635258" y="3068344"/>
                <a:ext cx="346043" cy="215841"/>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98" name="Line 24">
                <a:extLst>
                  <a:ext uri="{FF2B5EF4-FFF2-40B4-BE49-F238E27FC236}">
                    <a16:creationId xmlns:a16="http://schemas.microsoft.com/office/drawing/2014/main" id="{DD18F58C-CBA1-334F-87D1-D27087E0A473}"/>
                  </a:ext>
                </a:extLst>
              </p:cNvPr>
              <p:cNvSpPr>
                <a:spLocks noChangeShapeType="1"/>
              </p:cNvSpPr>
              <p:nvPr/>
            </p:nvSpPr>
            <p:spPr bwMode="auto">
              <a:xfrm flipH="1">
                <a:off x="3949554" y="3087389"/>
                <a:ext cx="125401" cy="58721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99" name="Line 25">
                <a:extLst>
                  <a:ext uri="{FF2B5EF4-FFF2-40B4-BE49-F238E27FC236}">
                    <a16:creationId xmlns:a16="http://schemas.microsoft.com/office/drawing/2014/main" id="{0810A11B-6CE3-4B4A-892A-D88467FF0CB5}"/>
                  </a:ext>
                </a:extLst>
              </p:cNvPr>
              <p:cNvSpPr>
                <a:spLocks noChangeShapeType="1"/>
              </p:cNvSpPr>
              <p:nvPr/>
            </p:nvSpPr>
            <p:spPr bwMode="auto">
              <a:xfrm>
                <a:off x="4254326" y="3030254"/>
                <a:ext cx="230167" cy="36185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0" name="Line 26">
                <a:extLst>
                  <a:ext uri="{FF2B5EF4-FFF2-40B4-BE49-F238E27FC236}">
                    <a16:creationId xmlns:a16="http://schemas.microsoft.com/office/drawing/2014/main" id="{D3BCC038-234F-EE40-8E10-0F7AEA9072D6}"/>
                  </a:ext>
                </a:extLst>
              </p:cNvPr>
              <p:cNvSpPr>
                <a:spLocks noChangeShapeType="1"/>
              </p:cNvSpPr>
              <p:nvPr/>
            </p:nvSpPr>
            <p:spPr bwMode="auto">
              <a:xfrm flipH="1">
                <a:off x="5532145" y="3106433"/>
                <a:ext cx="428585" cy="244409"/>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1" name="Line 27">
                <a:extLst>
                  <a:ext uri="{FF2B5EF4-FFF2-40B4-BE49-F238E27FC236}">
                    <a16:creationId xmlns:a16="http://schemas.microsoft.com/office/drawing/2014/main" id="{CAF3C678-3D9A-294A-92F0-F6754B906383}"/>
                  </a:ext>
                </a:extLst>
              </p:cNvPr>
              <p:cNvSpPr>
                <a:spLocks noChangeShapeType="1"/>
              </p:cNvSpPr>
              <p:nvPr/>
            </p:nvSpPr>
            <p:spPr bwMode="auto">
              <a:xfrm flipH="1">
                <a:off x="6035335" y="3077866"/>
                <a:ext cx="9524" cy="46977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2" name="Line 35">
                <a:extLst>
                  <a:ext uri="{FF2B5EF4-FFF2-40B4-BE49-F238E27FC236}">
                    <a16:creationId xmlns:a16="http://schemas.microsoft.com/office/drawing/2014/main" id="{35D390D2-019E-0B44-9120-1A7C03C987BB}"/>
                  </a:ext>
                </a:extLst>
              </p:cNvPr>
              <p:cNvSpPr>
                <a:spLocks noChangeShapeType="1"/>
              </p:cNvSpPr>
              <p:nvPr/>
            </p:nvSpPr>
            <p:spPr bwMode="auto">
              <a:xfrm flipH="1">
                <a:off x="2379663" y="2355749"/>
                <a:ext cx="1517509" cy="536429"/>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3" name="Line 36">
                <a:extLst>
                  <a:ext uri="{FF2B5EF4-FFF2-40B4-BE49-F238E27FC236}">
                    <a16:creationId xmlns:a16="http://schemas.microsoft.com/office/drawing/2014/main" id="{07E72922-2BC5-824E-B2F0-2A0C9BBF1348}"/>
                  </a:ext>
                </a:extLst>
              </p:cNvPr>
              <p:cNvSpPr>
                <a:spLocks noChangeShapeType="1"/>
              </p:cNvSpPr>
              <p:nvPr/>
            </p:nvSpPr>
            <p:spPr bwMode="auto">
              <a:xfrm>
                <a:off x="4200356" y="2322421"/>
                <a:ext cx="0" cy="59991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4" name="Line 37">
                <a:extLst>
                  <a:ext uri="{FF2B5EF4-FFF2-40B4-BE49-F238E27FC236}">
                    <a16:creationId xmlns:a16="http://schemas.microsoft.com/office/drawing/2014/main" id="{EB84757E-562A-C946-8296-30C62384C47E}"/>
                  </a:ext>
                </a:extLst>
              </p:cNvPr>
              <p:cNvSpPr>
                <a:spLocks noChangeShapeType="1"/>
              </p:cNvSpPr>
              <p:nvPr/>
            </p:nvSpPr>
            <p:spPr bwMode="auto">
              <a:xfrm flipH="1" flipV="1">
                <a:off x="4449571" y="2306551"/>
                <a:ext cx="1406394" cy="684026"/>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5" name="Line 63">
                <a:extLst>
                  <a:ext uri="{FF2B5EF4-FFF2-40B4-BE49-F238E27FC236}">
                    <a16:creationId xmlns:a16="http://schemas.microsoft.com/office/drawing/2014/main" id="{CBB1E0F6-DA9A-234C-8F78-2F42A9BA4E75}"/>
                  </a:ext>
                </a:extLst>
              </p:cNvPr>
              <p:cNvSpPr>
                <a:spLocks noChangeShapeType="1"/>
              </p:cNvSpPr>
              <p:nvPr/>
            </p:nvSpPr>
            <p:spPr bwMode="auto">
              <a:xfrm>
                <a:off x="6411539" y="3131826"/>
                <a:ext cx="285723" cy="15870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6" name="Text Box 67">
                <a:extLst>
                  <a:ext uri="{FF2B5EF4-FFF2-40B4-BE49-F238E27FC236}">
                    <a16:creationId xmlns:a16="http://schemas.microsoft.com/office/drawing/2014/main" id="{65DA7922-1FE3-A54E-B585-6D332125EB39}"/>
                  </a:ext>
                </a:extLst>
              </p:cNvPr>
              <p:cNvSpPr txBox="1">
                <a:spLocks noChangeArrowheads="1"/>
              </p:cNvSpPr>
              <p:nvPr/>
            </p:nvSpPr>
            <p:spPr bwMode="auto">
              <a:xfrm>
                <a:off x="3620973" y="3222289"/>
                <a:ext cx="327304" cy="3692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D</a:t>
                </a:r>
              </a:p>
            </p:txBody>
          </p:sp>
          <p:sp>
            <p:nvSpPr>
              <p:cNvPr id="307" name="Text Box 68">
                <a:extLst>
                  <a:ext uri="{FF2B5EF4-FFF2-40B4-BE49-F238E27FC236}">
                    <a16:creationId xmlns:a16="http://schemas.microsoft.com/office/drawing/2014/main" id="{3343D53D-3E0E-2A4D-A833-D3A2A9F3B70F}"/>
                  </a:ext>
                </a:extLst>
              </p:cNvPr>
              <p:cNvSpPr txBox="1">
                <a:spLocks noChangeArrowheads="1"/>
              </p:cNvSpPr>
              <p:nvPr/>
            </p:nvSpPr>
            <p:spPr bwMode="auto">
              <a:xfrm>
                <a:off x="4094004" y="3658733"/>
                <a:ext cx="296848" cy="3692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E</a:t>
                </a:r>
              </a:p>
            </p:txBody>
          </p:sp>
          <p:sp>
            <p:nvSpPr>
              <p:cNvPr id="308" name="Text Box 69">
                <a:extLst>
                  <a:ext uri="{FF2B5EF4-FFF2-40B4-BE49-F238E27FC236}">
                    <a16:creationId xmlns:a16="http://schemas.microsoft.com/office/drawing/2014/main" id="{0A60F714-DC84-1843-A5C5-D915B65F1280}"/>
                  </a:ext>
                </a:extLst>
              </p:cNvPr>
              <p:cNvSpPr txBox="1">
                <a:spLocks noChangeArrowheads="1"/>
              </p:cNvSpPr>
              <p:nvPr/>
            </p:nvSpPr>
            <p:spPr bwMode="auto">
              <a:xfrm>
                <a:off x="4567035" y="3057234"/>
                <a:ext cx="290437" cy="3692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F</a:t>
                </a:r>
              </a:p>
            </p:txBody>
          </p:sp>
          <p:sp>
            <p:nvSpPr>
              <p:cNvPr id="309" name="Text Box 74">
                <a:extLst>
                  <a:ext uri="{FF2B5EF4-FFF2-40B4-BE49-F238E27FC236}">
                    <a16:creationId xmlns:a16="http://schemas.microsoft.com/office/drawing/2014/main" id="{D0CA346A-C9B0-5B42-8D05-2411A6B2DB73}"/>
                  </a:ext>
                </a:extLst>
              </p:cNvPr>
              <p:cNvSpPr txBox="1">
                <a:spLocks noChangeArrowheads="1"/>
              </p:cNvSpPr>
              <p:nvPr/>
            </p:nvSpPr>
            <p:spPr bwMode="auto">
              <a:xfrm>
                <a:off x="3408267" y="2768387"/>
                <a:ext cx="368978" cy="3692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2</a:t>
                </a:r>
              </a:p>
            </p:txBody>
          </p:sp>
          <p:sp>
            <p:nvSpPr>
              <p:cNvPr id="310" name="Text Box 75">
                <a:extLst>
                  <a:ext uri="{FF2B5EF4-FFF2-40B4-BE49-F238E27FC236}">
                    <a16:creationId xmlns:a16="http://schemas.microsoft.com/office/drawing/2014/main" id="{F0F5C6E8-D75A-DE41-9CA5-225DDACA8B4F}"/>
                  </a:ext>
                </a:extLst>
              </p:cNvPr>
              <p:cNvSpPr txBox="1">
                <a:spLocks noChangeArrowheads="1"/>
              </p:cNvSpPr>
              <p:nvPr/>
            </p:nvSpPr>
            <p:spPr bwMode="auto">
              <a:xfrm>
                <a:off x="4635290" y="1984375"/>
                <a:ext cx="368978" cy="3692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4</a:t>
                </a:r>
              </a:p>
            </p:txBody>
          </p:sp>
          <p:sp>
            <p:nvSpPr>
              <p:cNvPr id="311" name="Text Box 76">
                <a:extLst>
                  <a:ext uri="{FF2B5EF4-FFF2-40B4-BE49-F238E27FC236}">
                    <a16:creationId xmlns:a16="http://schemas.microsoft.com/office/drawing/2014/main" id="{70567B04-06CD-C745-BE8D-1EA39B3A8F08}"/>
                  </a:ext>
                </a:extLst>
              </p:cNvPr>
              <p:cNvSpPr txBox="1">
                <a:spLocks noChangeArrowheads="1"/>
              </p:cNvSpPr>
              <p:nvPr/>
            </p:nvSpPr>
            <p:spPr bwMode="auto">
              <a:xfrm>
                <a:off x="6009938" y="2570004"/>
                <a:ext cx="368978" cy="3692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3</a:t>
                </a:r>
              </a:p>
            </p:txBody>
          </p:sp>
          <p:sp>
            <p:nvSpPr>
              <p:cNvPr id="312" name="Text Box 78">
                <a:extLst>
                  <a:ext uri="{FF2B5EF4-FFF2-40B4-BE49-F238E27FC236}">
                    <a16:creationId xmlns:a16="http://schemas.microsoft.com/office/drawing/2014/main" id="{92C2CEEA-E74F-CD4F-9E93-4106B97116C8}"/>
                  </a:ext>
                </a:extLst>
              </p:cNvPr>
              <p:cNvSpPr txBox="1">
                <a:spLocks noChangeArrowheads="1"/>
              </p:cNvSpPr>
              <p:nvPr/>
            </p:nvSpPr>
            <p:spPr bwMode="auto">
              <a:xfrm>
                <a:off x="6240104" y="3541290"/>
                <a:ext cx="328905" cy="3692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H</a:t>
                </a:r>
              </a:p>
            </p:txBody>
          </p:sp>
          <p:sp>
            <p:nvSpPr>
              <p:cNvPr id="313" name="Text Box 79">
                <a:extLst>
                  <a:ext uri="{FF2B5EF4-FFF2-40B4-BE49-F238E27FC236}">
                    <a16:creationId xmlns:a16="http://schemas.microsoft.com/office/drawing/2014/main" id="{767F8C52-0473-094B-81C9-B0074DCAC899}"/>
                  </a:ext>
                </a:extLst>
              </p:cNvPr>
              <p:cNvSpPr txBox="1">
                <a:spLocks noChangeArrowheads="1"/>
              </p:cNvSpPr>
              <p:nvPr/>
            </p:nvSpPr>
            <p:spPr bwMode="auto">
              <a:xfrm>
                <a:off x="6986160" y="3179439"/>
                <a:ext cx="249214" cy="369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I</a:t>
                </a:r>
              </a:p>
            </p:txBody>
          </p:sp>
          <p:sp>
            <p:nvSpPr>
              <p:cNvPr id="314" name="Text Box 80">
                <a:extLst>
                  <a:ext uri="{FF2B5EF4-FFF2-40B4-BE49-F238E27FC236}">
                    <a16:creationId xmlns:a16="http://schemas.microsoft.com/office/drawing/2014/main" id="{AD433860-39B4-F94C-97D1-8ED2BC51F04D}"/>
                  </a:ext>
                </a:extLst>
              </p:cNvPr>
              <p:cNvSpPr txBox="1">
                <a:spLocks noChangeArrowheads="1"/>
              </p:cNvSpPr>
              <p:nvPr/>
            </p:nvSpPr>
            <p:spPr bwMode="auto">
              <a:xfrm>
                <a:off x="5103560" y="3595251"/>
                <a:ext cx="330509" cy="3692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G</a:t>
                </a:r>
              </a:p>
            </p:txBody>
          </p:sp>
          <p:pic>
            <p:nvPicPr>
              <p:cNvPr id="315" name="Picture 3">
                <a:extLst>
                  <a:ext uri="{FF2B5EF4-FFF2-40B4-BE49-F238E27FC236}">
                    <a16:creationId xmlns:a16="http://schemas.microsoft.com/office/drawing/2014/main" id="{14EE1F48-9E60-234B-9CCF-63F7C147B0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3899" y="2930268"/>
                <a:ext cx="677799" cy="2999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316" name="Group 44">
                <a:extLst>
                  <a:ext uri="{FF2B5EF4-FFF2-40B4-BE49-F238E27FC236}">
                    <a16:creationId xmlns:a16="http://schemas.microsoft.com/office/drawing/2014/main" id="{843B54DD-D810-6746-9846-37B2CA4C4147}"/>
                  </a:ext>
                </a:extLst>
              </p:cNvPr>
              <p:cNvGrpSpPr>
                <a:grpSpLocks/>
              </p:cNvGrpSpPr>
              <p:nvPr/>
            </p:nvGrpSpPr>
            <p:grpSpPr bwMode="auto">
              <a:xfrm>
                <a:off x="3139440" y="3180080"/>
                <a:ext cx="568960" cy="481140"/>
                <a:chOff x="-44" y="1473"/>
                <a:chExt cx="981" cy="1105"/>
              </a:xfrm>
            </p:grpSpPr>
            <p:pic>
              <p:nvPicPr>
                <p:cNvPr id="334" name="Picture 45" descr="desktop_computer_stylized_medium">
                  <a:extLst>
                    <a:ext uri="{FF2B5EF4-FFF2-40B4-BE49-F238E27FC236}">
                      <a16:creationId xmlns:a16="http://schemas.microsoft.com/office/drawing/2014/main" id="{3D52FA82-0F33-BF48-BE19-E000988EA1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35" name="Freeform 46">
                  <a:extLst>
                    <a:ext uri="{FF2B5EF4-FFF2-40B4-BE49-F238E27FC236}">
                      <a16:creationId xmlns:a16="http://schemas.microsoft.com/office/drawing/2014/main" id="{2C894004-AB5E-DE41-B89A-F88D90E6DBB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317" name="Group 44">
                <a:extLst>
                  <a:ext uri="{FF2B5EF4-FFF2-40B4-BE49-F238E27FC236}">
                    <a16:creationId xmlns:a16="http://schemas.microsoft.com/office/drawing/2014/main" id="{B697333C-8F88-6F49-AA8F-4C9781CC4A17}"/>
                  </a:ext>
                </a:extLst>
              </p:cNvPr>
              <p:cNvGrpSpPr>
                <a:grpSpLocks/>
              </p:cNvGrpSpPr>
              <p:nvPr/>
            </p:nvGrpSpPr>
            <p:grpSpPr bwMode="auto">
              <a:xfrm>
                <a:off x="3576320" y="3525520"/>
                <a:ext cx="568960" cy="481140"/>
                <a:chOff x="-44" y="1473"/>
                <a:chExt cx="981" cy="1105"/>
              </a:xfrm>
            </p:grpSpPr>
            <p:pic>
              <p:nvPicPr>
                <p:cNvPr id="332" name="Picture 45" descr="desktop_computer_stylized_medium">
                  <a:extLst>
                    <a:ext uri="{FF2B5EF4-FFF2-40B4-BE49-F238E27FC236}">
                      <a16:creationId xmlns:a16="http://schemas.microsoft.com/office/drawing/2014/main" id="{5D4339C7-D62D-5C40-8498-60F25F7FD1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33" name="Freeform 46">
                  <a:extLst>
                    <a:ext uri="{FF2B5EF4-FFF2-40B4-BE49-F238E27FC236}">
                      <a16:creationId xmlns:a16="http://schemas.microsoft.com/office/drawing/2014/main" id="{B5C6667F-C532-F44B-B08E-ED6763A8376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318" name="Group 44">
                <a:extLst>
                  <a:ext uri="{FF2B5EF4-FFF2-40B4-BE49-F238E27FC236}">
                    <a16:creationId xmlns:a16="http://schemas.microsoft.com/office/drawing/2014/main" id="{2B5BB1C4-0E8F-B54A-9FC0-4F56ED5ECBF2}"/>
                  </a:ext>
                </a:extLst>
              </p:cNvPr>
              <p:cNvGrpSpPr>
                <a:grpSpLocks/>
              </p:cNvGrpSpPr>
              <p:nvPr/>
            </p:nvGrpSpPr>
            <p:grpSpPr bwMode="auto">
              <a:xfrm>
                <a:off x="4135120" y="3281680"/>
                <a:ext cx="568960" cy="481140"/>
                <a:chOff x="-44" y="1473"/>
                <a:chExt cx="981" cy="1105"/>
              </a:xfrm>
            </p:grpSpPr>
            <p:pic>
              <p:nvPicPr>
                <p:cNvPr id="330" name="Picture 45" descr="desktop_computer_stylized_medium">
                  <a:extLst>
                    <a:ext uri="{FF2B5EF4-FFF2-40B4-BE49-F238E27FC236}">
                      <a16:creationId xmlns:a16="http://schemas.microsoft.com/office/drawing/2014/main" id="{A8C81D48-C92D-CB48-8DCD-645F4CADB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31" name="Freeform 46">
                  <a:extLst>
                    <a:ext uri="{FF2B5EF4-FFF2-40B4-BE49-F238E27FC236}">
                      <a16:creationId xmlns:a16="http://schemas.microsoft.com/office/drawing/2014/main" id="{9B794396-471F-E040-88AC-B51C16761F9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319" name="Group 44">
                <a:extLst>
                  <a:ext uri="{FF2B5EF4-FFF2-40B4-BE49-F238E27FC236}">
                    <a16:creationId xmlns:a16="http://schemas.microsoft.com/office/drawing/2014/main" id="{E0884B22-EEAE-D248-A754-2308A9D24232}"/>
                  </a:ext>
                </a:extLst>
              </p:cNvPr>
              <p:cNvGrpSpPr>
                <a:grpSpLocks/>
              </p:cNvGrpSpPr>
              <p:nvPr/>
            </p:nvGrpSpPr>
            <p:grpSpPr bwMode="auto">
              <a:xfrm>
                <a:off x="5049520" y="3261360"/>
                <a:ext cx="568960" cy="481140"/>
                <a:chOff x="-44" y="1473"/>
                <a:chExt cx="981" cy="1105"/>
              </a:xfrm>
            </p:grpSpPr>
            <p:pic>
              <p:nvPicPr>
                <p:cNvPr id="328" name="Picture 45" descr="desktop_computer_stylized_medium">
                  <a:extLst>
                    <a:ext uri="{FF2B5EF4-FFF2-40B4-BE49-F238E27FC236}">
                      <a16:creationId xmlns:a16="http://schemas.microsoft.com/office/drawing/2014/main" id="{71042587-5DB5-414E-BCB6-1C166E167C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29" name="Freeform 46">
                  <a:extLst>
                    <a:ext uri="{FF2B5EF4-FFF2-40B4-BE49-F238E27FC236}">
                      <a16:creationId xmlns:a16="http://schemas.microsoft.com/office/drawing/2014/main" id="{8C2EA73F-6D60-594A-AE51-D16A3EA7EEF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320" name="Group 44">
                <a:extLst>
                  <a:ext uri="{FF2B5EF4-FFF2-40B4-BE49-F238E27FC236}">
                    <a16:creationId xmlns:a16="http://schemas.microsoft.com/office/drawing/2014/main" id="{A0D7C560-9874-664B-BBED-733D586AA0D3}"/>
                  </a:ext>
                </a:extLst>
              </p:cNvPr>
              <p:cNvGrpSpPr>
                <a:grpSpLocks/>
              </p:cNvGrpSpPr>
              <p:nvPr/>
            </p:nvGrpSpPr>
            <p:grpSpPr bwMode="auto">
              <a:xfrm>
                <a:off x="5588000" y="3434080"/>
                <a:ext cx="568960" cy="481140"/>
                <a:chOff x="-44" y="1473"/>
                <a:chExt cx="981" cy="1105"/>
              </a:xfrm>
            </p:grpSpPr>
            <p:pic>
              <p:nvPicPr>
                <p:cNvPr id="326" name="Picture 45" descr="desktop_computer_stylized_medium">
                  <a:extLst>
                    <a:ext uri="{FF2B5EF4-FFF2-40B4-BE49-F238E27FC236}">
                      <a16:creationId xmlns:a16="http://schemas.microsoft.com/office/drawing/2014/main" id="{650C7B5B-E94A-604C-9410-81943E94DB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27" name="Freeform 46">
                  <a:extLst>
                    <a:ext uri="{FF2B5EF4-FFF2-40B4-BE49-F238E27FC236}">
                      <a16:creationId xmlns:a16="http://schemas.microsoft.com/office/drawing/2014/main" id="{7AA9C5DC-63F6-3F4E-8635-3EE72EAD470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321" name="Group 44">
                <a:extLst>
                  <a:ext uri="{FF2B5EF4-FFF2-40B4-BE49-F238E27FC236}">
                    <a16:creationId xmlns:a16="http://schemas.microsoft.com/office/drawing/2014/main" id="{BCE68852-14F6-9845-8C5C-6CDD723AF6D6}"/>
                  </a:ext>
                </a:extLst>
              </p:cNvPr>
              <p:cNvGrpSpPr>
                <a:grpSpLocks/>
              </p:cNvGrpSpPr>
              <p:nvPr/>
            </p:nvGrpSpPr>
            <p:grpSpPr bwMode="auto">
              <a:xfrm>
                <a:off x="6380480" y="3149600"/>
                <a:ext cx="568960" cy="481140"/>
                <a:chOff x="-44" y="1473"/>
                <a:chExt cx="981" cy="1105"/>
              </a:xfrm>
            </p:grpSpPr>
            <p:pic>
              <p:nvPicPr>
                <p:cNvPr id="324" name="Picture 45" descr="desktop_computer_stylized_medium">
                  <a:extLst>
                    <a:ext uri="{FF2B5EF4-FFF2-40B4-BE49-F238E27FC236}">
                      <a16:creationId xmlns:a16="http://schemas.microsoft.com/office/drawing/2014/main" id="{949A9AE4-491E-BF40-A346-2463B1309F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25" name="Freeform 46">
                  <a:extLst>
                    <a:ext uri="{FF2B5EF4-FFF2-40B4-BE49-F238E27FC236}">
                      <a16:creationId xmlns:a16="http://schemas.microsoft.com/office/drawing/2014/main" id="{87843F82-764B-4044-9508-F2FD38BC18F1}"/>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322" name="Picture 3">
                <a:extLst>
                  <a:ext uri="{FF2B5EF4-FFF2-40B4-BE49-F238E27FC236}">
                    <a16:creationId xmlns:a16="http://schemas.microsoft.com/office/drawing/2014/main" id="{1165B26C-61A1-EA46-8168-13B1A65377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4313" y="2847741"/>
                <a:ext cx="677800" cy="3015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323" name="Picture 3">
                <a:extLst>
                  <a:ext uri="{FF2B5EF4-FFF2-40B4-BE49-F238E27FC236}">
                    <a16:creationId xmlns:a16="http://schemas.microsoft.com/office/drawing/2014/main" id="{A24E10B4-3314-8346-B6DA-C6D2CF4D78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4949" y="2116102"/>
                <a:ext cx="676212" cy="3015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grpSp>
          <p:nvGrpSpPr>
            <p:cNvPr id="344" name="Group 343">
              <a:extLst>
                <a:ext uri="{FF2B5EF4-FFF2-40B4-BE49-F238E27FC236}">
                  <a16:creationId xmlns:a16="http://schemas.microsoft.com/office/drawing/2014/main" id="{0D6DB29E-8183-5D4A-A6C1-D8FB12A01668}"/>
                </a:ext>
              </a:extLst>
            </p:cNvPr>
            <p:cNvGrpSpPr/>
            <p:nvPr/>
          </p:nvGrpSpPr>
          <p:grpSpPr>
            <a:xfrm>
              <a:off x="5398824" y="2310984"/>
              <a:ext cx="746763" cy="344773"/>
              <a:chOff x="3668110" y="2448910"/>
              <a:chExt cx="3794234" cy="2165130"/>
            </a:xfrm>
          </p:grpSpPr>
          <p:sp>
            <p:nvSpPr>
              <p:cNvPr id="345" name="Rectangle 344">
                <a:extLst>
                  <a:ext uri="{FF2B5EF4-FFF2-40B4-BE49-F238E27FC236}">
                    <a16:creationId xmlns:a16="http://schemas.microsoft.com/office/drawing/2014/main" id="{02115A91-641C-E845-93FC-31B53FD5B8B9}"/>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6" name="Freeform 345">
                <a:extLst>
                  <a:ext uri="{FF2B5EF4-FFF2-40B4-BE49-F238E27FC236}">
                    <a16:creationId xmlns:a16="http://schemas.microsoft.com/office/drawing/2014/main" id="{F1A867AC-0657-BC47-AC4D-010D15AD77FA}"/>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47" name="Group 346">
                <a:extLst>
                  <a:ext uri="{FF2B5EF4-FFF2-40B4-BE49-F238E27FC236}">
                    <a16:creationId xmlns:a16="http://schemas.microsoft.com/office/drawing/2014/main" id="{CF10FB39-5E1F-B248-9A7A-4C01C4EFD35A}"/>
                  </a:ext>
                </a:extLst>
              </p:cNvPr>
              <p:cNvGrpSpPr/>
              <p:nvPr/>
            </p:nvGrpSpPr>
            <p:grpSpPr>
              <a:xfrm>
                <a:off x="3941378" y="2603243"/>
                <a:ext cx="3202061" cy="1066110"/>
                <a:chOff x="7939341" y="3037317"/>
                <a:chExt cx="897649" cy="353919"/>
              </a:xfrm>
            </p:grpSpPr>
            <p:sp>
              <p:nvSpPr>
                <p:cNvPr id="348" name="Freeform 347">
                  <a:extLst>
                    <a:ext uri="{FF2B5EF4-FFF2-40B4-BE49-F238E27FC236}">
                      <a16:creationId xmlns:a16="http://schemas.microsoft.com/office/drawing/2014/main" id="{6762CBB0-CBF1-DC47-8A14-38F59E1135BF}"/>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9" name="Freeform 348">
                  <a:extLst>
                    <a:ext uri="{FF2B5EF4-FFF2-40B4-BE49-F238E27FC236}">
                      <a16:creationId xmlns:a16="http://schemas.microsoft.com/office/drawing/2014/main" id="{D05CC814-ADCE-AE43-B2BF-2E57EE6D6E93}"/>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0" name="Freeform 349">
                  <a:extLst>
                    <a:ext uri="{FF2B5EF4-FFF2-40B4-BE49-F238E27FC236}">
                      <a16:creationId xmlns:a16="http://schemas.microsoft.com/office/drawing/2014/main" id="{90D34BF2-9267-B246-BC83-C97A4D97DEE8}"/>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1" name="Freeform 350">
                  <a:extLst>
                    <a:ext uri="{FF2B5EF4-FFF2-40B4-BE49-F238E27FC236}">
                      <a16:creationId xmlns:a16="http://schemas.microsoft.com/office/drawing/2014/main" id="{1925F9C3-6A09-134C-8318-7290AD8B60A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52" name="Group 351">
              <a:extLst>
                <a:ext uri="{FF2B5EF4-FFF2-40B4-BE49-F238E27FC236}">
                  <a16:creationId xmlns:a16="http://schemas.microsoft.com/office/drawing/2014/main" id="{E61C4667-123F-A845-BCC0-8455101ACF2F}"/>
                </a:ext>
              </a:extLst>
            </p:cNvPr>
            <p:cNvGrpSpPr/>
            <p:nvPr/>
          </p:nvGrpSpPr>
          <p:grpSpPr>
            <a:xfrm>
              <a:off x="7290083" y="3122951"/>
              <a:ext cx="746763" cy="344773"/>
              <a:chOff x="3668110" y="2448910"/>
              <a:chExt cx="3794234" cy="2165130"/>
            </a:xfrm>
          </p:grpSpPr>
          <p:sp>
            <p:nvSpPr>
              <p:cNvPr id="353" name="Rectangle 352">
                <a:extLst>
                  <a:ext uri="{FF2B5EF4-FFF2-40B4-BE49-F238E27FC236}">
                    <a16:creationId xmlns:a16="http://schemas.microsoft.com/office/drawing/2014/main" id="{7B7E719E-C4A3-4940-BB4F-671C6F1E7357}"/>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4" name="Freeform 353">
                <a:extLst>
                  <a:ext uri="{FF2B5EF4-FFF2-40B4-BE49-F238E27FC236}">
                    <a16:creationId xmlns:a16="http://schemas.microsoft.com/office/drawing/2014/main" id="{71CB114A-BFFE-4245-9969-879EF7F16EA8}"/>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55" name="Group 354">
                <a:extLst>
                  <a:ext uri="{FF2B5EF4-FFF2-40B4-BE49-F238E27FC236}">
                    <a16:creationId xmlns:a16="http://schemas.microsoft.com/office/drawing/2014/main" id="{72121964-7151-184E-B215-6FFAE4FA284F}"/>
                  </a:ext>
                </a:extLst>
              </p:cNvPr>
              <p:cNvGrpSpPr/>
              <p:nvPr/>
            </p:nvGrpSpPr>
            <p:grpSpPr>
              <a:xfrm>
                <a:off x="3941378" y="2603243"/>
                <a:ext cx="3202061" cy="1066110"/>
                <a:chOff x="7939341" y="3037317"/>
                <a:chExt cx="897649" cy="353919"/>
              </a:xfrm>
            </p:grpSpPr>
            <p:sp>
              <p:nvSpPr>
                <p:cNvPr id="356" name="Freeform 355">
                  <a:extLst>
                    <a:ext uri="{FF2B5EF4-FFF2-40B4-BE49-F238E27FC236}">
                      <a16:creationId xmlns:a16="http://schemas.microsoft.com/office/drawing/2014/main" id="{BB494E8E-F2D9-8D4C-8855-005A1DEE030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7" name="Freeform 356">
                  <a:extLst>
                    <a:ext uri="{FF2B5EF4-FFF2-40B4-BE49-F238E27FC236}">
                      <a16:creationId xmlns:a16="http://schemas.microsoft.com/office/drawing/2014/main" id="{21953B9A-7B59-5B48-B542-2BE643E43FA0}"/>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 name="Freeform 357">
                  <a:extLst>
                    <a:ext uri="{FF2B5EF4-FFF2-40B4-BE49-F238E27FC236}">
                      <a16:creationId xmlns:a16="http://schemas.microsoft.com/office/drawing/2014/main" id="{64E057B3-0410-8944-96E8-A73328F40DF9}"/>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9" name="Freeform 358">
                  <a:extLst>
                    <a:ext uri="{FF2B5EF4-FFF2-40B4-BE49-F238E27FC236}">
                      <a16:creationId xmlns:a16="http://schemas.microsoft.com/office/drawing/2014/main" id="{4F3BC6AC-6740-644B-B895-210B6ABEA3B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60" name="Group 359">
              <a:extLst>
                <a:ext uri="{FF2B5EF4-FFF2-40B4-BE49-F238E27FC236}">
                  <a16:creationId xmlns:a16="http://schemas.microsoft.com/office/drawing/2014/main" id="{5C1BDD41-89CC-5142-82E0-31AD1AEA5928}"/>
                </a:ext>
              </a:extLst>
            </p:cNvPr>
            <p:cNvGrpSpPr/>
            <p:nvPr/>
          </p:nvGrpSpPr>
          <p:grpSpPr>
            <a:xfrm>
              <a:off x="5371262" y="3020518"/>
              <a:ext cx="746763" cy="344773"/>
              <a:chOff x="3668110" y="2448910"/>
              <a:chExt cx="3794234" cy="2165130"/>
            </a:xfrm>
          </p:grpSpPr>
          <p:sp>
            <p:nvSpPr>
              <p:cNvPr id="361" name="Rectangle 360">
                <a:extLst>
                  <a:ext uri="{FF2B5EF4-FFF2-40B4-BE49-F238E27FC236}">
                    <a16:creationId xmlns:a16="http://schemas.microsoft.com/office/drawing/2014/main" id="{8CAAD1B8-7EF7-104B-A99C-66500B373B15}"/>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2" name="Freeform 361">
                <a:extLst>
                  <a:ext uri="{FF2B5EF4-FFF2-40B4-BE49-F238E27FC236}">
                    <a16:creationId xmlns:a16="http://schemas.microsoft.com/office/drawing/2014/main" id="{C3709934-88FB-7B49-8DD5-B867C648DC42}"/>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63" name="Group 362">
                <a:extLst>
                  <a:ext uri="{FF2B5EF4-FFF2-40B4-BE49-F238E27FC236}">
                    <a16:creationId xmlns:a16="http://schemas.microsoft.com/office/drawing/2014/main" id="{A129641A-31D4-0744-9BA2-E6B8031E0C71}"/>
                  </a:ext>
                </a:extLst>
              </p:cNvPr>
              <p:cNvGrpSpPr/>
              <p:nvPr/>
            </p:nvGrpSpPr>
            <p:grpSpPr>
              <a:xfrm>
                <a:off x="3941378" y="2603243"/>
                <a:ext cx="3202061" cy="1066110"/>
                <a:chOff x="7939341" y="3037317"/>
                <a:chExt cx="897649" cy="353919"/>
              </a:xfrm>
            </p:grpSpPr>
            <p:sp>
              <p:nvSpPr>
                <p:cNvPr id="364" name="Freeform 363">
                  <a:extLst>
                    <a:ext uri="{FF2B5EF4-FFF2-40B4-BE49-F238E27FC236}">
                      <a16:creationId xmlns:a16="http://schemas.microsoft.com/office/drawing/2014/main" id="{AC8F2956-A0C1-9347-A821-CF7760F8BF1F}"/>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5" name="Freeform 364">
                  <a:extLst>
                    <a:ext uri="{FF2B5EF4-FFF2-40B4-BE49-F238E27FC236}">
                      <a16:creationId xmlns:a16="http://schemas.microsoft.com/office/drawing/2014/main" id="{3A2DD6F3-4BB4-7344-8796-936E8627C7EA}"/>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6" name="Freeform 365">
                  <a:extLst>
                    <a:ext uri="{FF2B5EF4-FFF2-40B4-BE49-F238E27FC236}">
                      <a16:creationId xmlns:a16="http://schemas.microsoft.com/office/drawing/2014/main" id="{1B108877-A9F2-B740-94FB-2FACB13C189C}"/>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7" name="Freeform 366">
                  <a:extLst>
                    <a:ext uri="{FF2B5EF4-FFF2-40B4-BE49-F238E27FC236}">
                      <a16:creationId xmlns:a16="http://schemas.microsoft.com/office/drawing/2014/main" id="{A4E7367F-EA46-6943-A52D-D2D39663AFD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336" name="Group 335">
            <a:extLst>
              <a:ext uri="{FF2B5EF4-FFF2-40B4-BE49-F238E27FC236}">
                <a16:creationId xmlns:a16="http://schemas.microsoft.com/office/drawing/2014/main" id="{E7BFFEF5-1E5A-214E-815E-5352DB1D8B9D}"/>
              </a:ext>
            </a:extLst>
          </p:cNvPr>
          <p:cNvGrpSpPr/>
          <p:nvPr/>
        </p:nvGrpSpPr>
        <p:grpSpPr>
          <a:xfrm>
            <a:off x="3510443" y="3070406"/>
            <a:ext cx="746763" cy="344773"/>
            <a:chOff x="3668110" y="2448910"/>
            <a:chExt cx="3794234" cy="2165130"/>
          </a:xfrm>
        </p:grpSpPr>
        <p:sp>
          <p:nvSpPr>
            <p:cNvPr id="337" name="Rectangle 336">
              <a:extLst>
                <a:ext uri="{FF2B5EF4-FFF2-40B4-BE49-F238E27FC236}">
                  <a16:creationId xmlns:a16="http://schemas.microsoft.com/office/drawing/2014/main" id="{3882DC2F-B27B-0C40-807D-179D4FF6760D}"/>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8" name="Freeform 337">
              <a:extLst>
                <a:ext uri="{FF2B5EF4-FFF2-40B4-BE49-F238E27FC236}">
                  <a16:creationId xmlns:a16="http://schemas.microsoft.com/office/drawing/2014/main" id="{C45558C7-AA03-9549-BB76-2D627A97AB4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39" name="Group 338">
              <a:extLst>
                <a:ext uri="{FF2B5EF4-FFF2-40B4-BE49-F238E27FC236}">
                  <a16:creationId xmlns:a16="http://schemas.microsoft.com/office/drawing/2014/main" id="{C5245A52-75E9-4F43-901F-B3CDDA16D9AB}"/>
                </a:ext>
              </a:extLst>
            </p:cNvPr>
            <p:cNvGrpSpPr/>
            <p:nvPr/>
          </p:nvGrpSpPr>
          <p:grpSpPr>
            <a:xfrm>
              <a:off x="3941378" y="2603243"/>
              <a:ext cx="3202061" cy="1066110"/>
              <a:chOff x="7939341" y="3037317"/>
              <a:chExt cx="897649" cy="353919"/>
            </a:xfrm>
          </p:grpSpPr>
          <p:sp>
            <p:nvSpPr>
              <p:cNvPr id="340" name="Freeform 339">
                <a:extLst>
                  <a:ext uri="{FF2B5EF4-FFF2-40B4-BE49-F238E27FC236}">
                    <a16:creationId xmlns:a16="http://schemas.microsoft.com/office/drawing/2014/main" id="{5719E44D-592D-2B40-8629-8CAC92FD2898}"/>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1" name="Freeform 340">
                <a:extLst>
                  <a:ext uri="{FF2B5EF4-FFF2-40B4-BE49-F238E27FC236}">
                    <a16:creationId xmlns:a16="http://schemas.microsoft.com/office/drawing/2014/main" id="{8F866AE4-8716-1943-A767-116C65DECED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2" name="Freeform 341">
                <a:extLst>
                  <a:ext uri="{FF2B5EF4-FFF2-40B4-BE49-F238E27FC236}">
                    <a16:creationId xmlns:a16="http://schemas.microsoft.com/office/drawing/2014/main" id="{5286B54F-3F16-8E4C-9916-F5AD40E1D773}"/>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3" name="Freeform 342">
                <a:extLst>
                  <a:ext uri="{FF2B5EF4-FFF2-40B4-BE49-F238E27FC236}">
                    <a16:creationId xmlns:a16="http://schemas.microsoft.com/office/drawing/2014/main" id="{A4B59C80-FD6E-ED49-8253-93F2FF9267E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904" name="PortLabel_904"/>
          <p:cNvSpPr>
            <a:spLocks noGrp="1"/>
          </p:cNvSpPr>
          <p:nvPr/>
        </p:nvSpPr>
        <p:spPr>
          <a:xfrm>
            <a:off x="3340094" y="3019428"/>
            <a:ext cx="203200" cy="177800"/>
          </a:xfrm>
          <a:prstGeom prst="rect">
            <a:avLst/>
          </a:prstGeom>
          <a:noFill/>
          <a:ln>
            <a:noFill/>
          </a:ln>
        </p:spPr>
        <p:txBody>
          <a:bodyPr anchor="ctr" anchorCtr="1"/>
          <a:lstStyle/>
          <a:p>
            <a:pPr algn="ctr">
              <a:buNone/>
            </a:pPr>
            <a:r>
              <a:rPr lang="en-US" sz="900" b="1">
                <a:solidFill>
                  <a:srgbClr val="CC0000"/>
                </a:solidFill>
              </a:rPr>
              <a:t>1</a:t>
            </a:r>
          </a:p>
        </p:txBody>
      </p:sp>
      <p:sp>
        <p:nvSpPr>
          <p:cNvPr id="905" name="PortLabel_905"/>
          <p:cNvSpPr>
            <a:spLocks noGrp="1"/>
          </p:cNvSpPr>
          <p:nvPr/>
        </p:nvSpPr>
        <p:spPr>
          <a:xfrm>
            <a:off x="3667122" y="3355979"/>
            <a:ext cx="203200" cy="177800"/>
          </a:xfrm>
          <a:prstGeom prst="rect">
            <a:avLst/>
          </a:prstGeom>
          <a:noFill/>
          <a:ln>
            <a:noFill/>
          </a:ln>
        </p:spPr>
        <p:txBody>
          <a:bodyPr anchor="ctr" anchorCtr="1"/>
          <a:lstStyle/>
          <a:p>
            <a:pPr algn="ctr">
              <a:buNone/>
            </a:pPr>
            <a:r>
              <a:rPr lang="en-US" sz="900" b="1">
                <a:solidFill>
                  <a:srgbClr val="CC0000"/>
                </a:solidFill>
              </a:rPr>
              <a:t>2</a:t>
            </a:r>
          </a:p>
        </p:txBody>
      </p:sp>
      <p:sp>
        <p:nvSpPr>
          <p:cNvPr id="906" name="PortLabel_906"/>
          <p:cNvSpPr>
            <a:spLocks noGrp="1"/>
          </p:cNvSpPr>
          <p:nvPr/>
        </p:nvSpPr>
        <p:spPr>
          <a:xfrm>
            <a:off x="3983034" y="3333754"/>
            <a:ext cx="203200" cy="177800"/>
          </a:xfrm>
          <a:prstGeom prst="rect">
            <a:avLst/>
          </a:prstGeom>
          <a:noFill/>
          <a:ln>
            <a:noFill/>
          </a:ln>
        </p:spPr>
        <p:txBody>
          <a:bodyPr anchor="ctr" anchorCtr="1"/>
          <a:lstStyle/>
          <a:p>
            <a:pPr algn="ctr">
              <a:buNone/>
            </a:pPr>
            <a:r>
              <a:rPr lang="en-US" sz="900" b="1">
                <a:solidFill>
                  <a:srgbClr val="CC0000"/>
                </a:solidFill>
              </a:rPr>
              <a:t>3</a:t>
            </a:r>
          </a:p>
        </p:txBody>
      </p:sp>
      <p:sp>
        <p:nvSpPr>
          <p:cNvPr id="908" name="PortLabel_908"/>
          <p:cNvSpPr>
            <a:spLocks noGrp="1"/>
          </p:cNvSpPr>
          <p:nvPr/>
        </p:nvSpPr>
        <p:spPr>
          <a:xfrm>
            <a:off x="5200646" y="3309940"/>
            <a:ext cx="203200" cy="177800"/>
          </a:xfrm>
          <a:prstGeom prst="rect">
            <a:avLst/>
          </a:prstGeom>
          <a:noFill/>
          <a:ln>
            <a:noFill/>
          </a:ln>
        </p:spPr>
        <p:txBody>
          <a:bodyPr anchor="ctr" anchorCtr="1"/>
          <a:lstStyle/>
          <a:p>
            <a:pPr algn="ctr">
              <a:buNone/>
            </a:pPr>
            <a:r>
              <a:rPr lang="en-US" sz="900" b="1">
                <a:solidFill>
                  <a:srgbClr val="CC0000"/>
                </a:solidFill>
              </a:rPr>
              <a:t>1</a:t>
            </a:r>
          </a:p>
        </p:txBody>
      </p:sp>
      <p:sp>
        <p:nvSpPr>
          <p:cNvPr id="909" name="PortLabel_909"/>
          <p:cNvSpPr>
            <a:spLocks noGrp="1"/>
          </p:cNvSpPr>
          <p:nvPr/>
        </p:nvSpPr>
        <p:spPr>
          <a:xfrm>
            <a:off x="5583232" y="3360740"/>
            <a:ext cx="203200" cy="177800"/>
          </a:xfrm>
          <a:prstGeom prst="rect">
            <a:avLst/>
          </a:prstGeom>
          <a:noFill/>
          <a:ln>
            <a:noFill/>
          </a:ln>
        </p:spPr>
        <p:txBody>
          <a:bodyPr anchor="ctr" anchorCtr="1"/>
          <a:lstStyle/>
          <a:p>
            <a:pPr algn="ctr">
              <a:buNone/>
            </a:pPr>
            <a:r>
              <a:rPr lang="en-US" sz="900" b="1">
                <a:solidFill>
                  <a:srgbClr val="CC0000"/>
                </a:solidFill>
              </a:rPr>
              <a:t>2</a:t>
            </a:r>
          </a:p>
        </p:txBody>
      </p:sp>
      <p:sp>
        <p:nvSpPr>
          <p:cNvPr id="910" name="PortLabel_910"/>
          <p:cNvSpPr>
            <a:spLocks noGrp="1"/>
          </p:cNvSpPr>
          <p:nvPr/>
        </p:nvSpPr>
        <p:spPr>
          <a:xfrm>
            <a:off x="5972171" y="3338516"/>
            <a:ext cx="203200" cy="177800"/>
          </a:xfrm>
          <a:prstGeom prst="rect">
            <a:avLst/>
          </a:prstGeom>
          <a:noFill/>
          <a:ln>
            <a:noFill/>
          </a:ln>
        </p:spPr>
        <p:txBody>
          <a:bodyPr anchor="ctr" anchorCtr="1"/>
          <a:lstStyle/>
          <a:p>
            <a:pPr algn="ctr">
              <a:buNone/>
            </a:pPr>
            <a:r>
              <a:rPr lang="en-US" sz="900" b="1">
                <a:solidFill>
                  <a:srgbClr val="CC0000"/>
                </a:solidFill>
              </a:rPr>
              <a:t>3</a:t>
            </a:r>
          </a:p>
        </p:txBody>
      </p:sp>
      <p:sp>
        <p:nvSpPr>
          <p:cNvPr id="912" name="PortLabel_912"/>
          <p:cNvSpPr>
            <a:spLocks noGrp="1"/>
          </p:cNvSpPr>
          <p:nvPr/>
        </p:nvSpPr>
        <p:spPr>
          <a:xfrm>
            <a:off x="5109627" y="2441692"/>
            <a:ext cx="203200" cy="177800"/>
          </a:xfrm>
          <a:prstGeom prst="rect">
            <a:avLst/>
          </a:prstGeom>
          <a:noFill/>
          <a:ln>
            <a:noFill/>
          </a:ln>
        </p:spPr>
        <p:txBody>
          <a:bodyPr anchor="ctr" anchorCtr="1"/>
          <a:lstStyle/>
          <a:p>
            <a:pPr algn="ctr">
              <a:buNone/>
            </a:pPr>
            <a:r>
              <a:rPr lang="en-US" sz="900" b="1">
                <a:solidFill>
                  <a:srgbClr val="CC0000"/>
                </a:solidFill>
              </a:rPr>
              <a:t>1</a:t>
            </a:r>
          </a:p>
        </p:txBody>
      </p:sp>
      <p:sp>
        <p:nvSpPr>
          <p:cNvPr id="913" name="PortLabel_913"/>
          <p:cNvSpPr>
            <a:spLocks noGrp="1"/>
          </p:cNvSpPr>
          <p:nvPr/>
        </p:nvSpPr>
        <p:spPr>
          <a:xfrm>
            <a:off x="5761042" y="2665418"/>
            <a:ext cx="203200" cy="177800"/>
          </a:xfrm>
          <a:prstGeom prst="rect">
            <a:avLst/>
          </a:prstGeom>
          <a:noFill/>
          <a:ln>
            <a:noFill/>
          </a:ln>
        </p:spPr>
        <p:txBody>
          <a:bodyPr anchor="ctr" anchorCtr="1"/>
          <a:lstStyle/>
          <a:p>
            <a:pPr algn="ctr">
              <a:buNone/>
            </a:pPr>
            <a:r>
              <a:rPr lang="en-US" sz="900" b="1">
                <a:solidFill>
                  <a:srgbClr val="CC0000"/>
                </a:solidFill>
              </a:rPr>
              <a:t>2</a:t>
            </a:r>
          </a:p>
        </p:txBody>
      </p:sp>
      <p:sp>
        <p:nvSpPr>
          <p:cNvPr id="914" name="PortLabel_914"/>
          <p:cNvSpPr>
            <a:spLocks noGrp="1"/>
          </p:cNvSpPr>
          <p:nvPr/>
        </p:nvSpPr>
        <p:spPr>
          <a:xfrm>
            <a:off x="6264282" y="2498726"/>
            <a:ext cx="203200" cy="177800"/>
          </a:xfrm>
          <a:prstGeom prst="rect">
            <a:avLst/>
          </a:prstGeom>
          <a:noFill/>
          <a:ln>
            <a:noFill/>
          </a:ln>
        </p:spPr>
        <p:txBody>
          <a:bodyPr anchor="ctr" anchorCtr="1"/>
          <a:lstStyle/>
          <a:p>
            <a:pPr algn="ctr">
              <a:buNone/>
            </a:pPr>
            <a:r>
              <a:rPr lang="en-US" sz="900" b="1">
                <a:solidFill>
                  <a:srgbClr val="CC0000"/>
                </a:solidFill>
              </a:rPr>
              <a:t>3</a:t>
            </a:r>
          </a:p>
        </p:txBody>
      </p:sp>
      <p:sp>
        <p:nvSpPr>
          <p:cNvPr id="3" name="PortLabel_912">
            <a:extLst>
              <a:ext uri="{FF2B5EF4-FFF2-40B4-BE49-F238E27FC236}">
                <a16:creationId xmlns:a16="http://schemas.microsoft.com/office/drawing/2014/main" id="{BDE7BA44-D910-E5C0-E941-EEC212C5E7FB}"/>
              </a:ext>
            </a:extLst>
          </p:cNvPr>
          <p:cNvSpPr>
            <a:spLocks noGrp="1"/>
          </p:cNvSpPr>
          <p:nvPr/>
        </p:nvSpPr>
        <p:spPr>
          <a:xfrm>
            <a:off x="7119409" y="3308475"/>
            <a:ext cx="203200" cy="177800"/>
          </a:xfrm>
          <a:prstGeom prst="rect">
            <a:avLst/>
          </a:prstGeom>
          <a:noFill/>
          <a:ln>
            <a:noFill/>
          </a:ln>
        </p:spPr>
        <p:txBody>
          <a:bodyPr anchor="ctr" anchorCtr="1"/>
          <a:lstStyle/>
          <a:p>
            <a:pPr algn="ctr">
              <a:buNone/>
            </a:pPr>
            <a:r>
              <a:rPr lang="en-US" sz="900" b="1">
                <a:solidFill>
                  <a:srgbClr val="CC0000"/>
                </a:solidFill>
              </a:rPr>
              <a:t>1</a:t>
            </a:r>
          </a:p>
        </p:txBody>
      </p:sp>
      <p:sp>
        <p:nvSpPr>
          <p:cNvPr id="7" name="PortLabel_913">
            <a:extLst>
              <a:ext uri="{FF2B5EF4-FFF2-40B4-BE49-F238E27FC236}">
                <a16:creationId xmlns:a16="http://schemas.microsoft.com/office/drawing/2014/main" id="{2DD4F975-FC64-F68D-DAB5-F46CD4D443B6}"/>
              </a:ext>
            </a:extLst>
          </p:cNvPr>
          <p:cNvSpPr>
            <a:spLocks noGrp="1"/>
          </p:cNvSpPr>
          <p:nvPr/>
        </p:nvSpPr>
        <p:spPr>
          <a:xfrm>
            <a:off x="7580872" y="3396039"/>
            <a:ext cx="203200" cy="177800"/>
          </a:xfrm>
          <a:prstGeom prst="rect">
            <a:avLst/>
          </a:prstGeom>
          <a:noFill/>
          <a:ln>
            <a:noFill/>
          </a:ln>
        </p:spPr>
        <p:txBody>
          <a:bodyPr anchor="ctr" anchorCtr="1"/>
          <a:lstStyle/>
          <a:p>
            <a:pPr algn="ctr">
              <a:buNone/>
            </a:pPr>
            <a:r>
              <a:rPr lang="en-US" sz="900" b="1">
                <a:solidFill>
                  <a:srgbClr val="CC0000"/>
                </a:solidFill>
              </a:rPr>
              <a:t>2</a:t>
            </a:r>
          </a:p>
        </p:txBody>
      </p:sp>
      <p:sp>
        <p:nvSpPr>
          <p:cNvPr id="8" name="PortLabel_913">
            <a:extLst>
              <a:ext uri="{FF2B5EF4-FFF2-40B4-BE49-F238E27FC236}">
                <a16:creationId xmlns:a16="http://schemas.microsoft.com/office/drawing/2014/main" id="{4AE1D7B7-060C-4391-79D9-2B005E8ED4FE}"/>
              </a:ext>
            </a:extLst>
          </p:cNvPr>
          <p:cNvSpPr>
            <a:spLocks noGrp="1"/>
          </p:cNvSpPr>
          <p:nvPr/>
        </p:nvSpPr>
        <p:spPr>
          <a:xfrm>
            <a:off x="8011179" y="3194334"/>
            <a:ext cx="203200" cy="177800"/>
          </a:xfrm>
          <a:prstGeom prst="rect">
            <a:avLst/>
          </a:prstGeom>
          <a:noFill/>
          <a:ln>
            <a:noFill/>
          </a:ln>
        </p:spPr>
        <p:txBody>
          <a:bodyPr anchor="ctr" anchorCtr="1"/>
          <a:lstStyle/>
          <a:p>
            <a:pPr algn="ctr">
              <a:buNone/>
            </a:pPr>
            <a:r>
              <a:rPr lang="en-US" sz="900" b="1">
                <a:solidFill>
                  <a:srgbClr val="CC0000"/>
                </a:solidFill>
              </a:rPr>
              <a:t>3</a:t>
            </a:r>
          </a:p>
        </p:txBody>
      </p:sp>
    </p:spTree>
    <p:extLst>
      <p:ext uri="{BB962C8B-B14F-4D97-AF65-F5344CB8AC3E}">
        <p14:creationId xmlns:p14="http://schemas.microsoft.com/office/powerpoint/2010/main" val="957013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5719F-2814-5FB6-0E39-6627E50B3CE8}"/>
              </a:ext>
            </a:extLst>
          </p:cNvPr>
          <p:cNvSpPr>
            <a:spLocks noGrp="1"/>
          </p:cNvSpPr>
          <p:nvPr>
            <p:ph type="title"/>
          </p:nvPr>
        </p:nvSpPr>
        <p:spPr/>
        <p:txBody>
          <a:bodyPr/>
          <a:lstStyle/>
          <a:p>
            <a:r>
              <a:rPr lang="en-US"/>
              <a:t>What happens in case of a loop?</a:t>
            </a:r>
          </a:p>
        </p:txBody>
      </p:sp>
      <p:pic>
        <p:nvPicPr>
          <p:cNvPr id="7" name="Content Placeholder 6" descr="A diagram of a network&#10;&#10;Description automatically generated">
            <a:extLst>
              <a:ext uri="{FF2B5EF4-FFF2-40B4-BE49-F238E27FC236}">
                <a16:creationId xmlns:a16="http://schemas.microsoft.com/office/drawing/2014/main" id="{58C492BF-8B2D-DCF5-04B9-816684CE844D}"/>
              </a:ext>
            </a:extLst>
          </p:cNvPr>
          <p:cNvPicPr>
            <a:picLocks noGrp="1" noChangeAspect="1"/>
          </p:cNvPicPr>
          <p:nvPr>
            <p:ph sz="half" idx="1"/>
          </p:nvPr>
        </p:nvPicPr>
        <p:blipFill>
          <a:blip r:embed="rId3"/>
          <a:stretch>
            <a:fillRect/>
          </a:stretch>
        </p:blipFill>
        <p:spPr>
          <a:xfrm>
            <a:off x="1107562" y="2166725"/>
            <a:ext cx="5181600" cy="3619880"/>
          </a:xfrm>
        </p:spPr>
      </p:pic>
      <p:sp>
        <p:nvSpPr>
          <p:cNvPr id="4" name="Content Placeholder 3">
            <a:extLst>
              <a:ext uri="{FF2B5EF4-FFF2-40B4-BE49-F238E27FC236}">
                <a16:creationId xmlns:a16="http://schemas.microsoft.com/office/drawing/2014/main" id="{08EFA960-F1AF-672D-4459-63F710AC137B}"/>
              </a:ext>
            </a:extLst>
          </p:cNvPr>
          <p:cNvSpPr>
            <a:spLocks noGrp="1"/>
          </p:cNvSpPr>
          <p:nvPr>
            <p:ph sz="half" idx="2"/>
          </p:nvPr>
        </p:nvSpPr>
        <p:spPr>
          <a:xfrm>
            <a:off x="457199" y="814400"/>
            <a:ext cx="11858625" cy="5144229"/>
          </a:xfrm>
        </p:spPr>
        <p:txBody>
          <a:bodyPr>
            <a:normAutofit/>
          </a:bodyPr>
          <a:lstStyle/>
          <a:p>
            <a:pPr marL="463550" lvl="1" indent="0">
              <a:buNone/>
            </a:pPr>
            <a:endParaRPr lang="en-US" dirty="0"/>
          </a:p>
          <a:p>
            <a:pPr marL="0" indent="0">
              <a:buNone/>
            </a:pPr>
            <a:r>
              <a:rPr lang="en-US" dirty="0"/>
              <a:t>When host A sends a packet to B, the packets will circulate forever inside the network on all the switches because they forward it indefinitely</a:t>
            </a:r>
          </a:p>
          <a:p>
            <a:pPr lvl="1"/>
            <a:endParaRPr lang="en-US" dirty="0"/>
          </a:p>
          <a:p>
            <a:pPr lvl="1"/>
            <a:endParaRPr lang="en-US" dirty="0"/>
          </a:p>
        </p:txBody>
      </p:sp>
      <p:sp>
        <p:nvSpPr>
          <p:cNvPr id="6" name="TextBox 5">
            <a:extLst>
              <a:ext uri="{FF2B5EF4-FFF2-40B4-BE49-F238E27FC236}">
                <a16:creationId xmlns:a16="http://schemas.microsoft.com/office/drawing/2014/main" id="{7DC0667F-C8CC-34D3-C82D-0E58D45FF0FB}"/>
              </a:ext>
            </a:extLst>
          </p:cNvPr>
          <p:cNvSpPr txBox="1"/>
          <p:nvPr/>
        </p:nvSpPr>
        <p:spPr>
          <a:xfrm>
            <a:off x="619406" y="6211364"/>
            <a:ext cx="6157912" cy="461665"/>
          </a:xfrm>
          <a:prstGeom prst="rect">
            <a:avLst/>
          </a:prstGeom>
          <a:noFill/>
        </p:spPr>
        <p:txBody>
          <a:bodyPr wrap="square">
            <a:spAutoFit/>
          </a:bodyPr>
          <a:lstStyle/>
          <a:p>
            <a:r>
              <a:rPr lang="en-US" sz="2400" dirty="0">
                <a:solidFill>
                  <a:srgbClr val="C00000"/>
                </a:solidFill>
              </a:rPr>
              <a:t>How do we prevent packets from looping?  </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5AF5D26-D45F-4243-4696-5901A8BECDE2}"/>
                  </a:ext>
                </a:extLst>
              </p14:cNvPr>
              <p14:cNvContentPartPr/>
              <p14:nvPr/>
            </p14:nvContentPartPr>
            <p14:xfrm>
              <a:off x="1724400" y="2185200"/>
              <a:ext cx="10025640" cy="4396680"/>
            </p14:xfrm>
          </p:contentPart>
        </mc:Choice>
        <mc:Fallback xmlns="">
          <p:pic>
            <p:nvPicPr>
              <p:cNvPr id="3" name="Ink 2">
                <a:extLst>
                  <a:ext uri="{FF2B5EF4-FFF2-40B4-BE49-F238E27FC236}">
                    <a16:creationId xmlns:a16="http://schemas.microsoft.com/office/drawing/2014/main" id="{45AF5D26-D45F-4243-4696-5901A8BECDE2}"/>
                  </a:ext>
                </a:extLst>
              </p:cNvPr>
              <p:cNvPicPr/>
              <p:nvPr/>
            </p:nvPicPr>
            <p:blipFill>
              <a:blip r:embed="rId5"/>
              <a:stretch>
                <a:fillRect/>
              </a:stretch>
            </p:blipFill>
            <p:spPr>
              <a:xfrm>
                <a:off x="1715040" y="2175840"/>
                <a:ext cx="10044360" cy="4415400"/>
              </a:xfrm>
              <a:prstGeom prst="rect">
                <a:avLst/>
              </a:prstGeom>
            </p:spPr>
          </p:pic>
        </mc:Fallback>
      </mc:AlternateContent>
    </p:spTree>
    <p:extLst>
      <p:ext uri="{BB962C8B-B14F-4D97-AF65-F5344CB8AC3E}">
        <p14:creationId xmlns:p14="http://schemas.microsoft.com/office/powerpoint/2010/main" val="342742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5BE50-2120-7E87-CAF5-2D1DD6479248}"/>
              </a:ext>
            </a:extLst>
          </p:cNvPr>
          <p:cNvSpPr>
            <a:spLocks noGrp="1"/>
          </p:cNvSpPr>
          <p:nvPr>
            <p:ph type="title"/>
          </p:nvPr>
        </p:nvSpPr>
        <p:spPr/>
        <p:txBody>
          <a:bodyPr/>
          <a:lstStyle/>
          <a:p>
            <a:r>
              <a:rPr lang="en-US" dirty="0"/>
              <a:t>Break the Loop (Logically) </a:t>
            </a:r>
          </a:p>
        </p:txBody>
      </p:sp>
      <p:sp>
        <p:nvSpPr>
          <p:cNvPr id="3" name="Content Placeholder 2">
            <a:extLst>
              <a:ext uri="{FF2B5EF4-FFF2-40B4-BE49-F238E27FC236}">
                <a16:creationId xmlns:a16="http://schemas.microsoft.com/office/drawing/2014/main" id="{1DCC96FC-C3D0-5557-8096-D09F7C46BF90}"/>
              </a:ext>
            </a:extLst>
          </p:cNvPr>
          <p:cNvSpPr>
            <a:spLocks noGrp="1"/>
          </p:cNvSpPr>
          <p:nvPr>
            <p:ph sz="half" idx="1"/>
          </p:nvPr>
        </p:nvSpPr>
        <p:spPr>
          <a:xfrm>
            <a:off x="386798" y="1062416"/>
            <a:ext cx="10612896" cy="894617"/>
          </a:xfrm>
        </p:spPr>
        <p:txBody>
          <a:bodyPr>
            <a:normAutofit fontScale="77500" lnSpcReduction="20000"/>
          </a:bodyPr>
          <a:lstStyle/>
          <a:p>
            <a:pPr marL="0" indent="0">
              <a:buNone/>
            </a:pPr>
            <a:r>
              <a:rPr lang="en-US" b="1" dirty="0"/>
              <a:t>Idea</a:t>
            </a:r>
            <a:r>
              <a:rPr lang="en-US" dirty="0"/>
              <a:t>: All nodes should be connected but there should be no cycles</a:t>
            </a:r>
          </a:p>
          <a:p>
            <a:pPr lvl="1"/>
            <a:r>
              <a:rPr lang="en-US" dirty="0"/>
              <a:t>Spanning tree: subgraph that covers all vertices but contains no cycles</a:t>
            </a:r>
          </a:p>
          <a:p>
            <a:pPr lvl="1"/>
            <a:r>
              <a:rPr lang="en-US" dirty="0"/>
              <a:t>Switches will only forward on ports lying on the spanning tree</a:t>
            </a:r>
          </a:p>
          <a:p>
            <a:pPr marL="457200" lvl="1" indent="0">
              <a:buNone/>
            </a:pPr>
            <a:endParaRPr lang="en-US" dirty="0"/>
          </a:p>
        </p:txBody>
      </p:sp>
      <p:pic>
        <p:nvPicPr>
          <p:cNvPr id="7" name="Content Placeholder 6" descr="A network diagram with circles and lines&#10;&#10;Description automatically generated">
            <a:extLst>
              <a:ext uri="{FF2B5EF4-FFF2-40B4-BE49-F238E27FC236}">
                <a16:creationId xmlns:a16="http://schemas.microsoft.com/office/drawing/2014/main" id="{78FF8E24-28DA-2D90-4E0F-D8D7A0291B02}"/>
              </a:ext>
            </a:extLst>
          </p:cNvPr>
          <p:cNvPicPr>
            <a:picLocks noGrp="1" noChangeAspect="1"/>
          </p:cNvPicPr>
          <p:nvPr>
            <p:ph sz="half" idx="2"/>
          </p:nvPr>
        </p:nvPicPr>
        <p:blipFill>
          <a:blip r:embed="rId3"/>
          <a:stretch>
            <a:fillRect/>
          </a:stretch>
        </p:blipFill>
        <p:spPr>
          <a:xfrm>
            <a:off x="2006060" y="2338001"/>
            <a:ext cx="2933700" cy="2781300"/>
          </a:xfrm>
        </p:spPr>
      </p:pic>
      <p:pic>
        <p:nvPicPr>
          <p:cNvPr id="9" name="Picture 8" descr="A network diagram with circles and lines&#10;&#10;Description automatically generated">
            <a:extLst>
              <a:ext uri="{FF2B5EF4-FFF2-40B4-BE49-F238E27FC236}">
                <a16:creationId xmlns:a16="http://schemas.microsoft.com/office/drawing/2014/main" id="{C7ABA3FB-BBE6-F682-6805-F5FC2F913221}"/>
              </a:ext>
            </a:extLst>
          </p:cNvPr>
          <p:cNvPicPr>
            <a:picLocks noChangeAspect="1"/>
          </p:cNvPicPr>
          <p:nvPr/>
        </p:nvPicPr>
        <p:blipFill>
          <a:blip r:embed="rId4"/>
          <a:stretch>
            <a:fillRect/>
          </a:stretch>
        </p:blipFill>
        <p:spPr>
          <a:xfrm>
            <a:off x="6107621" y="2338001"/>
            <a:ext cx="2933700" cy="2717800"/>
          </a:xfrm>
          <a:prstGeom prst="rect">
            <a:avLst/>
          </a:prstGeom>
        </p:spPr>
      </p:pic>
      <p:cxnSp>
        <p:nvCxnSpPr>
          <p:cNvPr id="11" name="Straight Arrow Connector 10">
            <a:extLst>
              <a:ext uri="{FF2B5EF4-FFF2-40B4-BE49-F238E27FC236}">
                <a16:creationId xmlns:a16="http://schemas.microsoft.com/office/drawing/2014/main" id="{C29AEFDF-4972-55B2-1B31-C16494CD6774}"/>
              </a:ext>
            </a:extLst>
          </p:cNvPr>
          <p:cNvCxnSpPr>
            <a:stCxn id="7" idx="3"/>
          </p:cNvCxnSpPr>
          <p:nvPr/>
        </p:nvCxnSpPr>
        <p:spPr>
          <a:xfrm>
            <a:off x="4939760" y="3728651"/>
            <a:ext cx="142543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3" name="Content Placeholder 2">
            <a:extLst>
              <a:ext uri="{FF2B5EF4-FFF2-40B4-BE49-F238E27FC236}">
                <a16:creationId xmlns:a16="http://schemas.microsoft.com/office/drawing/2014/main" id="{205AED43-5B3C-AFAF-F2DE-D486BD7A5133}"/>
              </a:ext>
            </a:extLst>
          </p:cNvPr>
          <p:cNvSpPr txBox="1">
            <a:spLocks/>
          </p:cNvSpPr>
          <p:nvPr/>
        </p:nvSpPr>
        <p:spPr>
          <a:xfrm>
            <a:off x="457200" y="5311230"/>
            <a:ext cx="9347741" cy="1126329"/>
          </a:xfrm>
          <a:prstGeom prst="rect">
            <a:avLst/>
          </a:prstGeom>
        </p:spPr>
        <p:txBody>
          <a:bodyPr vert="horz" lIns="91440" tIns="45720" rIns="91440" bIns="45720" rtlCol="0" anchor="t">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dirty="0"/>
              <a:t>Requirement: </a:t>
            </a:r>
            <a:r>
              <a:rPr lang="en-US" sz="2200" dirty="0"/>
              <a:t>distributed algorithm</a:t>
            </a:r>
          </a:p>
          <a:p>
            <a:pPr lvl="1"/>
            <a:r>
              <a:rPr lang="en-US" sz="1800" b="1" dirty="0"/>
              <a:t>Challenge: </a:t>
            </a:r>
            <a:r>
              <a:rPr lang="en-US" sz="1800" dirty="0"/>
              <a:t>How to create the </a:t>
            </a:r>
            <a:r>
              <a:rPr lang="en-US" sz="1800" dirty="0">
                <a:solidFill>
                  <a:srgbClr val="FF0000"/>
                </a:solidFill>
              </a:rPr>
              <a:t>same spanning tree</a:t>
            </a:r>
            <a:r>
              <a:rPr lang="en-US" sz="1800" dirty="0"/>
              <a:t> in a </a:t>
            </a:r>
            <a:r>
              <a:rPr lang="en-US" sz="1800" dirty="0">
                <a:solidFill>
                  <a:srgbClr val="FF0000"/>
                </a:solidFill>
              </a:rPr>
              <a:t>distributed manner</a:t>
            </a:r>
            <a:endParaRPr lang="en-US" sz="1800" dirty="0">
              <a:solidFill>
                <a:srgbClr val="FF0000"/>
              </a:solidFill>
              <a:ea typeface="Calibri"/>
              <a:cs typeface="Calibri"/>
            </a:endParaRPr>
          </a:p>
        </p:txBody>
      </p:sp>
      <p:sp>
        <p:nvSpPr>
          <p:cNvPr id="5" name="TextBox 4">
            <a:extLst>
              <a:ext uri="{FF2B5EF4-FFF2-40B4-BE49-F238E27FC236}">
                <a16:creationId xmlns:a16="http://schemas.microsoft.com/office/drawing/2014/main" id="{C6752C36-CFBC-F525-D68E-470D5E11FF52}"/>
              </a:ext>
            </a:extLst>
          </p:cNvPr>
          <p:cNvSpPr txBox="1"/>
          <p:nvPr/>
        </p:nvSpPr>
        <p:spPr>
          <a:xfrm>
            <a:off x="999985" y="1948435"/>
            <a:ext cx="6157912" cy="461665"/>
          </a:xfrm>
          <a:prstGeom prst="rect">
            <a:avLst/>
          </a:prstGeom>
          <a:noFill/>
        </p:spPr>
        <p:txBody>
          <a:bodyPr wrap="square">
            <a:spAutoFit/>
          </a:bodyPr>
          <a:lstStyle/>
          <a:p>
            <a:r>
              <a:rPr lang="en-US" sz="2400" dirty="0">
                <a:solidFill>
                  <a:srgbClr val="C00000"/>
                </a:solidFill>
              </a:rPr>
              <a:t>How to create the spanning tree?</a:t>
            </a:r>
          </a:p>
        </p:txBody>
      </p:sp>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69C2A63B-36C3-2076-144E-4581DA4B7611}"/>
                  </a:ext>
                </a:extLst>
              </p14:cNvPr>
              <p14:cNvContentPartPr/>
              <p14:nvPr/>
            </p14:nvContentPartPr>
            <p14:xfrm>
              <a:off x="786960" y="1953360"/>
              <a:ext cx="9359640" cy="2822400"/>
            </p14:xfrm>
          </p:contentPart>
        </mc:Choice>
        <mc:Fallback xmlns="">
          <p:pic>
            <p:nvPicPr>
              <p:cNvPr id="4" name="Ink 3">
                <a:extLst>
                  <a:ext uri="{FF2B5EF4-FFF2-40B4-BE49-F238E27FC236}">
                    <a16:creationId xmlns:a16="http://schemas.microsoft.com/office/drawing/2014/main" id="{69C2A63B-36C3-2076-144E-4581DA4B7611}"/>
                  </a:ext>
                </a:extLst>
              </p:cNvPr>
              <p:cNvPicPr/>
              <p:nvPr/>
            </p:nvPicPr>
            <p:blipFill>
              <a:blip r:embed="rId6"/>
              <a:stretch>
                <a:fillRect/>
              </a:stretch>
            </p:blipFill>
            <p:spPr>
              <a:xfrm>
                <a:off x="777600" y="1944000"/>
                <a:ext cx="9378360" cy="2841120"/>
              </a:xfrm>
              <a:prstGeom prst="rect">
                <a:avLst/>
              </a:prstGeom>
            </p:spPr>
          </p:pic>
        </mc:Fallback>
      </mc:AlternateContent>
    </p:spTree>
    <p:extLst>
      <p:ext uri="{BB962C8B-B14F-4D97-AF65-F5344CB8AC3E}">
        <p14:creationId xmlns:p14="http://schemas.microsoft.com/office/powerpoint/2010/main" val="234710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74551-F9D2-D04C-07F6-8E12FBA75B75}"/>
              </a:ext>
            </a:extLst>
          </p:cNvPr>
          <p:cNvSpPr>
            <a:spLocks noGrp="1"/>
          </p:cNvSpPr>
          <p:nvPr>
            <p:ph type="title"/>
          </p:nvPr>
        </p:nvSpPr>
        <p:spPr/>
        <p:txBody>
          <a:bodyPr/>
          <a:lstStyle/>
          <a:p>
            <a:r>
              <a:rPr lang="en-US" dirty="0"/>
              <a:t>Distributed Spanning Tree Algorithm: Key Idea</a:t>
            </a:r>
          </a:p>
        </p:txBody>
      </p:sp>
      <p:sp>
        <p:nvSpPr>
          <p:cNvPr id="7" name="Text Placeholder 6">
            <a:extLst>
              <a:ext uri="{FF2B5EF4-FFF2-40B4-BE49-F238E27FC236}">
                <a16:creationId xmlns:a16="http://schemas.microsoft.com/office/drawing/2014/main" id="{5E33EADA-816D-7156-14E6-B9034872FC57}"/>
              </a:ext>
            </a:extLst>
          </p:cNvPr>
          <p:cNvSpPr>
            <a:spLocks noGrp="1"/>
          </p:cNvSpPr>
          <p:nvPr>
            <p:ph type="body" idx="1"/>
          </p:nvPr>
        </p:nvSpPr>
        <p:spPr>
          <a:xfrm>
            <a:off x="415600" y="1536633"/>
            <a:ext cx="10900100" cy="4555200"/>
          </a:xfrm>
        </p:spPr>
        <p:txBody>
          <a:bodyPr/>
          <a:lstStyle/>
          <a:p>
            <a:pPr marL="342900" indent="-342900">
              <a:buFont typeface="Arial"/>
              <a:buChar char="•"/>
            </a:pPr>
            <a:r>
              <a:rPr lang="en-US" dirty="0"/>
              <a:t>All switches pick a common “root” switch — whichever has the lowest Ethernet address (assumes unique addresses)</a:t>
            </a:r>
          </a:p>
          <a:p>
            <a:pPr marL="342900" indent="-342900">
              <a:buFont typeface="Arial"/>
              <a:buChar char="•"/>
            </a:pPr>
            <a:endParaRPr lang="en-US" dirty="0"/>
          </a:p>
          <a:p>
            <a:pPr marL="342900" indent="-342900">
              <a:buFont typeface="Arial"/>
              <a:buChar char="•"/>
            </a:pPr>
            <a:r>
              <a:rPr lang="en-US" dirty="0"/>
              <a:t>All other switches select the shortest path to that root switch; any links not on the shortest path of at least one switch are removed</a:t>
            </a:r>
          </a:p>
          <a:p>
            <a:pPr marL="342900" indent="-342900">
              <a:buFont typeface="Arial"/>
              <a:buChar char="•"/>
            </a:pPr>
            <a:endParaRPr lang="en-US" dirty="0"/>
          </a:p>
          <a:p>
            <a:pPr marL="342900" indent="-342900">
              <a:buFont typeface="Arial"/>
              <a:buChar char="•"/>
            </a:pPr>
            <a:r>
              <a:rPr lang="en-US" dirty="0"/>
              <a:t>Tie-break: pick the hop with the lower MAC address</a:t>
            </a:r>
          </a:p>
          <a:p>
            <a:pPr marL="342900" indent="-342900">
              <a:buFont typeface="Arial"/>
              <a:buChar char="•"/>
            </a:pPr>
            <a:endParaRPr lang="en-US" dirty="0"/>
          </a:p>
          <a:p>
            <a:pPr marL="342900" indent="-342900">
              <a:buFont typeface="Arial"/>
              <a:buChar char="•"/>
            </a:pPr>
            <a:r>
              <a:rPr lang="en-US" dirty="0"/>
              <a:t>If information is stale, timeout so that if a link fails a different tree is chosen</a:t>
            </a:r>
          </a:p>
        </p:txBody>
      </p:sp>
      <p:sp>
        <p:nvSpPr>
          <p:cNvPr id="6" name="Slide Number Placeholder 5">
            <a:extLst>
              <a:ext uri="{FF2B5EF4-FFF2-40B4-BE49-F238E27FC236}">
                <a16:creationId xmlns:a16="http://schemas.microsoft.com/office/drawing/2014/main" id="{59CDF9AC-4D6D-5CBC-8742-FAF256137E1D}"/>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pPr/>
              <a:t>13</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5A645E0-9269-ACCF-968C-E78A876809D3}"/>
                  </a:ext>
                </a:extLst>
              </p14:cNvPr>
              <p14:cNvContentPartPr/>
              <p14:nvPr/>
            </p14:nvContentPartPr>
            <p14:xfrm>
              <a:off x="9496080" y="3442320"/>
              <a:ext cx="1176840" cy="600840"/>
            </p14:xfrm>
          </p:contentPart>
        </mc:Choice>
        <mc:Fallback xmlns="">
          <p:pic>
            <p:nvPicPr>
              <p:cNvPr id="3" name="Ink 2">
                <a:extLst>
                  <a:ext uri="{FF2B5EF4-FFF2-40B4-BE49-F238E27FC236}">
                    <a16:creationId xmlns:a16="http://schemas.microsoft.com/office/drawing/2014/main" id="{55A645E0-9269-ACCF-968C-E78A876809D3}"/>
                  </a:ext>
                </a:extLst>
              </p:cNvPr>
              <p:cNvPicPr/>
              <p:nvPr/>
            </p:nvPicPr>
            <p:blipFill>
              <a:blip r:embed="rId3"/>
              <a:stretch>
                <a:fillRect/>
              </a:stretch>
            </p:blipFill>
            <p:spPr>
              <a:xfrm>
                <a:off x="9486720" y="3432960"/>
                <a:ext cx="1195560" cy="619560"/>
              </a:xfrm>
              <a:prstGeom prst="rect">
                <a:avLst/>
              </a:prstGeom>
            </p:spPr>
          </p:pic>
        </mc:Fallback>
      </mc:AlternateContent>
    </p:spTree>
    <p:extLst>
      <p:ext uri="{BB962C8B-B14F-4D97-AF65-F5344CB8AC3E}">
        <p14:creationId xmlns:p14="http://schemas.microsoft.com/office/powerpoint/2010/main" val="4167768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4352D-CD3D-E9E1-BE0A-110CE086C0E0}"/>
              </a:ext>
            </a:extLst>
          </p:cNvPr>
          <p:cNvSpPr>
            <a:spLocks noGrp="1"/>
          </p:cNvSpPr>
          <p:nvPr>
            <p:ph type="title"/>
          </p:nvPr>
        </p:nvSpPr>
        <p:spPr/>
        <p:txBody>
          <a:bodyPr/>
          <a:lstStyle/>
          <a:p>
            <a:r>
              <a:rPr lang="en-US" dirty="0"/>
              <a:t>STP (Details)</a:t>
            </a:r>
          </a:p>
        </p:txBody>
      </p:sp>
      <p:sp>
        <p:nvSpPr>
          <p:cNvPr id="3" name="Content Placeholder 2">
            <a:extLst>
              <a:ext uri="{FF2B5EF4-FFF2-40B4-BE49-F238E27FC236}">
                <a16:creationId xmlns:a16="http://schemas.microsoft.com/office/drawing/2014/main" id="{6C6A9DB8-A607-54A5-68A8-2B3871DF6151}"/>
              </a:ext>
            </a:extLst>
          </p:cNvPr>
          <p:cNvSpPr>
            <a:spLocks noGrp="1"/>
          </p:cNvSpPr>
          <p:nvPr>
            <p:ph sz="half" idx="1"/>
          </p:nvPr>
        </p:nvSpPr>
        <p:spPr>
          <a:xfrm>
            <a:off x="614520" y="1253331"/>
            <a:ext cx="5181600" cy="4351338"/>
          </a:xfrm>
        </p:spPr>
        <p:txBody>
          <a:bodyPr>
            <a:normAutofit/>
          </a:bodyPr>
          <a:lstStyle/>
          <a:p>
            <a:r>
              <a:rPr lang="en-US" dirty="0"/>
              <a:t>Initially, each switch thinks it is the root</a:t>
            </a:r>
          </a:p>
          <a:p>
            <a:pPr lvl="1"/>
            <a:r>
              <a:rPr lang="en-US" dirty="0"/>
              <a:t>Tell its neighbors that I have a path to the root (me) with 0 hops</a:t>
            </a:r>
          </a:p>
          <a:p>
            <a:pPr lvl="1"/>
            <a:r>
              <a:rPr lang="en-US" dirty="0"/>
              <a:t>When receives message from a smaller switch ID, stop generating own configuration messages</a:t>
            </a:r>
          </a:p>
          <a:p>
            <a:pPr lvl="1"/>
            <a:endParaRPr lang="en-US" dirty="0"/>
          </a:p>
          <a:p>
            <a:pPr lvl="1"/>
            <a:endParaRPr lang="en-US" dirty="0"/>
          </a:p>
          <a:p>
            <a:endParaRPr lang="en-US" dirty="0"/>
          </a:p>
          <a:p>
            <a:pPr marL="463550" lvl="1" indent="0">
              <a:buNone/>
            </a:pP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22D2029-9F3E-677A-9531-BBB23DD8B76E}"/>
                  </a:ext>
                </a:extLst>
              </p14:cNvPr>
              <p14:cNvContentPartPr/>
              <p14:nvPr/>
            </p14:nvContentPartPr>
            <p14:xfrm>
              <a:off x="8109916" y="1674289"/>
              <a:ext cx="2219400" cy="1744920"/>
            </p14:xfrm>
          </p:contentPart>
        </mc:Choice>
        <mc:Fallback xmlns="">
          <p:pic>
            <p:nvPicPr>
              <p:cNvPr id="4" name="Ink 3">
                <a:extLst>
                  <a:ext uri="{FF2B5EF4-FFF2-40B4-BE49-F238E27FC236}">
                    <a16:creationId xmlns:a16="http://schemas.microsoft.com/office/drawing/2014/main" id="{D22D2029-9F3E-677A-9531-BBB23DD8B76E}"/>
                  </a:ext>
                </a:extLst>
              </p:cNvPr>
              <p:cNvPicPr/>
              <p:nvPr/>
            </p:nvPicPr>
            <p:blipFill>
              <a:blip r:embed="rId3"/>
              <a:stretch>
                <a:fillRect/>
              </a:stretch>
            </p:blipFill>
            <p:spPr>
              <a:xfrm>
                <a:off x="8094433" y="1658806"/>
                <a:ext cx="2250005" cy="177552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924B84B3-D9BE-1D60-1CBB-60920A8D6325}"/>
                  </a:ext>
                </a:extLst>
              </p14:cNvPr>
              <p14:cNvContentPartPr/>
              <p14:nvPr/>
            </p14:nvContentPartPr>
            <p14:xfrm>
              <a:off x="9739636" y="1398889"/>
              <a:ext cx="367920" cy="191520"/>
            </p14:xfrm>
          </p:contentPart>
        </mc:Choice>
        <mc:Fallback xmlns="">
          <p:pic>
            <p:nvPicPr>
              <p:cNvPr id="7" name="Ink 6">
                <a:extLst>
                  <a:ext uri="{FF2B5EF4-FFF2-40B4-BE49-F238E27FC236}">
                    <a16:creationId xmlns:a16="http://schemas.microsoft.com/office/drawing/2014/main" id="{924B84B3-D9BE-1D60-1CBB-60920A8D6325}"/>
                  </a:ext>
                </a:extLst>
              </p:cNvPr>
              <p:cNvPicPr/>
              <p:nvPr/>
            </p:nvPicPr>
            <p:blipFill>
              <a:blip r:embed="rId5"/>
              <a:stretch>
                <a:fillRect/>
              </a:stretch>
            </p:blipFill>
            <p:spPr>
              <a:xfrm>
                <a:off x="9724141" y="1383409"/>
                <a:ext cx="39855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D105FE60-5F04-9FB0-22CB-4DC9D968515C}"/>
                  </a:ext>
                </a:extLst>
              </p14:cNvPr>
              <p14:cNvContentPartPr/>
              <p14:nvPr/>
            </p14:nvContentPartPr>
            <p14:xfrm>
              <a:off x="8087236" y="1360729"/>
              <a:ext cx="252720" cy="199080"/>
            </p14:xfrm>
          </p:contentPart>
        </mc:Choice>
        <mc:Fallback xmlns="">
          <p:pic>
            <p:nvPicPr>
              <p:cNvPr id="8" name="Ink 7">
                <a:extLst>
                  <a:ext uri="{FF2B5EF4-FFF2-40B4-BE49-F238E27FC236}">
                    <a16:creationId xmlns:a16="http://schemas.microsoft.com/office/drawing/2014/main" id="{D105FE60-5F04-9FB0-22CB-4DC9D968515C}"/>
                  </a:ext>
                </a:extLst>
              </p:cNvPr>
              <p:cNvPicPr/>
              <p:nvPr/>
            </p:nvPicPr>
            <p:blipFill>
              <a:blip r:embed="rId7"/>
              <a:stretch>
                <a:fillRect/>
              </a:stretch>
            </p:blipFill>
            <p:spPr>
              <a:xfrm>
                <a:off x="8071756" y="1345277"/>
                <a:ext cx="283320" cy="22962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26F020B2-6EF9-F806-EAF2-BCEF0B2C958F}"/>
                  </a:ext>
                </a:extLst>
              </p14:cNvPr>
              <p14:cNvContentPartPr/>
              <p14:nvPr/>
            </p14:nvContentPartPr>
            <p14:xfrm>
              <a:off x="10420396" y="2998009"/>
              <a:ext cx="299160" cy="203400"/>
            </p14:xfrm>
          </p:contentPart>
        </mc:Choice>
        <mc:Fallback xmlns="">
          <p:pic>
            <p:nvPicPr>
              <p:cNvPr id="9" name="Ink 8">
                <a:extLst>
                  <a:ext uri="{FF2B5EF4-FFF2-40B4-BE49-F238E27FC236}">
                    <a16:creationId xmlns:a16="http://schemas.microsoft.com/office/drawing/2014/main" id="{26F020B2-6EF9-F806-EAF2-BCEF0B2C958F}"/>
                  </a:ext>
                </a:extLst>
              </p:cNvPr>
              <p:cNvPicPr/>
              <p:nvPr/>
            </p:nvPicPr>
            <p:blipFill>
              <a:blip r:embed="rId9"/>
              <a:stretch>
                <a:fillRect/>
              </a:stretch>
            </p:blipFill>
            <p:spPr>
              <a:xfrm>
                <a:off x="10404897" y="2982556"/>
                <a:ext cx="329797" cy="233946"/>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350C5EC9-35FE-3907-2BCD-8EDA32EE9F96}"/>
                  </a:ext>
                </a:extLst>
              </p14:cNvPr>
              <p14:cNvContentPartPr/>
              <p14:nvPr/>
            </p14:nvContentPartPr>
            <p14:xfrm>
              <a:off x="7658836" y="3289295"/>
              <a:ext cx="267840" cy="222120"/>
            </p14:xfrm>
          </p:contentPart>
        </mc:Choice>
        <mc:Fallback xmlns="">
          <p:pic>
            <p:nvPicPr>
              <p:cNvPr id="10" name="Ink 9">
                <a:extLst>
                  <a:ext uri="{FF2B5EF4-FFF2-40B4-BE49-F238E27FC236}">
                    <a16:creationId xmlns:a16="http://schemas.microsoft.com/office/drawing/2014/main" id="{350C5EC9-35FE-3907-2BCD-8EDA32EE9F96}"/>
                  </a:ext>
                </a:extLst>
              </p:cNvPr>
              <p:cNvPicPr/>
              <p:nvPr/>
            </p:nvPicPr>
            <p:blipFill>
              <a:blip r:embed="rId11"/>
              <a:stretch>
                <a:fillRect/>
              </a:stretch>
            </p:blipFill>
            <p:spPr>
              <a:xfrm>
                <a:off x="7643377" y="3273840"/>
                <a:ext cx="298399" cy="25267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Ink 4">
                <a:extLst>
                  <a:ext uri="{FF2B5EF4-FFF2-40B4-BE49-F238E27FC236}">
                    <a16:creationId xmlns:a16="http://schemas.microsoft.com/office/drawing/2014/main" id="{D8782999-A2E9-1D9B-D993-61A7F8E5DA27}"/>
                  </a:ext>
                </a:extLst>
              </p14:cNvPr>
              <p14:cNvContentPartPr/>
              <p14:nvPr/>
            </p14:nvContentPartPr>
            <p14:xfrm>
              <a:off x="6163200" y="55080"/>
              <a:ext cx="5829840" cy="6455160"/>
            </p14:xfrm>
          </p:contentPart>
        </mc:Choice>
        <mc:Fallback xmlns="">
          <p:pic>
            <p:nvPicPr>
              <p:cNvPr id="5" name="Ink 4">
                <a:extLst>
                  <a:ext uri="{FF2B5EF4-FFF2-40B4-BE49-F238E27FC236}">
                    <a16:creationId xmlns:a16="http://schemas.microsoft.com/office/drawing/2014/main" id="{D8782999-A2E9-1D9B-D993-61A7F8E5DA27}"/>
                  </a:ext>
                </a:extLst>
              </p:cNvPr>
              <p:cNvPicPr/>
              <p:nvPr/>
            </p:nvPicPr>
            <p:blipFill>
              <a:blip r:embed="rId13"/>
              <a:stretch>
                <a:fillRect/>
              </a:stretch>
            </p:blipFill>
            <p:spPr>
              <a:xfrm>
                <a:off x="6153840" y="45720"/>
                <a:ext cx="5848560" cy="6473880"/>
              </a:xfrm>
              <a:prstGeom prst="rect">
                <a:avLst/>
              </a:prstGeom>
            </p:spPr>
          </p:pic>
        </mc:Fallback>
      </mc:AlternateContent>
    </p:spTree>
    <p:extLst>
      <p:ext uri="{BB962C8B-B14F-4D97-AF65-F5344CB8AC3E}">
        <p14:creationId xmlns:p14="http://schemas.microsoft.com/office/powerpoint/2010/main" val="395391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EAE4C-2C61-9F3F-2190-C541A512F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D5A68-4CFE-C7A9-5715-B8CA61ED8701}"/>
              </a:ext>
            </a:extLst>
          </p:cNvPr>
          <p:cNvSpPr>
            <a:spLocks noGrp="1"/>
          </p:cNvSpPr>
          <p:nvPr>
            <p:ph type="title"/>
          </p:nvPr>
        </p:nvSpPr>
        <p:spPr/>
        <p:txBody>
          <a:bodyPr/>
          <a:lstStyle/>
          <a:p>
            <a:r>
              <a:rPr lang="en-US" dirty="0"/>
              <a:t>STP (Details)</a:t>
            </a:r>
          </a:p>
        </p:txBody>
      </p:sp>
      <p:sp>
        <p:nvSpPr>
          <p:cNvPr id="3" name="Content Placeholder 2">
            <a:extLst>
              <a:ext uri="{FF2B5EF4-FFF2-40B4-BE49-F238E27FC236}">
                <a16:creationId xmlns:a16="http://schemas.microsoft.com/office/drawing/2014/main" id="{66F64B1A-71F9-77AC-3592-48EC0D47CFA6}"/>
              </a:ext>
            </a:extLst>
          </p:cNvPr>
          <p:cNvSpPr>
            <a:spLocks noGrp="1"/>
          </p:cNvSpPr>
          <p:nvPr>
            <p:ph sz="half" idx="1"/>
          </p:nvPr>
        </p:nvSpPr>
        <p:spPr>
          <a:xfrm>
            <a:off x="614520" y="1253331"/>
            <a:ext cx="5181600" cy="4351338"/>
          </a:xfrm>
        </p:spPr>
        <p:txBody>
          <a:bodyPr>
            <a:normAutofit fontScale="77500" lnSpcReduction="20000"/>
          </a:bodyPr>
          <a:lstStyle/>
          <a:p>
            <a:r>
              <a:rPr lang="en-US" dirty="0"/>
              <a:t>Initially, each switch thinks it is the root</a:t>
            </a:r>
          </a:p>
          <a:p>
            <a:pPr lvl="1"/>
            <a:r>
              <a:rPr lang="en-US" dirty="0"/>
              <a:t>Tell its neighbors that I have a path to the root (me) with 0 hops</a:t>
            </a:r>
          </a:p>
          <a:p>
            <a:pPr lvl="1"/>
            <a:r>
              <a:rPr lang="en-US" dirty="0"/>
              <a:t>When receives message from a smaller switch ID, stop generating own configuration messages</a:t>
            </a:r>
          </a:p>
          <a:p>
            <a:pPr lvl="1"/>
            <a:endParaRPr lang="en-US" dirty="0"/>
          </a:p>
          <a:p>
            <a:r>
              <a:rPr lang="en-US" dirty="0"/>
              <a:t>If someone else is the root</a:t>
            </a:r>
          </a:p>
          <a:p>
            <a:pPr lvl="1"/>
            <a:r>
              <a:rPr lang="en-US" dirty="0"/>
              <a:t>Keep track of the shortest path to X that anyone has advertised</a:t>
            </a:r>
          </a:p>
          <a:p>
            <a:pPr lvl="1"/>
            <a:r>
              <a:rPr lang="en-US" dirty="0"/>
              <a:t>Tell all my neighbors except the one with better path about this shortest path to X</a:t>
            </a:r>
          </a:p>
          <a:p>
            <a:pPr lvl="1"/>
            <a:r>
              <a:rPr lang="en-US" dirty="0"/>
              <a:t>If someone else advertises a path to X that is shorter than mine, update my idea of a shortest path. Re-advertise</a:t>
            </a:r>
          </a:p>
          <a:p>
            <a:pPr lvl="1"/>
            <a:endParaRPr lang="en-US" dirty="0"/>
          </a:p>
          <a:p>
            <a:endParaRPr lang="en-US" dirty="0"/>
          </a:p>
          <a:p>
            <a:pPr marL="463550" lvl="1" indent="0">
              <a:buNone/>
            </a:pP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D729DA9-F94D-347B-94B2-A19594376DB5}"/>
                  </a:ext>
                </a:extLst>
              </p14:cNvPr>
              <p14:cNvContentPartPr/>
              <p14:nvPr/>
            </p14:nvContentPartPr>
            <p14:xfrm>
              <a:off x="8109916" y="1674289"/>
              <a:ext cx="2219400" cy="1744920"/>
            </p14:xfrm>
          </p:contentPart>
        </mc:Choice>
        <mc:Fallback xmlns="">
          <p:pic>
            <p:nvPicPr>
              <p:cNvPr id="4" name="Ink 3">
                <a:extLst>
                  <a:ext uri="{FF2B5EF4-FFF2-40B4-BE49-F238E27FC236}">
                    <a16:creationId xmlns:a16="http://schemas.microsoft.com/office/drawing/2014/main" id="{DD729DA9-F94D-347B-94B2-A19594376DB5}"/>
                  </a:ext>
                </a:extLst>
              </p:cNvPr>
              <p:cNvPicPr/>
              <p:nvPr/>
            </p:nvPicPr>
            <p:blipFill>
              <a:blip r:embed="rId3"/>
              <a:stretch>
                <a:fillRect/>
              </a:stretch>
            </p:blipFill>
            <p:spPr>
              <a:xfrm>
                <a:off x="8094433" y="1658806"/>
                <a:ext cx="2250005" cy="177552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CD5B6299-ED39-F5CC-89D9-CBD656B56410}"/>
                  </a:ext>
                </a:extLst>
              </p14:cNvPr>
              <p14:cNvContentPartPr/>
              <p14:nvPr/>
            </p14:nvContentPartPr>
            <p14:xfrm>
              <a:off x="9739636" y="1398889"/>
              <a:ext cx="367920" cy="191520"/>
            </p14:xfrm>
          </p:contentPart>
        </mc:Choice>
        <mc:Fallback xmlns="">
          <p:pic>
            <p:nvPicPr>
              <p:cNvPr id="7" name="Ink 6">
                <a:extLst>
                  <a:ext uri="{FF2B5EF4-FFF2-40B4-BE49-F238E27FC236}">
                    <a16:creationId xmlns:a16="http://schemas.microsoft.com/office/drawing/2014/main" id="{CD5B6299-ED39-F5CC-89D9-CBD656B56410}"/>
                  </a:ext>
                </a:extLst>
              </p:cNvPr>
              <p:cNvPicPr/>
              <p:nvPr/>
            </p:nvPicPr>
            <p:blipFill>
              <a:blip r:embed="rId5"/>
              <a:stretch>
                <a:fillRect/>
              </a:stretch>
            </p:blipFill>
            <p:spPr>
              <a:xfrm>
                <a:off x="9724141" y="1383409"/>
                <a:ext cx="39855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D53472B9-EA77-70C4-972F-D5E79675C84C}"/>
                  </a:ext>
                </a:extLst>
              </p14:cNvPr>
              <p14:cNvContentPartPr/>
              <p14:nvPr/>
            </p14:nvContentPartPr>
            <p14:xfrm>
              <a:off x="8087236" y="1360729"/>
              <a:ext cx="252720" cy="199080"/>
            </p14:xfrm>
          </p:contentPart>
        </mc:Choice>
        <mc:Fallback xmlns="">
          <p:pic>
            <p:nvPicPr>
              <p:cNvPr id="8" name="Ink 7">
                <a:extLst>
                  <a:ext uri="{FF2B5EF4-FFF2-40B4-BE49-F238E27FC236}">
                    <a16:creationId xmlns:a16="http://schemas.microsoft.com/office/drawing/2014/main" id="{D53472B9-EA77-70C4-972F-D5E79675C84C}"/>
                  </a:ext>
                </a:extLst>
              </p:cNvPr>
              <p:cNvPicPr/>
              <p:nvPr/>
            </p:nvPicPr>
            <p:blipFill>
              <a:blip r:embed="rId7"/>
              <a:stretch>
                <a:fillRect/>
              </a:stretch>
            </p:blipFill>
            <p:spPr>
              <a:xfrm>
                <a:off x="8071756" y="1345277"/>
                <a:ext cx="283320" cy="22962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FA32D53B-4EC1-7A55-7440-6ECAAD114D1D}"/>
                  </a:ext>
                </a:extLst>
              </p14:cNvPr>
              <p14:cNvContentPartPr/>
              <p14:nvPr/>
            </p14:nvContentPartPr>
            <p14:xfrm>
              <a:off x="10420396" y="2998009"/>
              <a:ext cx="299160" cy="203400"/>
            </p14:xfrm>
          </p:contentPart>
        </mc:Choice>
        <mc:Fallback xmlns="">
          <p:pic>
            <p:nvPicPr>
              <p:cNvPr id="9" name="Ink 8">
                <a:extLst>
                  <a:ext uri="{FF2B5EF4-FFF2-40B4-BE49-F238E27FC236}">
                    <a16:creationId xmlns:a16="http://schemas.microsoft.com/office/drawing/2014/main" id="{FA32D53B-4EC1-7A55-7440-6ECAAD114D1D}"/>
                  </a:ext>
                </a:extLst>
              </p:cNvPr>
              <p:cNvPicPr/>
              <p:nvPr/>
            </p:nvPicPr>
            <p:blipFill>
              <a:blip r:embed="rId9"/>
              <a:stretch>
                <a:fillRect/>
              </a:stretch>
            </p:blipFill>
            <p:spPr>
              <a:xfrm>
                <a:off x="10404897" y="2982556"/>
                <a:ext cx="329797" cy="233946"/>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53A38755-AFCF-6C32-7676-E7ACDD0B3DC3}"/>
                  </a:ext>
                </a:extLst>
              </p14:cNvPr>
              <p14:cNvContentPartPr/>
              <p14:nvPr/>
            </p14:nvContentPartPr>
            <p14:xfrm>
              <a:off x="7658836" y="3289295"/>
              <a:ext cx="267840" cy="222120"/>
            </p14:xfrm>
          </p:contentPart>
        </mc:Choice>
        <mc:Fallback xmlns="">
          <p:pic>
            <p:nvPicPr>
              <p:cNvPr id="10" name="Ink 9">
                <a:extLst>
                  <a:ext uri="{FF2B5EF4-FFF2-40B4-BE49-F238E27FC236}">
                    <a16:creationId xmlns:a16="http://schemas.microsoft.com/office/drawing/2014/main" id="{53A38755-AFCF-6C32-7676-E7ACDD0B3DC3}"/>
                  </a:ext>
                </a:extLst>
              </p:cNvPr>
              <p:cNvPicPr/>
              <p:nvPr/>
            </p:nvPicPr>
            <p:blipFill>
              <a:blip r:embed="rId11"/>
              <a:stretch>
                <a:fillRect/>
              </a:stretch>
            </p:blipFill>
            <p:spPr>
              <a:xfrm>
                <a:off x="7643377" y="3273840"/>
                <a:ext cx="298399" cy="25267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Ink 4">
                <a:extLst>
                  <a:ext uri="{FF2B5EF4-FFF2-40B4-BE49-F238E27FC236}">
                    <a16:creationId xmlns:a16="http://schemas.microsoft.com/office/drawing/2014/main" id="{872A378F-923B-A265-B5CE-42FF290364A8}"/>
                  </a:ext>
                </a:extLst>
              </p14:cNvPr>
              <p14:cNvContentPartPr/>
              <p14:nvPr/>
            </p14:nvContentPartPr>
            <p14:xfrm>
              <a:off x="6562440" y="2034000"/>
              <a:ext cx="4519440" cy="3908160"/>
            </p14:xfrm>
          </p:contentPart>
        </mc:Choice>
        <mc:Fallback xmlns="">
          <p:pic>
            <p:nvPicPr>
              <p:cNvPr id="5" name="Ink 4">
                <a:extLst>
                  <a:ext uri="{FF2B5EF4-FFF2-40B4-BE49-F238E27FC236}">
                    <a16:creationId xmlns:a16="http://schemas.microsoft.com/office/drawing/2014/main" id="{872A378F-923B-A265-B5CE-42FF290364A8}"/>
                  </a:ext>
                </a:extLst>
              </p:cNvPr>
              <p:cNvPicPr/>
              <p:nvPr/>
            </p:nvPicPr>
            <p:blipFill>
              <a:blip r:embed="rId13"/>
              <a:stretch>
                <a:fillRect/>
              </a:stretch>
            </p:blipFill>
            <p:spPr>
              <a:xfrm>
                <a:off x="6553080" y="2024640"/>
                <a:ext cx="4538160" cy="3926880"/>
              </a:xfrm>
              <a:prstGeom prst="rect">
                <a:avLst/>
              </a:prstGeom>
            </p:spPr>
          </p:pic>
        </mc:Fallback>
      </mc:AlternateContent>
    </p:spTree>
    <p:extLst>
      <p:ext uri="{BB962C8B-B14F-4D97-AF65-F5344CB8AC3E}">
        <p14:creationId xmlns:p14="http://schemas.microsoft.com/office/powerpoint/2010/main" val="2421201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2A3BD-9C36-5508-8699-377A30AF9842}"/>
              </a:ext>
            </a:extLst>
          </p:cNvPr>
          <p:cNvSpPr>
            <a:spLocks noGrp="1"/>
          </p:cNvSpPr>
          <p:nvPr>
            <p:ph type="title"/>
          </p:nvPr>
        </p:nvSpPr>
        <p:spPr/>
        <p:txBody>
          <a:bodyPr/>
          <a:lstStyle/>
          <a:p>
            <a:r>
              <a:rPr lang="en-US"/>
              <a:t>Spanning Tree Protocol</a:t>
            </a:r>
          </a:p>
        </p:txBody>
      </p:sp>
      <p:sp>
        <p:nvSpPr>
          <p:cNvPr id="3" name="Content Placeholder 2">
            <a:extLst>
              <a:ext uri="{FF2B5EF4-FFF2-40B4-BE49-F238E27FC236}">
                <a16:creationId xmlns:a16="http://schemas.microsoft.com/office/drawing/2014/main" id="{7F18C26E-D8B0-CCFD-CA90-37EFE925E1C3}"/>
              </a:ext>
            </a:extLst>
          </p:cNvPr>
          <p:cNvSpPr>
            <a:spLocks noGrp="1"/>
          </p:cNvSpPr>
          <p:nvPr>
            <p:ph sz="half" idx="1"/>
          </p:nvPr>
        </p:nvSpPr>
        <p:spPr>
          <a:xfrm>
            <a:off x="257175" y="1032734"/>
            <a:ext cx="11858625" cy="5144229"/>
          </a:xfrm>
        </p:spPr>
        <p:txBody>
          <a:bodyPr>
            <a:normAutofit/>
          </a:bodyPr>
          <a:lstStyle/>
          <a:p>
            <a:pPr marL="0" indent="0">
              <a:buNone/>
            </a:pPr>
            <a:r>
              <a:rPr lang="en-US" dirty="0"/>
              <a:t>Fun fact: Invented by Radia Perlman from Digital Equipment Corporation (DEC) </a:t>
            </a:r>
          </a:p>
          <a:p>
            <a:pPr marL="130175" indent="0">
              <a:buNone/>
            </a:pPr>
            <a:endParaRPr lang="en-US" dirty="0"/>
          </a:p>
        </p:txBody>
      </p:sp>
      <p:pic>
        <p:nvPicPr>
          <p:cNvPr id="7" name="Picture 6" descr="A close-up of text&#10;&#10;Description automatically generated">
            <a:extLst>
              <a:ext uri="{FF2B5EF4-FFF2-40B4-BE49-F238E27FC236}">
                <a16:creationId xmlns:a16="http://schemas.microsoft.com/office/drawing/2014/main" id="{095A2E37-9F18-2A7C-B1C1-0AF79D03BE97}"/>
              </a:ext>
            </a:extLst>
          </p:cNvPr>
          <p:cNvPicPr>
            <a:picLocks noChangeAspect="1"/>
          </p:cNvPicPr>
          <p:nvPr/>
        </p:nvPicPr>
        <p:blipFill>
          <a:blip r:embed="rId3"/>
          <a:stretch>
            <a:fillRect/>
          </a:stretch>
        </p:blipFill>
        <p:spPr>
          <a:xfrm>
            <a:off x="4126948" y="1793177"/>
            <a:ext cx="3226352" cy="4964823"/>
          </a:xfrm>
          <a:prstGeom prst="rect">
            <a:avLst/>
          </a:prstGeom>
        </p:spPr>
      </p:pic>
    </p:spTree>
    <p:extLst>
      <p:ext uri="{BB962C8B-B14F-4D97-AF65-F5344CB8AC3E}">
        <p14:creationId xmlns:p14="http://schemas.microsoft.com/office/powerpoint/2010/main" val="2410547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C9D1-BFBE-BF78-059F-E37A092B9793}"/>
              </a:ext>
            </a:extLst>
          </p:cNvPr>
          <p:cNvSpPr>
            <a:spLocks noGrp="1"/>
          </p:cNvSpPr>
          <p:nvPr>
            <p:ph type="title"/>
          </p:nvPr>
        </p:nvSpPr>
        <p:spPr/>
        <p:txBody>
          <a:bodyPr/>
          <a:lstStyle/>
          <a:p>
            <a:r>
              <a:rPr lang="en-US" dirty="0"/>
              <a:t>Question: Spanning Tree Algorithm and Performance</a:t>
            </a:r>
          </a:p>
        </p:txBody>
      </p:sp>
      <p:sp>
        <p:nvSpPr>
          <p:cNvPr id="3" name="Content Placeholder 2">
            <a:extLst>
              <a:ext uri="{FF2B5EF4-FFF2-40B4-BE49-F238E27FC236}">
                <a16:creationId xmlns:a16="http://schemas.microsoft.com/office/drawing/2014/main" id="{56C8D4E6-2AC2-B53C-8851-1D1E9F6B4E47}"/>
              </a:ext>
            </a:extLst>
          </p:cNvPr>
          <p:cNvSpPr>
            <a:spLocks noGrp="1"/>
          </p:cNvSpPr>
          <p:nvPr>
            <p:ph sz="half" idx="1"/>
          </p:nvPr>
        </p:nvSpPr>
        <p:spPr>
          <a:xfrm>
            <a:off x="838200" y="1400175"/>
            <a:ext cx="10706100" cy="4776788"/>
          </a:xfrm>
        </p:spPr>
        <p:txBody>
          <a:bodyPr/>
          <a:lstStyle/>
          <a:p>
            <a:r>
              <a:rPr lang="en-US" dirty="0"/>
              <a:t>Does the spanning tree algorithm find optimal path?</a:t>
            </a:r>
          </a:p>
        </p:txBody>
      </p:sp>
      <p:sp>
        <p:nvSpPr>
          <p:cNvPr id="6" name="Slide Number Placeholder 5">
            <a:extLst>
              <a:ext uri="{FF2B5EF4-FFF2-40B4-BE49-F238E27FC236}">
                <a16:creationId xmlns:a16="http://schemas.microsoft.com/office/drawing/2014/main" id="{04387B2E-BB60-9B28-D2CC-4BFB1A212E6F}"/>
              </a:ext>
            </a:extLst>
          </p:cNvPr>
          <p:cNvSpPr>
            <a:spLocks noGrp="1"/>
          </p:cNvSpPr>
          <p:nvPr>
            <p:ph type="sldNum" sz="quarter" idx="12"/>
          </p:nvPr>
        </p:nvSpPr>
        <p:spPr/>
        <p:txBody>
          <a:bodyPr/>
          <a:lstStyle/>
          <a:p>
            <a:fld id="{B5CEABB6-07DC-46E8-9B57-56EC44A396E5}" type="slidenum">
              <a:rPr lang="en-US" smtClean="0"/>
              <a:pPr/>
              <a:t>17</a:t>
            </a:fld>
            <a:endParaRPr lang="en-US"/>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071FC6B-4828-770E-F1F9-760108767434}"/>
                  </a:ext>
                </a:extLst>
              </p14:cNvPr>
              <p14:cNvContentPartPr/>
              <p14:nvPr/>
            </p14:nvContentPartPr>
            <p14:xfrm>
              <a:off x="2114640" y="1392120"/>
              <a:ext cx="6167520" cy="2810160"/>
            </p14:xfrm>
          </p:contentPart>
        </mc:Choice>
        <mc:Fallback xmlns="">
          <p:pic>
            <p:nvPicPr>
              <p:cNvPr id="4" name="Ink 3">
                <a:extLst>
                  <a:ext uri="{FF2B5EF4-FFF2-40B4-BE49-F238E27FC236}">
                    <a16:creationId xmlns:a16="http://schemas.microsoft.com/office/drawing/2014/main" id="{4071FC6B-4828-770E-F1F9-760108767434}"/>
                  </a:ext>
                </a:extLst>
              </p:cNvPr>
              <p:cNvPicPr/>
              <p:nvPr/>
            </p:nvPicPr>
            <p:blipFill>
              <a:blip r:embed="rId3"/>
              <a:stretch>
                <a:fillRect/>
              </a:stretch>
            </p:blipFill>
            <p:spPr>
              <a:xfrm>
                <a:off x="2105280" y="1382760"/>
                <a:ext cx="6186240" cy="2828880"/>
              </a:xfrm>
              <a:prstGeom prst="rect">
                <a:avLst/>
              </a:prstGeom>
            </p:spPr>
          </p:pic>
        </mc:Fallback>
      </mc:AlternateContent>
    </p:spTree>
    <p:extLst>
      <p:ext uri="{BB962C8B-B14F-4D97-AF65-F5344CB8AC3E}">
        <p14:creationId xmlns:p14="http://schemas.microsoft.com/office/powerpoint/2010/main" val="2432243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09C0E64-F772-DA40-ABC2-A03490FE2D2B}"/>
              </a:ext>
            </a:extLst>
          </p:cNvPr>
          <p:cNvSpPr txBox="1"/>
          <p:nvPr/>
        </p:nvSpPr>
        <p:spPr>
          <a:xfrm>
            <a:off x="342900" y="4191000"/>
            <a:ext cx="11074200" cy="571500"/>
          </a:xfrm>
          <a:prstGeom prst="rect">
            <a:avLst/>
          </a:prstGeom>
          <a:noFill/>
          <a:ln>
            <a:noFill/>
          </a:ln>
        </p:spPr>
        <p:txBody>
          <a:bodyPr vertOverflow="overflow" vert="horz" wrap="square" rtlCol="0" anchor="ctr" anchorCtr="0">
            <a:noAutofit/>
          </a:bodyPr>
          <a:lstStyle/>
          <a:p>
            <a:pPr algn="ctr"/>
            <a:r>
              <a:rPr lang="en-US" sz="2800">
                <a:solidFill>
                  <a:srgbClr val="FFFFFF"/>
                </a:solidFill>
              </a:rPr>
              <a:t>5 minutes</a:t>
            </a:r>
          </a:p>
        </p:txBody>
      </p:sp>
      <p:sp>
        <p:nvSpPr>
          <p:cNvPr id="3" name="TextBox 2">
            <a:extLst>
              <a:ext uri="{FF2B5EF4-FFF2-40B4-BE49-F238E27FC236}">
                <a16:creationId xmlns:a16="http://schemas.microsoft.com/office/drawing/2014/main" id="{4A12E579-3571-2F4F-8AAD-A8669D02733A}"/>
              </a:ext>
            </a:extLst>
          </p:cNvPr>
          <p:cNvSpPr txBox="1"/>
          <p:nvPr/>
        </p:nvSpPr>
        <p:spPr>
          <a:xfrm>
            <a:off x="571500" y="3403600"/>
            <a:ext cx="11049000" cy="889000"/>
          </a:xfrm>
          <a:prstGeom prst="rect">
            <a:avLst/>
          </a:prstGeom>
          <a:noFill/>
          <a:ln>
            <a:noFill/>
          </a:ln>
        </p:spPr>
        <p:txBody>
          <a:bodyPr vertOverflow="overflow" vert="horz" wrap="square" rtlCol="0" anchor="ctr" anchorCtr="0">
            <a:noAutofit/>
          </a:bodyPr>
          <a:lstStyle/>
          <a:p>
            <a:pPr algn="ctr"/>
            <a:r>
              <a:rPr lang="en-US" sz="4000" b="1">
                <a:solidFill>
                  <a:srgbClr val="FFFFFF"/>
                </a:solidFill>
              </a:rPr>
              <a:t>Break</a:t>
            </a:r>
          </a:p>
        </p:txBody>
      </p:sp>
      <p:pic>
        <p:nvPicPr>
          <p:cNvPr id="7" name="Graphic 7" descr="Coffee cup break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86400" y="1905000"/>
            <a:ext cx="1219200" cy="1219200"/>
          </a:xfrm>
          <a:prstGeom prst="rect">
            <a:avLst/>
          </a:prstGeom>
        </p:spPr>
      </p:pic>
    </p:spTree>
    <p:extLst>
      <p:ext uri="{BB962C8B-B14F-4D97-AF65-F5344CB8AC3E}">
        <p14:creationId xmlns:p14="http://schemas.microsoft.com/office/powerpoint/2010/main" val="3423954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6CB2C-4776-B039-51DE-EB6D0060CBFE}"/>
              </a:ext>
            </a:extLst>
          </p:cNvPr>
          <p:cNvSpPr>
            <a:spLocks noGrp="1"/>
          </p:cNvSpPr>
          <p:nvPr>
            <p:ph type="title"/>
          </p:nvPr>
        </p:nvSpPr>
        <p:spPr/>
        <p:txBody>
          <a:bodyPr/>
          <a:lstStyle/>
          <a:p>
            <a:r>
              <a:rPr lang="en-US" dirty="0"/>
              <a:t>Performance of Spanning Tree Protocol</a:t>
            </a:r>
          </a:p>
        </p:txBody>
      </p:sp>
      <p:sp>
        <p:nvSpPr>
          <p:cNvPr id="3" name="Content Placeholder 2">
            <a:extLst>
              <a:ext uri="{FF2B5EF4-FFF2-40B4-BE49-F238E27FC236}">
                <a16:creationId xmlns:a16="http://schemas.microsoft.com/office/drawing/2014/main" id="{602ED177-04F4-36CD-113F-47EC34534552}"/>
              </a:ext>
            </a:extLst>
          </p:cNvPr>
          <p:cNvSpPr>
            <a:spLocks noGrp="1"/>
          </p:cNvSpPr>
          <p:nvPr>
            <p:ph sz="half" idx="1"/>
          </p:nvPr>
        </p:nvSpPr>
        <p:spPr>
          <a:xfrm>
            <a:off x="838199" y="1032734"/>
            <a:ext cx="11077575" cy="5144229"/>
          </a:xfrm>
        </p:spPr>
        <p:txBody>
          <a:bodyPr>
            <a:normAutofit/>
          </a:bodyPr>
          <a:lstStyle/>
          <a:p>
            <a:r>
              <a:rPr lang="en-US" dirty="0"/>
              <a:t>The spanning tree protocol + flooding-based routing is designed to support extremely simple forwarding switches. </a:t>
            </a:r>
          </a:p>
          <a:p>
            <a:pPr lvl="1"/>
            <a:r>
              <a:rPr lang="en-US" dirty="0"/>
              <a:t>It does not focus on performance at all</a:t>
            </a:r>
          </a:p>
          <a:p>
            <a:endParaRPr lang="en-US" dirty="0"/>
          </a:p>
          <a:p>
            <a:r>
              <a:rPr lang="en-US" dirty="0"/>
              <a:t>Can we design better routing algorithms? </a:t>
            </a:r>
          </a:p>
          <a:p>
            <a:endParaRPr lang="en-US" dirty="0"/>
          </a:p>
          <a:p>
            <a:r>
              <a:rPr lang="en-US" dirty="0"/>
              <a:t>What do we mean by “better”?  </a:t>
            </a:r>
          </a:p>
          <a:p>
            <a:endParaRPr lang="en-US"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3D7025B-B368-8027-1902-80188C967F76}"/>
                  </a:ext>
                </a:extLst>
              </p14:cNvPr>
              <p14:cNvContentPartPr/>
              <p14:nvPr/>
            </p14:nvContentPartPr>
            <p14:xfrm>
              <a:off x="3188880" y="1402200"/>
              <a:ext cx="8361720" cy="4453200"/>
            </p14:xfrm>
          </p:contentPart>
        </mc:Choice>
        <mc:Fallback xmlns="">
          <p:pic>
            <p:nvPicPr>
              <p:cNvPr id="4" name="Ink 3">
                <a:extLst>
                  <a:ext uri="{FF2B5EF4-FFF2-40B4-BE49-F238E27FC236}">
                    <a16:creationId xmlns:a16="http://schemas.microsoft.com/office/drawing/2014/main" id="{83D7025B-B368-8027-1902-80188C967F76}"/>
                  </a:ext>
                </a:extLst>
              </p:cNvPr>
              <p:cNvPicPr/>
              <p:nvPr/>
            </p:nvPicPr>
            <p:blipFill>
              <a:blip r:embed="rId3"/>
              <a:stretch>
                <a:fillRect/>
              </a:stretch>
            </p:blipFill>
            <p:spPr>
              <a:xfrm>
                <a:off x="3179520" y="1392840"/>
                <a:ext cx="8380440" cy="4471920"/>
              </a:xfrm>
              <a:prstGeom prst="rect">
                <a:avLst/>
              </a:prstGeom>
            </p:spPr>
          </p:pic>
        </mc:Fallback>
      </mc:AlternateContent>
    </p:spTree>
    <p:extLst>
      <p:ext uri="{BB962C8B-B14F-4D97-AF65-F5344CB8AC3E}">
        <p14:creationId xmlns:p14="http://schemas.microsoft.com/office/powerpoint/2010/main" val="2374826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B6733-796D-821D-068F-1740F917A3F8}"/>
              </a:ext>
            </a:extLst>
          </p:cNvPr>
          <p:cNvSpPr>
            <a:spLocks noGrp="1"/>
          </p:cNvSpPr>
          <p:nvPr>
            <p:ph type="title"/>
          </p:nvPr>
        </p:nvSpPr>
        <p:spPr/>
        <p:txBody>
          <a:bodyPr/>
          <a:lstStyle/>
          <a:p>
            <a:r>
              <a:rPr lang="en-US" dirty="0"/>
              <a:t>Two Types of Routing</a:t>
            </a:r>
          </a:p>
        </p:txBody>
      </p:sp>
      <p:sp>
        <p:nvSpPr>
          <p:cNvPr id="7" name="Text Placeholder 6">
            <a:extLst>
              <a:ext uri="{FF2B5EF4-FFF2-40B4-BE49-F238E27FC236}">
                <a16:creationId xmlns:a16="http://schemas.microsoft.com/office/drawing/2014/main" id="{5BBDBD54-F9F0-0F86-DDAC-D1522BAEA485}"/>
              </a:ext>
            </a:extLst>
          </p:cNvPr>
          <p:cNvSpPr>
            <a:spLocks noGrp="1"/>
          </p:cNvSpPr>
          <p:nvPr>
            <p:ph type="body" idx="1"/>
          </p:nvPr>
        </p:nvSpPr>
        <p:spPr/>
        <p:txBody>
          <a:bodyPr/>
          <a:lstStyle/>
          <a:p>
            <a:r>
              <a:rPr lang="en-US" dirty="0">
                <a:solidFill>
                  <a:srgbClr val="C00000"/>
                </a:solidFill>
              </a:rPr>
              <a:t>Routing domain: </a:t>
            </a:r>
            <a:r>
              <a:rPr lang="en-US" dirty="0"/>
              <a:t>An internetwork where all the routers are under the same administrative control (e.g., university campus or an ISP)</a:t>
            </a:r>
          </a:p>
          <a:p>
            <a:endParaRPr lang="en-US" dirty="0">
              <a:solidFill>
                <a:srgbClr val="C00000"/>
              </a:solidFill>
            </a:endParaRPr>
          </a:p>
          <a:p>
            <a:r>
              <a:rPr lang="en-US" dirty="0">
                <a:solidFill>
                  <a:srgbClr val="C00000"/>
                </a:solidFill>
              </a:rPr>
              <a:t>Intra-domain routing: </a:t>
            </a:r>
            <a:r>
              <a:rPr lang="en-US" dirty="0"/>
              <a:t>routing packets within a domain</a:t>
            </a:r>
          </a:p>
          <a:p>
            <a:pPr lvl="1"/>
            <a:r>
              <a:rPr lang="en-US" dirty="0"/>
              <a:t>Simpler routing policy under one administrative domain</a:t>
            </a:r>
          </a:p>
          <a:p>
            <a:pPr lvl="1"/>
            <a:r>
              <a:rPr lang="en-US" dirty="0"/>
              <a:t>Shorter or faster paths </a:t>
            </a:r>
            <a:r>
              <a:rPr lang="en-US" dirty="0">
                <a:sym typeface="Wingdings" pitchFamily="2" charset="2"/>
              </a:rPr>
              <a:t> better routes</a:t>
            </a:r>
          </a:p>
          <a:p>
            <a:pPr lvl="1"/>
            <a:endParaRPr lang="en-US" dirty="0">
              <a:sym typeface="Wingdings" pitchFamily="2" charset="2"/>
            </a:endParaRPr>
          </a:p>
          <a:p>
            <a:r>
              <a:rPr lang="en-US" dirty="0">
                <a:solidFill>
                  <a:srgbClr val="C00000"/>
                </a:solidFill>
                <a:sym typeface="Wingdings" pitchFamily="2" charset="2"/>
              </a:rPr>
              <a:t>Inter-domain routing: </a:t>
            </a:r>
            <a:r>
              <a:rPr lang="en-US" dirty="0"/>
              <a:t>routing packets across multiple domains</a:t>
            </a:r>
          </a:p>
          <a:p>
            <a:pPr lvl="1"/>
            <a:r>
              <a:rPr lang="en-US" dirty="0"/>
              <a:t>E.g., across IITD and NKN network</a:t>
            </a:r>
          </a:p>
          <a:p>
            <a:pPr lvl="1"/>
            <a:r>
              <a:rPr lang="en-US" dirty="0"/>
              <a:t>Involve complex policies driven by economics </a:t>
            </a:r>
          </a:p>
          <a:p>
            <a:endParaRPr lang="en-US" dirty="0">
              <a:solidFill>
                <a:srgbClr val="C00000"/>
              </a:solidFill>
            </a:endParaRPr>
          </a:p>
          <a:p>
            <a:endParaRPr lang="en-US" dirty="0"/>
          </a:p>
          <a:p>
            <a:endParaRPr lang="en-US" dirty="0"/>
          </a:p>
        </p:txBody>
      </p:sp>
      <p:sp>
        <p:nvSpPr>
          <p:cNvPr id="6" name="Slide Number Placeholder 5">
            <a:extLst>
              <a:ext uri="{FF2B5EF4-FFF2-40B4-BE49-F238E27FC236}">
                <a16:creationId xmlns:a16="http://schemas.microsoft.com/office/drawing/2014/main" id="{30014667-9673-7AF1-44ED-E2C9B1D3EEF4}"/>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pPr/>
              <a:t>20</a:t>
            </a:fld>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28FC377-3ABE-2117-EEC2-255FB09D3E93}"/>
                  </a:ext>
                </a:extLst>
              </p14:cNvPr>
              <p14:cNvContentPartPr/>
              <p14:nvPr/>
            </p14:nvContentPartPr>
            <p14:xfrm>
              <a:off x="665640" y="5306040"/>
              <a:ext cx="5563800" cy="912600"/>
            </p14:xfrm>
          </p:contentPart>
        </mc:Choice>
        <mc:Fallback xmlns="">
          <p:pic>
            <p:nvPicPr>
              <p:cNvPr id="3" name="Ink 2">
                <a:extLst>
                  <a:ext uri="{FF2B5EF4-FFF2-40B4-BE49-F238E27FC236}">
                    <a16:creationId xmlns:a16="http://schemas.microsoft.com/office/drawing/2014/main" id="{628FC377-3ABE-2117-EEC2-255FB09D3E93}"/>
                  </a:ext>
                </a:extLst>
              </p:cNvPr>
              <p:cNvPicPr/>
              <p:nvPr/>
            </p:nvPicPr>
            <p:blipFill>
              <a:blip r:embed="rId3"/>
              <a:stretch>
                <a:fillRect/>
              </a:stretch>
            </p:blipFill>
            <p:spPr>
              <a:xfrm>
                <a:off x="656280" y="5296680"/>
                <a:ext cx="5582520" cy="931320"/>
              </a:xfrm>
              <a:prstGeom prst="rect">
                <a:avLst/>
              </a:prstGeom>
            </p:spPr>
          </p:pic>
        </mc:Fallback>
      </mc:AlternateContent>
    </p:spTree>
    <p:extLst>
      <p:ext uri="{BB962C8B-B14F-4D97-AF65-F5344CB8AC3E}">
        <p14:creationId xmlns:p14="http://schemas.microsoft.com/office/powerpoint/2010/main" val="681253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B27BFF1-5DCE-D642-8EFE-FACB1C97EEE0}"/>
              </a:ext>
            </a:extLst>
          </p:cNvPr>
          <p:cNvSpPr>
            <a:spLocks noGrp="1"/>
          </p:cNvSpPr>
          <p:nvPr>
            <p:ph type="title"/>
          </p:nvPr>
        </p:nvSpPr>
        <p:spPr/>
        <p:txBody>
          <a:bodyPr>
            <a:normAutofit/>
          </a:bodyPr>
          <a:lstStyle/>
          <a:p>
            <a:r>
              <a:rPr lang="en-US"/>
              <a:t>Intra-domain Routing: Graph Abstraction</a:t>
            </a:r>
          </a:p>
        </p:txBody>
      </p:sp>
      <p:grpSp>
        <p:nvGrpSpPr>
          <p:cNvPr id="611" name="Group 2">
            <a:extLst>
              <a:ext uri="{FF2B5EF4-FFF2-40B4-BE49-F238E27FC236}">
                <a16:creationId xmlns:a16="http://schemas.microsoft.com/office/drawing/2014/main" id="{8F3AF934-05FC-1741-9920-1E37F407434E}"/>
              </a:ext>
            </a:extLst>
          </p:cNvPr>
          <p:cNvGrpSpPr>
            <a:grpSpLocks/>
          </p:cNvGrpSpPr>
          <p:nvPr/>
        </p:nvGrpSpPr>
        <p:grpSpPr bwMode="auto">
          <a:xfrm>
            <a:off x="1238864" y="1288538"/>
            <a:ext cx="3571875" cy="2236788"/>
            <a:chOff x="3162" y="1071"/>
            <a:chExt cx="2250" cy="1409"/>
          </a:xfrm>
        </p:grpSpPr>
        <p:sp>
          <p:nvSpPr>
            <p:cNvPr id="612" name="Freeform 3">
              <a:extLst>
                <a:ext uri="{FF2B5EF4-FFF2-40B4-BE49-F238E27FC236}">
                  <a16:creationId xmlns:a16="http://schemas.microsoft.com/office/drawing/2014/main" id="{453067FB-5417-D747-A9D1-7A886199D86C}"/>
                </a:ext>
              </a:extLst>
            </p:cNvPr>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13" name="Freeform 4">
              <a:extLst>
                <a:ext uri="{FF2B5EF4-FFF2-40B4-BE49-F238E27FC236}">
                  <a16:creationId xmlns:a16="http://schemas.microsoft.com/office/drawing/2014/main" id="{33DAED7D-3A7B-904E-9B5E-9FC4FC3D1E38}"/>
                </a:ext>
              </a:extLst>
            </p:cNvPr>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14" name="Oval 5">
              <a:extLst>
                <a:ext uri="{FF2B5EF4-FFF2-40B4-BE49-F238E27FC236}">
                  <a16:creationId xmlns:a16="http://schemas.microsoft.com/office/drawing/2014/main" id="{2170DD72-9E40-764D-9C66-5662F5C98D05}"/>
                </a:ext>
              </a:extLst>
            </p:cNvPr>
            <p:cNvSpPr>
              <a:spLocks noChangeArrowheads="1"/>
            </p:cNvSpPr>
            <p:nvPr/>
          </p:nvSpPr>
          <p:spPr bwMode="auto">
            <a:xfrm>
              <a:off x="3238" y="1862"/>
              <a:ext cx="313"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15" name="Line 6">
              <a:extLst>
                <a:ext uri="{FF2B5EF4-FFF2-40B4-BE49-F238E27FC236}">
                  <a16:creationId xmlns:a16="http://schemas.microsoft.com/office/drawing/2014/main" id="{AD1E8D51-D03D-3E44-9ECF-8CEF9C546F90}"/>
                </a:ext>
              </a:extLst>
            </p:cNvPr>
            <p:cNvSpPr>
              <a:spLocks noChangeShapeType="1"/>
            </p:cNvSpPr>
            <p:nvPr/>
          </p:nvSpPr>
          <p:spPr bwMode="auto">
            <a:xfrm>
              <a:off x="3238" y="1855"/>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16" name="Line 7">
              <a:extLst>
                <a:ext uri="{FF2B5EF4-FFF2-40B4-BE49-F238E27FC236}">
                  <a16:creationId xmlns:a16="http://schemas.microsoft.com/office/drawing/2014/main" id="{EF7881A8-F3AA-5647-81DD-BFEC3F67F959}"/>
                </a:ext>
              </a:extLst>
            </p:cNvPr>
            <p:cNvSpPr>
              <a:spLocks noChangeShapeType="1"/>
            </p:cNvSpPr>
            <p:nvPr/>
          </p:nvSpPr>
          <p:spPr bwMode="auto">
            <a:xfrm>
              <a:off x="3551" y="1855"/>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17" name="Rectangle 8">
              <a:extLst>
                <a:ext uri="{FF2B5EF4-FFF2-40B4-BE49-F238E27FC236}">
                  <a16:creationId xmlns:a16="http://schemas.microsoft.com/office/drawing/2014/main" id="{9DDD93A0-0B9F-214B-88D4-CA45AABB318B}"/>
                </a:ext>
              </a:extLst>
            </p:cNvPr>
            <p:cNvSpPr>
              <a:spLocks noChangeArrowheads="1"/>
            </p:cNvSpPr>
            <p:nvPr/>
          </p:nvSpPr>
          <p:spPr bwMode="auto">
            <a:xfrm>
              <a:off x="3238" y="1855"/>
              <a:ext cx="310"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18" name="Oval 9">
              <a:extLst>
                <a:ext uri="{FF2B5EF4-FFF2-40B4-BE49-F238E27FC236}">
                  <a16:creationId xmlns:a16="http://schemas.microsoft.com/office/drawing/2014/main" id="{D83D8A8A-8F8F-A047-B67A-4E57193F1399}"/>
                </a:ext>
              </a:extLst>
            </p:cNvPr>
            <p:cNvSpPr>
              <a:spLocks noChangeArrowheads="1"/>
            </p:cNvSpPr>
            <p:nvPr/>
          </p:nvSpPr>
          <p:spPr bwMode="auto">
            <a:xfrm>
              <a:off x="3235" y="1796"/>
              <a:ext cx="313" cy="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19" name="Oval 10">
              <a:extLst>
                <a:ext uri="{FF2B5EF4-FFF2-40B4-BE49-F238E27FC236}">
                  <a16:creationId xmlns:a16="http://schemas.microsoft.com/office/drawing/2014/main" id="{21DC2241-7526-B048-963D-024ABCFF5D20}"/>
                </a:ext>
              </a:extLst>
            </p:cNvPr>
            <p:cNvSpPr>
              <a:spLocks noChangeArrowheads="1"/>
            </p:cNvSpPr>
            <p:nvPr/>
          </p:nvSpPr>
          <p:spPr bwMode="auto">
            <a:xfrm>
              <a:off x="3712" y="2249"/>
              <a:ext cx="313"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20" name="Line 11">
              <a:extLst>
                <a:ext uri="{FF2B5EF4-FFF2-40B4-BE49-F238E27FC236}">
                  <a16:creationId xmlns:a16="http://schemas.microsoft.com/office/drawing/2014/main" id="{137382C1-9446-A94A-A118-0B9E495EDA6B}"/>
                </a:ext>
              </a:extLst>
            </p:cNvPr>
            <p:cNvSpPr>
              <a:spLocks noChangeShapeType="1"/>
            </p:cNvSpPr>
            <p:nvPr/>
          </p:nvSpPr>
          <p:spPr bwMode="auto">
            <a:xfrm>
              <a:off x="3712" y="2242"/>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21" name="Line 12">
              <a:extLst>
                <a:ext uri="{FF2B5EF4-FFF2-40B4-BE49-F238E27FC236}">
                  <a16:creationId xmlns:a16="http://schemas.microsoft.com/office/drawing/2014/main" id="{04A9146B-C80E-C141-9048-092B193CAB0B}"/>
                </a:ext>
              </a:extLst>
            </p:cNvPr>
            <p:cNvSpPr>
              <a:spLocks noChangeShapeType="1"/>
            </p:cNvSpPr>
            <p:nvPr/>
          </p:nvSpPr>
          <p:spPr bwMode="auto">
            <a:xfrm>
              <a:off x="4025" y="2242"/>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22" name="Rectangle 13">
              <a:extLst>
                <a:ext uri="{FF2B5EF4-FFF2-40B4-BE49-F238E27FC236}">
                  <a16:creationId xmlns:a16="http://schemas.microsoft.com/office/drawing/2014/main" id="{E3CEEEB9-7637-A644-99B6-2A13DFD47D3A}"/>
                </a:ext>
              </a:extLst>
            </p:cNvPr>
            <p:cNvSpPr>
              <a:spLocks noChangeArrowheads="1"/>
            </p:cNvSpPr>
            <p:nvPr/>
          </p:nvSpPr>
          <p:spPr bwMode="auto">
            <a:xfrm>
              <a:off x="3712" y="2242"/>
              <a:ext cx="310"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23" name="Oval 14">
              <a:extLst>
                <a:ext uri="{FF2B5EF4-FFF2-40B4-BE49-F238E27FC236}">
                  <a16:creationId xmlns:a16="http://schemas.microsoft.com/office/drawing/2014/main" id="{C107E8DA-8746-AF42-A141-86F28CAF62DC}"/>
                </a:ext>
              </a:extLst>
            </p:cNvPr>
            <p:cNvSpPr>
              <a:spLocks noChangeArrowheads="1"/>
            </p:cNvSpPr>
            <p:nvPr/>
          </p:nvSpPr>
          <p:spPr bwMode="auto">
            <a:xfrm>
              <a:off x="3709" y="2183"/>
              <a:ext cx="313" cy="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24" name="Oval 15">
              <a:extLst>
                <a:ext uri="{FF2B5EF4-FFF2-40B4-BE49-F238E27FC236}">
                  <a16:creationId xmlns:a16="http://schemas.microsoft.com/office/drawing/2014/main" id="{5F2BA590-63EE-0C46-A5CA-02573C500CC0}"/>
                </a:ext>
              </a:extLst>
            </p:cNvPr>
            <p:cNvSpPr>
              <a:spLocks noChangeArrowheads="1"/>
            </p:cNvSpPr>
            <p:nvPr/>
          </p:nvSpPr>
          <p:spPr bwMode="auto">
            <a:xfrm>
              <a:off x="3708" y="1559"/>
              <a:ext cx="313"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25" name="Line 16">
              <a:extLst>
                <a:ext uri="{FF2B5EF4-FFF2-40B4-BE49-F238E27FC236}">
                  <a16:creationId xmlns:a16="http://schemas.microsoft.com/office/drawing/2014/main" id="{11080E94-1F03-714E-8AB1-3B4DEA4A9AA9}"/>
                </a:ext>
              </a:extLst>
            </p:cNvPr>
            <p:cNvSpPr>
              <a:spLocks noChangeShapeType="1"/>
            </p:cNvSpPr>
            <p:nvPr/>
          </p:nvSpPr>
          <p:spPr bwMode="auto">
            <a:xfrm>
              <a:off x="3708" y="1552"/>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26" name="Line 17">
              <a:extLst>
                <a:ext uri="{FF2B5EF4-FFF2-40B4-BE49-F238E27FC236}">
                  <a16:creationId xmlns:a16="http://schemas.microsoft.com/office/drawing/2014/main" id="{FE188877-FC11-9F4C-9A67-6A13C778D425}"/>
                </a:ext>
              </a:extLst>
            </p:cNvPr>
            <p:cNvSpPr>
              <a:spLocks noChangeShapeType="1"/>
            </p:cNvSpPr>
            <p:nvPr/>
          </p:nvSpPr>
          <p:spPr bwMode="auto">
            <a:xfrm>
              <a:off x="4021" y="1552"/>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27" name="Rectangle 18">
              <a:extLst>
                <a:ext uri="{FF2B5EF4-FFF2-40B4-BE49-F238E27FC236}">
                  <a16:creationId xmlns:a16="http://schemas.microsoft.com/office/drawing/2014/main" id="{AB0D0A23-CA41-9C45-8823-F5E417571B82}"/>
                </a:ext>
              </a:extLst>
            </p:cNvPr>
            <p:cNvSpPr>
              <a:spLocks noChangeArrowheads="1"/>
            </p:cNvSpPr>
            <p:nvPr/>
          </p:nvSpPr>
          <p:spPr bwMode="auto">
            <a:xfrm>
              <a:off x="3708" y="1552"/>
              <a:ext cx="310"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28" name="Oval 19">
              <a:extLst>
                <a:ext uri="{FF2B5EF4-FFF2-40B4-BE49-F238E27FC236}">
                  <a16:creationId xmlns:a16="http://schemas.microsoft.com/office/drawing/2014/main" id="{A3557876-CBC0-904A-8546-3AF399CF148A}"/>
                </a:ext>
              </a:extLst>
            </p:cNvPr>
            <p:cNvSpPr>
              <a:spLocks noChangeArrowheads="1"/>
            </p:cNvSpPr>
            <p:nvPr/>
          </p:nvSpPr>
          <p:spPr bwMode="auto">
            <a:xfrm>
              <a:off x="3705" y="1493"/>
              <a:ext cx="313" cy="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29" name="Oval 20">
              <a:extLst>
                <a:ext uri="{FF2B5EF4-FFF2-40B4-BE49-F238E27FC236}">
                  <a16:creationId xmlns:a16="http://schemas.microsoft.com/office/drawing/2014/main" id="{C3E2692B-8831-754F-9E6E-008C343B6B61}"/>
                </a:ext>
              </a:extLst>
            </p:cNvPr>
            <p:cNvSpPr>
              <a:spLocks noChangeArrowheads="1"/>
            </p:cNvSpPr>
            <p:nvPr/>
          </p:nvSpPr>
          <p:spPr bwMode="auto">
            <a:xfrm>
              <a:off x="4391" y="1555"/>
              <a:ext cx="312"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30" name="Line 21">
              <a:extLst>
                <a:ext uri="{FF2B5EF4-FFF2-40B4-BE49-F238E27FC236}">
                  <a16:creationId xmlns:a16="http://schemas.microsoft.com/office/drawing/2014/main" id="{9123636B-BAFA-2440-8260-5EA0CA220D6F}"/>
                </a:ext>
              </a:extLst>
            </p:cNvPr>
            <p:cNvSpPr>
              <a:spLocks noChangeShapeType="1"/>
            </p:cNvSpPr>
            <p:nvPr/>
          </p:nvSpPr>
          <p:spPr bwMode="auto">
            <a:xfrm>
              <a:off x="4391" y="1548"/>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31" name="Line 22">
              <a:extLst>
                <a:ext uri="{FF2B5EF4-FFF2-40B4-BE49-F238E27FC236}">
                  <a16:creationId xmlns:a16="http://schemas.microsoft.com/office/drawing/2014/main" id="{EFE8FE51-3AD2-4745-ADE0-A43C031219CA}"/>
                </a:ext>
              </a:extLst>
            </p:cNvPr>
            <p:cNvSpPr>
              <a:spLocks noChangeShapeType="1"/>
            </p:cNvSpPr>
            <p:nvPr/>
          </p:nvSpPr>
          <p:spPr bwMode="auto">
            <a:xfrm>
              <a:off x="4703" y="1548"/>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32" name="Rectangle 23">
              <a:extLst>
                <a:ext uri="{FF2B5EF4-FFF2-40B4-BE49-F238E27FC236}">
                  <a16:creationId xmlns:a16="http://schemas.microsoft.com/office/drawing/2014/main" id="{FD42180D-C903-D144-9E3E-AD4A52F5CF93}"/>
                </a:ext>
              </a:extLst>
            </p:cNvPr>
            <p:cNvSpPr>
              <a:spLocks noChangeArrowheads="1"/>
            </p:cNvSpPr>
            <p:nvPr/>
          </p:nvSpPr>
          <p:spPr bwMode="auto">
            <a:xfrm>
              <a:off x="4391" y="1548"/>
              <a:ext cx="309"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33" name="Oval 24">
              <a:extLst>
                <a:ext uri="{FF2B5EF4-FFF2-40B4-BE49-F238E27FC236}">
                  <a16:creationId xmlns:a16="http://schemas.microsoft.com/office/drawing/2014/main" id="{F07CE376-92DE-2A4B-8855-4035B688D7D8}"/>
                </a:ext>
              </a:extLst>
            </p:cNvPr>
            <p:cNvSpPr>
              <a:spLocks noChangeArrowheads="1"/>
            </p:cNvSpPr>
            <p:nvPr/>
          </p:nvSpPr>
          <p:spPr bwMode="auto">
            <a:xfrm>
              <a:off x="4394" y="1492"/>
              <a:ext cx="312" cy="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34" name="Oval 25">
              <a:extLst>
                <a:ext uri="{FF2B5EF4-FFF2-40B4-BE49-F238E27FC236}">
                  <a16:creationId xmlns:a16="http://schemas.microsoft.com/office/drawing/2014/main" id="{E4EA7D36-77DD-114A-A537-3E5E6AF3A920}"/>
                </a:ext>
              </a:extLst>
            </p:cNvPr>
            <p:cNvSpPr>
              <a:spLocks noChangeArrowheads="1"/>
            </p:cNvSpPr>
            <p:nvPr/>
          </p:nvSpPr>
          <p:spPr bwMode="auto">
            <a:xfrm>
              <a:off x="4401" y="2246"/>
              <a:ext cx="313"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35" name="Line 26">
              <a:extLst>
                <a:ext uri="{FF2B5EF4-FFF2-40B4-BE49-F238E27FC236}">
                  <a16:creationId xmlns:a16="http://schemas.microsoft.com/office/drawing/2014/main" id="{B4B8F4B2-F24A-4049-A3F6-305EE1D36163}"/>
                </a:ext>
              </a:extLst>
            </p:cNvPr>
            <p:cNvSpPr>
              <a:spLocks noChangeShapeType="1"/>
            </p:cNvSpPr>
            <p:nvPr/>
          </p:nvSpPr>
          <p:spPr bwMode="auto">
            <a:xfrm>
              <a:off x="4401" y="2239"/>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36" name="Line 27">
              <a:extLst>
                <a:ext uri="{FF2B5EF4-FFF2-40B4-BE49-F238E27FC236}">
                  <a16:creationId xmlns:a16="http://schemas.microsoft.com/office/drawing/2014/main" id="{A5D15F50-B753-C442-91B9-889011830AC6}"/>
                </a:ext>
              </a:extLst>
            </p:cNvPr>
            <p:cNvSpPr>
              <a:spLocks noChangeShapeType="1"/>
            </p:cNvSpPr>
            <p:nvPr/>
          </p:nvSpPr>
          <p:spPr bwMode="auto">
            <a:xfrm>
              <a:off x="4714" y="2239"/>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37" name="Rectangle 28">
              <a:extLst>
                <a:ext uri="{FF2B5EF4-FFF2-40B4-BE49-F238E27FC236}">
                  <a16:creationId xmlns:a16="http://schemas.microsoft.com/office/drawing/2014/main" id="{629ABB40-A5DD-844A-ABE9-8F6A1075B333}"/>
                </a:ext>
              </a:extLst>
            </p:cNvPr>
            <p:cNvSpPr>
              <a:spLocks noChangeArrowheads="1"/>
            </p:cNvSpPr>
            <p:nvPr/>
          </p:nvSpPr>
          <p:spPr bwMode="auto">
            <a:xfrm>
              <a:off x="4401" y="2239"/>
              <a:ext cx="310"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38" name="Oval 29">
              <a:extLst>
                <a:ext uri="{FF2B5EF4-FFF2-40B4-BE49-F238E27FC236}">
                  <a16:creationId xmlns:a16="http://schemas.microsoft.com/office/drawing/2014/main" id="{FE70825F-F5BB-2A42-A076-DCF34282568A}"/>
                </a:ext>
              </a:extLst>
            </p:cNvPr>
            <p:cNvSpPr>
              <a:spLocks noChangeArrowheads="1"/>
            </p:cNvSpPr>
            <p:nvPr/>
          </p:nvSpPr>
          <p:spPr bwMode="auto">
            <a:xfrm>
              <a:off x="4398" y="2180"/>
              <a:ext cx="313" cy="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39" name="Oval 30">
              <a:extLst>
                <a:ext uri="{FF2B5EF4-FFF2-40B4-BE49-F238E27FC236}">
                  <a16:creationId xmlns:a16="http://schemas.microsoft.com/office/drawing/2014/main" id="{E5C07A67-14B1-2749-8C45-CCF8A7156D5A}"/>
                </a:ext>
              </a:extLst>
            </p:cNvPr>
            <p:cNvSpPr>
              <a:spLocks noChangeArrowheads="1"/>
            </p:cNvSpPr>
            <p:nvPr/>
          </p:nvSpPr>
          <p:spPr bwMode="auto">
            <a:xfrm>
              <a:off x="4966" y="1905"/>
              <a:ext cx="313" cy="81"/>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40" name="Line 31">
              <a:extLst>
                <a:ext uri="{FF2B5EF4-FFF2-40B4-BE49-F238E27FC236}">
                  <a16:creationId xmlns:a16="http://schemas.microsoft.com/office/drawing/2014/main" id="{0542E5EA-1D03-AB4F-9FEC-B3A92BC33B70}"/>
                </a:ext>
              </a:extLst>
            </p:cNvPr>
            <p:cNvSpPr>
              <a:spLocks noChangeShapeType="1"/>
            </p:cNvSpPr>
            <p:nvPr/>
          </p:nvSpPr>
          <p:spPr bwMode="auto">
            <a:xfrm>
              <a:off x="4966" y="1898"/>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41" name="Line 32">
              <a:extLst>
                <a:ext uri="{FF2B5EF4-FFF2-40B4-BE49-F238E27FC236}">
                  <a16:creationId xmlns:a16="http://schemas.microsoft.com/office/drawing/2014/main" id="{5443EC84-61B8-B843-A6E1-5A4F636A64D6}"/>
                </a:ext>
              </a:extLst>
            </p:cNvPr>
            <p:cNvSpPr>
              <a:spLocks noChangeShapeType="1"/>
            </p:cNvSpPr>
            <p:nvPr/>
          </p:nvSpPr>
          <p:spPr bwMode="auto">
            <a:xfrm>
              <a:off x="5279" y="1898"/>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42" name="Rectangle 33">
              <a:extLst>
                <a:ext uri="{FF2B5EF4-FFF2-40B4-BE49-F238E27FC236}">
                  <a16:creationId xmlns:a16="http://schemas.microsoft.com/office/drawing/2014/main" id="{9782BC94-E1A7-5740-A6A1-585BA6B4E039}"/>
                </a:ext>
              </a:extLst>
            </p:cNvPr>
            <p:cNvSpPr>
              <a:spLocks noChangeArrowheads="1"/>
            </p:cNvSpPr>
            <p:nvPr/>
          </p:nvSpPr>
          <p:spPr bwMode="auto">
            <a:xfrm>
              <a:off x="4966" y="1898"/>
              <a:ext cx="310"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43" name="Oval 34">
              <a:extLst>
                <a:ext uri="{FF2B5EF4-FFF2-40B4-BE49-F238E27FC236}">
                  <a16:creationId xmlns:a16="http://schemas.microsoft.com/office/drawing/2014/main" id="{347E1E2B-9AA3-814E-88C5-98C1961995D2}"/>
                </a:ext>
              </a:extLst>
            </p:cNvPr>
            <p:cNvSpPr>
              <a:spLocks noChangeArrowheads="1"/>
            </p:cNvSpPr>
            <p:nvPr/>
          </p:nvSpPr>
          <p:spPr bwMode="auto">
            <a:xfrm>
              <a:off x="4963" y="1839"/>
              <a:ext cx="313" cy="95"/>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44" name="Freeform 35">
              <a:extLst>
                <a:ext uri="{FF2B5EF4-FFF2-40B4-BE49-F238E27FC236}">
                  <a16:creationId xmlns:a16="http://schemas.microsoft.com/office/drawing/2014/main" id="{321283E4-4A33-8C40-9132-D98702BFF0D3}"/>
                </a:ext>
              </a:extLst>
            </p:cNvPr>
            <p:cNvSpPr>
              <a:spLocks/>
            </p:cNvSpPr>
            <p:nvPr/>
          </p:nvSpPr>
          <p:spPr bwMode="auto">
            <a:xfrm>
              <a:off x="4557" y="1647"/>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45" name="Freeform 36">
              <a:extLst>
                <a:ext uri="{FF2B5EF4-FFF2-40B4-BE49-F238E27FC236}">
                  <a16:creationId xmlns:a16="http://schemas.microsoft.com/office/drawing/2014/main" id="{E75C929F-25A5-CE44-BC4C-F4689510C261}"/>
                </a:ext>
              </a:extLst>
            </p:cNvPr>
            <p:cNvSpPr>
              <a:spLocks/>
            </p:cNvSpPr>
            <p:nvPr/>
          </p:nvSpPr>
          <p:spPr bwMode="auto">
            <a:xfrm>
              <a:off x="3864" y="1653"/>
              <a:ext cx="1" cy="53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46" name="Freeform 37">
              <a:extLst>
                <a:ext uri="{FF2B5EF4-FFF2-40B4-BE49-F238E27FC236}">
                  <a16:creationId xmlns:a16="http://schemas.microsoft.com/office/drawing/2014/main" id="{145717E6-3976-BF4C-B776-D1C932E8D60A}"/>
                </a:ext>
              </a:extLst>
            </p:cNvPr>
            <p:cNvSpPr>
              <a:spLocks/>
            </p:cNvSpPr>
            <p:nvPr/>
          </p:nvSpPr>
          <p:spPr bwMode="auto">
            <a:xfrm>
              <a:off x="4029" y="1638"/>
              <a:ext cx="504" cy="600"/>
            </a:xfrm>
            <a:custGeom>
              <a:avLst/>
              <a:gdLst>
                <a:gd name="T0" fmla="*/ 0 w 378"/>
                <a:gd name="T1" fmla="*/ 11993521 h 174"/>
                <a:gd name="T2" fmla="*/ 5035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47" name="Freeform 38">
              <a:extLst>
                <a:ext uri="{FF2B5EF4-FFF2-40B4-BE49-F238E27FC236}">
                  <a16:creationId xmlns:a16="http://schemas.microsoft.com/office/drawing/2014/main" id="{A208B769-70F6-9E4C-960A-A8DFC0ECA40A}"/>
                </a:ext>
              </a:extLst>
            </p:cNvPr>
            <p:cNvSpPr>
              <a:spLocks/>
            </p:cNvSpPr>
            <p:nvPr/>
          </p:nvSpPr>
          <p:spPr bwMode="auto">
            <a:xfrm>
              <a:off x="4716" y="1986"/>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48" name="Freeform 39">
              <a:extLst>
                <a:ext uri="{FF2B5EF4-FFF2-40B4-BE49-F238E27FC236}">
                  <a16:creationId xmlns:a16="http://schemas.microsoft.com/office/drawing/2014/main" id="{B59A27ED-2064-ED4C-B8FC-0E8B32DB7B8A}"/>
                </a:ext>
              </a:extLst>
            </p:cNvPr>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49" name="Freeform 40">
              <a:extLst>
                <a:ext uri="{FF2B5EF4-FFF2-40B4-BE49-F238E27FC236}">
                  <a16:creationId xmlns:a16="http://schemas.microsoft.com/office/drawing/2014/main" id="{121316DC-42A4-644A-9197-5C50258A0563}"/>
                </a:ext>
              </a:extLst>
            </p:cNvPr>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50" name="Freeform 41">
              <a:extLst>
                <a:ext uri="{FF2B5EF4-FFF2-40B4-BE49-F238E27FC236}">
                  <a16:creationId xmlns:a16="http://schemas.microsoft.com/office/drawing/2014/main" id="{12DEF568-9364-4644-9D5B-A432330238D4}"/>
                </a:ext>
              </a:extLst>
            </p:cNvPr>
            <p:cNvSpPr>
              <a:spLocks/>
            </p:cNvSpPr>
            <p:nvPr/>
          </p:nvSpPr>
          <p:spPr bwMode="auto">
            <a:xfrm>
              <a:off x="4029" y="157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51" name="Freeform 42">
              <a:extLst>
                <a:ext uri="{FF2B5EF4-FFF2-40B4-BE49-F238E27FC236}">
                  <a16:creationId xmlns:a16="http://schemas.microsoft.com/office/drawing/2014/main" id="{DFA2F297-7F20-564C-A937-26867B0AEE3B}"/>
                </a:ext>
              </a:extLst>
            </p:cNvPr>
            <p:cNvSpPr>
              <a:spLocks/>
            </p:cNvSpPr>
            <p:nvPr/>
          </p:nvSpPr>
          <p:spPr bwMode="auto">
            <a:xfrm>
              <a:off x="4704" y="1575"/>
              <a:ext cx="396" cy="267"/>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52" name="Freeform 43">
              <a:extLst>
                <a:ext uri="{FF2B5EF4-FFF2-40B4-BE49-F238E27FC236}">
                  <a16:creationId xmlns:a16="http://schemas.microsoft.com/office/drawing/2014/main" id="{62A27136-D795-774F-8FF9-34713D46471F}"/>
                </a:ext>
              </a:extLst>
            </p:cNvPr>
            <p:cNvSpPr>
              <a:spLocks/>
            </p:cNvSpPr>
            <p:nvPr/>
          </p:nvSpPr>
          <p:spPr bwMode="auto">
            <a:xfrm>
              <a:off x="3387" y="1146"/>
              <a:ext cx="1110" cy="645"/>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653" name="Group 44">
              <a:extLst>
                <a:ext uri="{FF2B5EF4-FFF2-40B4-BE49-F238E27FC236}">
                  <a16:creationId xmlns:a16="http://schemas.microsoft.com/office/drawing/2014/main" id="{C99C2CD4-C4EA-C04D-8AAE-36D8B62990BB}"/>
                </a:ext>
              </a:extLst>
            </p:cNvPr>
            <p:cNvGrpSpPr>
              <a:grpSpLocks/>
            </p:cNvGrpSpPr>
            <p:nvPr/>
          </p:nvGrpSpPr>
          <p:grpSpPr bwMode="auto">
            <a:xfrm>
              <a:off x="3287" y="1744"/>
              <a:ext cx="205" cy="250"/>
              <a:chOff x="2954" y="2425"/>
              <a:chExt cx="208" cy="250"/>
            </a:xfrm>
          </p:grpSpPr>
          <p:sp>
            <p:nvSpPr>
              <p:cNvPr id="679" name="Rectangle 45">
                <a:extLst>
                  <a:ext uri="{FF2B5EF4-FFF2-40B4-BE49-F238E27FC236}">
                    <a16:creationId xmlns:a16="http://schemas.microsoft.com/office/drawing/2014/main" id="{1CABD7F6-8165-8E4A-BE47-7EF07B5564ED}"/>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80" name="Text Box 46">
                <a:extLst>
                  <a:ext uri="{FF2B5EF4-FFF2-40B4-BE49-F238E27FC236}">
                    <a16:creationId xmlns:a16="http://schemas.microsoft.com/office/drawing/2014/main" id="{92427952-B2CD-2346-8330-8A5FCBC2B9F6}"/>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u</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654" name="Group 47">
              <a:extLst>
                <a:ext uri="{FF2B5EF4-FFF2-40B4-BE49-F238E27FC236}">
                  <a16:creationId xmlns:a16="http://schemas.microsoft.com/office/drawing/2014/main" id="{976C96E8-0AD3-E941-A9F5-DF3E1A47DBD2}"/>
                </a:ext>
              </a:extLst>
            </p:cNvPr>
            <p:cNvGrpSpPr>
              <a:grpSpLocks/>
            </p:cNvGrpSpPr>
            <p:nvPr/>
          </p:nvGrpSpPr>
          <p:grpSpPr bwMode="auto">
            <a:xfrm>
              <a:off x="4461" y="2128"/>
              <a:ext cx="196" cy="250"/>
              <a:chOff x="2958" y="2425"/>
              <a:chExt cx="199" cy="250"/>
            </a:xfrm>
          </p:grpSpPr>
          <p:sp>
            <p:nvSpPr>
              <p:cNvPr id="677" name="Rectangle 48">
                <a:extLst>
                  <a:ext uri="{FF2B5EF4-FFF2-40B4-BE49-F238E27FC236}">
                    <a16:creationId xmlns:a16="http://schemas.microsoft.com/office/drawing/2014/main" id="{8916E3C2-1E79-4642-85BC-BCB2EADB203E}"/>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78" name="Text Box 49">
                <a:extLst>
                  <a:ext uri="{FF2B5EF4-FFF2-40B4-BE49-F238E27FC236}">
                    <a16:creationId xmlns:a16="http://schemas.microsoft.com/office/drawing/2014/main" id="{031FB18A-DC18-F847-BA60-BD8DC2013EBD}"/>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y</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655" name="Group 50">
              <a:extLst>
                <a:ext uri="{FF2B5EF4-FFF2-40B4-BE49-F238E27FC236}">
                  <a16:creationId xmlns:a16="http://schemas.microsoft.com/office/drawing/2014/main" id="{15EC6BC8-2051-9B43-8474-12F5179EE95D}"/>
                </a:ext>
              </a:extLst>
            </p:cNvPr>
            <p:cNvGrpSpPr>
              <a:grpSpLocks/>
            </p:cNvGrpSpPr>
            <p:nvPr/>
          </p:nvGrpSpPr>
          <p:grpSpPr bwMode="auto">
            <a:xfrm>
              <a:off x="3772" y="2095"/>
              <a:ext cx="212" cy="288"/>
              <a:chOff x="2951" y="2395"/>
              <a:chExt cx="213" cy="288"/>
            </a:xfrm>
          </p:grpSpPr>
          <p:sp>
            <p:nvSpPr>
              <p:cNvPr id="675" name="Rectangle 51">
                <a:extLst>
                  <a:ext uri="{FF2B5EF4-FFF2-40B4-BE49-F238E27FC236}">
                    <a16:creationId xmlns:a16="http://schemas.microsoft.com/office/drawing/2014/main" id="{1AF33268-294F-4241-927A-6DBA3F2D728D}"/>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76" name="Text Box 52">
                <a:extLst>
                  <a:ext uri="{FF2B5EF4-FFF2-40B4-BE49-F238E27FC236}">
                    <a16:creationId xmlns:a16="http://schemas.microsoft.com/office/drawing/2014/main" id="{8B945CFB-A2BC-1D42-84E4-882BBC95E28F}"/>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x</a:t>
                </a:r>
              </a:p>
            </p:txBody>
          </p:sp>
        </p:grpSp>
        <p:grpSp>
          <p:nvGrpSpPr>
            <p:cNvPr id="656" name="Group 53">
              <a:extLst>
                <a:ext uri="{FF2B5EF4-FFF2-40B4-BE49-F238E27FC236}">
                  <a16:creationId xmlns:a16="http://schemas.microsoft.com/office/drawing/2014/main" id="{FDD8B679-D777-2E4D-9A1F-C71EC712AEB9}"/>
                </a:ext>
              </a:extLst>
            </p:cNvPr>
            <p:cNvGrpSpPr>
              <a:grpSpLocks/>
            </p:cNvGrpSpPr>
            <p:nvPr/>
          </p:nvGrpSpPr>
          <p:grpSpPr bwMode="auto">
            <a:xfrm>
              <a:off x="4438" y="1438"/>
              <a:ext cx="232" cy="250"/>
              <a:chOff x="2941" y="2425"/>
              <a:chExt cx="235" cy="250"/>
            </a:xfrm>
          </p:grpSpPr>
          <p:sp>
            <p:nvSpPr>
              <p:cNvPr id="673" name="Rectangle 54">
                <a:extLst>
                  <a:ext uri="{FF2B5EF4-FFF2-40B4-BE49-F238E27FC236}">
                    <a16:creationId xmlns:a16="http://schemas.microsoft.com/office/drawing/2014/main" id="{6EA1D1BF-D644-594E-9DC3-6D0351A4B43B}"/>
                  </a:ext>
                </a:extLst>
              </p:cNvPr>
              <p:cNvSpPr>
                <a:spLocks noChangeArrowheads="1"/>
              </p:cNvSpPr>
              <p:nvPr/>
            </p:nvSpPr>
            <p:spPr bwMode="auto">
              <a:xfrm>
                <a:off x="2982" y="2490"/>
                <a:ext cx="146"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74" name="Text Box 55">
                <a:extLst>
                  <a:ext uri="{FF2B5EF4-FFF2-40B4-BE49-F238E27FC236}">
                    <a16:creationId xmlns:a16="http://schemas.microsoft.com/office/drawing/2014/main" id="{8FCBB617-DEFB-9744-B8A4-4E1E68D8A3D0}"/>
                  </a:ext>
                </a:extLst>
              </p:cNvPr>
              <p:cNvSpPr txBox="1">
                <a:spLocks noChangeArrowheads="1"/>
              </p:cNvSpPr>
              <p:nvPr/>
            </p:nvSpPr>
            <p:spPr bwMode="auto">
              <a:xfrm>
                <a:off x="2941" y="2425"/>
                <a:ext cx="23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w</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657" name="Group 56">
              <a:extLst>
                <a:ext uri="{FF2B5EF4-FFF2-40B4-BE49-F238E27FC236}">
                  <a16:creationId xmlns:a16="http://schemas.microsoft.com/office/drawing/2014/main" id="{28C30620-9B81-5A4E-A97C-60B4E0E32A0C}"/>
                </a:ext>
              </a:extLst>
            </p:cNvPr>
            <p:cNvGrpSpPr>
              <a:grpSpLocks/>
            </p:cNvGrpSpPr>
            <p:nvPr/>
          </p:nvGrpSpPr>
          <p:grpSpPr bwMode="auto">
            <a:xfrm>
              <a:off x="3771" y="1438"/>
              <a:ext cx="196" cy="250"/>
              <a:chOff x="2958" y="2425"/>
              <a:chExt cx="199" cy="250"/>
            </a:xfrm>
          </p:grpSpPr>
          <p:sp>
            <p:nvSpPr>
              <p:cNvPr id="671" name="Rectangle 57">
                <a:extLst>
                  <a:ext uri="{FF2B5EF4-FFF2-40B4-BE49-F238E27FC236}">
                    <a16:creationId xmlns:a16="http://schemas.microsoft.com/office/drawing/2014/main" id="{1A44830E-FAAD-D047-825F-D463DC07C53C}"/>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72" name="Text Box 58">
                <a:extLst>
                  <a:ext uri="{FF2B5EF4-FFF2-40B4-BE49-F238E27FC236}">
                    <a16:creationId xmlns:a16="http://schemas.microsoft.com/office/drawing/2014/main" id="{4A4BE0CE-ED8E-064B-AF09-AA4FC512E02E}"/>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v</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658" name="Group 59">
              <a:extLst>
                <a:ext uri="{FF2B5EF4-FFF2-40B4-BE49-F238E27FC236}">
                  <a16:creationId xmlns:a16="http://schemas.microsoft.com/office/drawing/2014/main" id="{C1F4D6C9-E81E-624A-B436-921840F8DFA8}"/>
                </a:ext>
              </a:extLst>
            </p:cNvPr>
            <p:cNvGrpSpPr>
              <a:grpSpLocks/>
            </p:cNvGrpSpPr>
            <p:nvPr/>
          </p:nvGrpSpPr>
          <p:grpSpPr bwMode="auto">
            <a:xfrm>
              <a:off x="5025" y="1756"/>
              <a:ext cx="212" cy="288"/>
              <a:chOff x="2949" y="2395"/>
              <a:chExt cx="214" cy="288"/>
            </a:xfrm>
          </p:grpSpPr>
          <p:sp>
            <p:nvSpPr>
              <p:cNvPr id="669" name="Rectangle 60">
                <a:extLst>
                  <a:ext uri="{FF2B5EF4-FFF2-40B4-BE49-F238E27FC236}">
                    <a16:creationId xmlns:a16="http://schemas.microsoft.com/office/drawing/2014/main" id="{245262F4-4026-E949-9DCB-BB9B5D9D526B}"/>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70" name="Text Box 61">
                <a:extLst>
                  <a:ext uri="{FF2B5EF4-FFF2-40B4-BE49-F238E27FC236}">
                    <a16:creationId xmlns:a16="http://schemas.microsoft.com/office/drawing/2014/main" id="{AEB3CE28-3923-3C4E-B064-B7F0BA975A57}"/>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z</a:t>
                </a:r>
              </a:p>
            </p:txBody>
          </p:sp>
        </p:grpSp>
        <p:sp>
          <p:nvSpPr>
            <p:cNvPr id="659" name="Text Box 62">
              <a:extLst>
                <a:ext uri="{FF2B5EF4-FFF2-40B4-BE49-F238E27FC236}">
                  <a16:creationId xmlns:a16="http://schemas.microsoft.com/office/drawing/2014/main" id="{701B1242-762A-7549-8469-E0E6A324702A}"/>
                </a:ext>
              </a:extLst>
            </p:cNvPr>
            <p:cNvSpPr txBox="1">
              <a:spLocks noChangeArrowheads="1"/>
            </p:cNvSpPr>
            <p:nvPr/>
          </p:nvSpPr>
          <p:spPr bwMode="auto">
            <a:xfrm>
              <a:off x="3493" y="1568"/>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60" name="Text Box 63">
              <a:extLst>
                <a:ext uri="{FF2B5EF4-FFF2-40B4-BE49-F238E27FC236}">
                  <a16:creationId xmlns:a16="http://schemas.microsoft.com/office/drawing/2014/main" id="{92C7415C-205B-0141-A835-E28CCFE34A27}"/>
                </a:ext>
              </a:extLst>
            </p:cNvPr>
            <p:cNvSpPr txBox="1">
              <a:spLocks noChangeArrowheads="1"/>
            </p:cNvSpPr>
            <p:nvPr/>
          </p:nvSpPr>
          <p:spPr bwMode="auto">
            <a:xfrm>
              <a:off x="3841" y="1787"/>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61" name="Text Box 64">
              <a:extLst>
                <a:ext uri="{FF2B5EF4-FFF2-40B4-BE49-F238E27FC236}">
                  <a16:creationId xmlns:a16="http://schemas.microsoft.com/office/drawing/2014/main" id="{F0F0E459-A754-BC42-AAB4-E313BB45E849}"/>
                </a:ext>
              </a:extLst>
            </p:cNvPr>
            <p:cNvSpPr txBox="1">
              <a:spLocks noChangeArrowheads="1"/>
            </p:cNvSpPr>
            <p:nvPr/>
          </p:nvSpPr>
          <p:spPr bwMode="auto">
            <a:xfrm>
              <a:off x="3406" y="2000"/>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62" name="Text Box 65">
              <a:extLst>
                <a:ext uri="{FF2B5EF4-FFF2-40B4-BE49-F238E27FC236}">
                  <a16:creationId xmlns:a16="http://schemas.microsoft.com/office/drawing/2014/main" id="{5A0B6924-9D83-BD4A-8CFE-9500663C144B}"/>
                </a:ext>
              </a:extLst>
            </p:cNvPr>
            <p:cNvSpPr txBox="1">
              <a:spLocks noChangeArrowheads="1"/>
            </p:cNvSpPr>
            <p:nvPr/>
          </p:nvSpPr>
          <p:spPr bwMode="auto">
            <a:xfrm>
              <a:off x="4225" y="1880"/>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63" name="Text Box 66">
              <a:extLst>
                <a:ext uri="{FF2B5EF4-FFF2-40B4-BE49-F238E27FC236}">
                  <a16:creationId xmlns:a16="http://schemas.microsoft.com/office/drawing/2014/main" id="{6E3E3D55-9237-C845-9A8D-D340C3E115D1}"/>
                </a:ext>
              </a:extLst>
            </p:cNvPr>
            <p:cNvSpPr txBox="1">
              <a:spLocks noChangeArrowheads="1"/>
            </p:cNvSpPr>
            <p:nvPr/>
          </p:nvSpPr>
          <p:spPr bwMode="auto">
            <a:xfrm>
              <a:off x="4162" y="2234"/>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64" name="Text Box 67">
              <a:extLst>
                <a:ext uri="{FF2B5EF4-FFF2-40B4-BE49-F238E27FC236}">
                  <a16:creationId xmlns:a16="http://schemas.microsoft.com/office/drawing/2014/main" id="{D025C99C-DFC7-0A4F-8AAA-17320A7C5C47}"/>
                </a:ext>
              </a:extLst>
            </p:cNvPr>
            <p:cNvSpPr txBox="1">
              <a:spLocks noChangeArrowheads="1"/>
            </p:cNvSpPr>
            <p:nvPr/>
          </p:nvSpPr>
          <p:spPr bwMode="auto">
            <a:xfrm>
              <a:off x="4522" y="1805"/>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65" name="Text Box 68">
              <a:extLst>
                <a:ext uri="{FF2B5EF4-FFF2-40B4-BE49-F238E27FC236}">
                  <a16:creationId xmlns:a16="http://schemas.microsoft.com/office/drawing/2014/main" id="{30F29813-395E-A44E-BB9F-87C86902AF0B}"/>
                </a:ext>
              </a:extLst>
            </p:cNvPr>
            <p:cNvSpPr txBox="1">
              <a:spLocks noChangeArrowheads="1"/>
            </p:cNvSpPr>
            <p:nvPr/>
          </p:nvSpPr>
          <p:spPr bwMode="auto">
            <a:xfrm>
              <a:off x="4882" y="2069"/>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66" name="Text Box 69">
              <a:extLst>
                <a:ext uri="{FF2B5EF4-FFF2-40B4-BE49-F238E27FC236}">
                  <a16:creationId xmlns:a16="http://schemas.microsoft.com/office/drawing/2014/main" id="{2B974974-7BCD-014C-BD76-E756B6797CED}"/>
                </a:ext>
              </a:extLst>
            </p:cNvPr>
            <p:cNvSpPr txBox="1">
              <a:spLocks noChangeArrowheads="1"/>
            </p:cNvSpPr>
            <p:nvPr/>
          </p:nvSpPr>
          <p:spPr bwMode="auto">
            <a:xfrm>
              <a:off x="4855" y="1532"/>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5</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67" name="Text Box 70">
              <a:extLst>
                <a:ext uri="{FF2B5EF4-FFF2-40B4-BE49-F238E27FC236}">
                  <a16:creationId xmlns:a16="http://schemas.microsoft.com/office/drawing/2014/main" id="{F094EC90-E0AA-CB45-95E4-B52B0E9BC42E}"/>
                </a:ext>
              </a:extLst>
            </p:cNvPr>
            <p:cNvSpPr txBox="1">
              <a:spLocks noChangeArrowheads="1"/>
            </p:cNvSpPr>
            <p:nvPr/>
          </p:nvSpPr>
          <p:spPr bwMode="auto">
            <a:xfrm>
              <a:off x="4120" y="1382"/>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68" name="Text Box 71">
              <a:extLst>
                <a:ext uri="{FF2B5EF4-FFF2-40B4-BE49-F238E27FC236}">
                  <a16:creationId xmlns:a16="http://schemas.microsoft.com/office/drawing/2014/main" id="{CBA2DE5C-9821-9E47-AB4D-09462934E67F}"/>
                </a:ext>
              </a:extLst>
            </p:cNvPr>
            <p:cNvSpPr txBox="1">
              <a:spLocks noChangeArrowheads="1"/>
            </p:cNvSpPr>
            <p:nvPr/>
          </p:nvSpPr>
          <p:spPr bwMode="auto">
            <a:xfrm>
              <a:off x="3769" y="1115"/>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5</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682" name="Text Box 72">
            <a:extLst>
              <a:ext uri="{FF2B5EF4-FFF2-40B4-BE49-F238E27FC236}">
                <a16:creationId xmlns:a16="http://schemas.microsoft.com/office/drawing/2014/main" id="{36F192F0-85DA-A647-A8F9-5CBF1CE818A0}"/>
              </a:ext>
            </a:extLst>
          </p:cNvPr>
          <p:cNvSpPr txBox="1">
            <a:spLocks noChangeArrowheads="1"/>
          </p:cNvSpPr>
          <p:nvPr/>
        </p:nvSpPr>
        <p:spPr bwMode="auto">
          <a:xfrm>
            <a:off x="627533" y="3788464"/>
            <a:ext cx="1985480" cy="8617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200">
                <a:latin typeface="+mn-lt"/>
              </a:rPr>
              <a:t>graph: </a:t>
            </a:r>
            <a:r>
              <a:rPr lang="en-US" sz="2200" i="1">
                <a:latin typeface="+mn-lt"/>
              </a:rPr>
              <a:t>G = (N,E)</a:t>
            </a:r>
          </a:p>
          <a:p>
            <a:pPr eaLnBrk="1" hangingPunct="1"/>
            <a:endParaRPr lang="en-US" sz="2800">
              <a:latin typeface="+mn-lt"/>
            </a:endParaRPr>
          </a:p>
        </p:txBody>
      </p:sp>
      <p:sp>
        <p:nvSpPr>
          <p:cNvPr id="2" name="TextBox 1">
            <a:extLst>
              <a:ext uri="{FF2B5EF4-FFF2-40B4-BE49-F238E27FC236}">
                <a16:creationId xmlns:a16="http://schemas.microsoft.com/office/drawing/2014/main" id="{0D50443A-E126-1D4D-BD75-6130D04D9E32}"/>
              </a:ext>
            </a:extLst>
          </p:cNvPr>
          <p:cNvSpPr txBox="1"/>
          <p:nvPr/>
        </p:nvSpPr>
        <p:spPr>
          <a:xfrm>
            <a:off x="5472726" y="1125819"/>
            <a:ext cx="5884606" cy="2123658"/>
          </a:xfrm>
          <a:prstGeom prst="rect">
            <a:avLst/>
          </a:prstGeom>
          <a:noFill/>
        </p:spPr>
        <p:txBody>
          <a:bodyPr wrap="square" rtlCol="0">
            <a:spAutoFit/>
          </a:bodyPr>
          <a:lstStyle/>
          <a:p>
            <a:r>
              <a:rPr lang="en-US" sz="2200" i="1" err="1"/>
              <a:t>c</a:t>
            </a:r>
            <a:r>
              <a:rPr lang="en-US" sz="2200" i="1" baseline="-25000" err="1"/>
              <a:t>a,b</a:t>
            </a:r>
            <a:r>
              <a:rPr lang="en-US" sz="2200" i="1"/>
              <a:t>: </a:t>
            </a:r>
            <a:r>
              <a:rPr lang="en-US" sz="2200"/>
              <a:t>cost of </a:t>
            </a:r>
            <a:r>
              <a:rPr lang="en-US" sz="2200" i="1">
                <a:solidFill>
                  <a:srgbClr val="0000A8"/>
                </a:solidFill>
              </a:rPr>
              <a:t>direct</a:t>
            </a:r>
            <a:r>
              <a:rPr lang="en-US" sz="2200"/>
              <a:t> link connecting </a:t>
            </a:r>
            <a:r>
              <a:rPr lang="en-US" sz="2200" i="1"/>
              <a:t>a</a:t>
            </a:r>
            <a:r>
              <a:rPr lang="en-US" sz="2200"/>
              <a:t> and </a:t>
            </a:r>
            <a:r>
              <a:rPr lang="en-US" sz="2200" i="1"/>
              <a:t>b</a:t>
            </a:r>
          </a:p>
          <a:p>
            <a:r>
              <a:rPr lang="en-US" sz="2200"/>
              <a:t>             </a:t>
            </a:r>
            <a:r>
              <a:rPr lang="en-US" sz="2200" i="1"/>
              <a:t>e.g., </a:t>
            </a:r>
            <a:r>
              <a:rPr lang="en-US" sz="2200" i="1" err="1"/>
              <a:t>c</a:t>
            </a:r>
            <a:r>
              <a:rPr lang="en-US" sz="2200" i="1" baseline="-25000" err="1"/>
              <a:t>w,z</a:t>
            </a:r>
            <a:r>
              <a:rPr lang="en-US" sz="2200" i="1" baseline="-25000"/>
              <a:t> </a:t>
            </a:r>
            <a:r>
              <a:rPr lang="en-US" sz="2200"/>
              <a:t>= 5, </a:t>
            </a:r>
            <a:r>
              <a:rPr lang="en-US" sz="2200" i="1" err="1"/>
              <a:t>c</a:t>
            </a:r>
            <a:r>
              <a:rPr lang="en-US" sz="2200" i="1" baseline="-25000" err="1"/>
              <a:t>u,z</a:t>
            </a:r>
            <a:r>
              <a:rPr lang="en-US" sz="2200" i="1" baseline="-25000"/>
              <a:t> </a:t>
            </a:r>
            <a:r>
              <a:rPr lang="en-US" sz="2200"/>
              <a:t>= </a:t>
            </a:r>
            <a:r>
              <a:rPr lang="en-US" sz="2200">
                <a:cs typeface="Arial" charset="0"/>
              </a:rPr>
              <a:t>∞</a:t>
            </a:r>
            <a:endParaRPr lang="en-US" sz="2200"/>
          </a:p>
          <a:p>
            <a:endParaRPr lang="en-US" sz="2200"/>
          </a:p>
          <a:p>
            <a:r>
              <a:rPr lang="en-US" sz="2200"/>
              <a:t>cost defined by network operator: could always be 1, or inversely related to bandwidth, or inversely related to congestion</a:t>
            </a:r>
          </a:p>
        </p:txBody>
      </p:sp>
      <p:sp>
        <p:nvSpPr>
          <p:cNvPr id="76" name="Text Box 72">
            <a:extLst>
              <a:ext uri="{FF2B5EF4-FFF2-40B4-BE49-F238E27FC236}">
                <a16:creationId xmlns:a16="http://schemas.microsoft.com/office/drawing/2014/main" id="{BFBE2A81-FFD1-7B4E-9584-A27B7DB3EE76}"/>
              </a:ext>
            </a:extLst>
          </p:cNvPr>
          <p:cNvSpPr txBox="1">
            <a:spLocks noChangeArrowheads="1"/>
          </p:cNvSpPr>
          <p:nvPr/>
        </p:nvSpPr>
        <p:spPr bwMode="auto">
          <a:xfrm>
            <a:off x="644116" y="4160576"/>
            <a:ext cx="4068614"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200" i="1">
                <a:latin typeface="+mn-lt"/>
              </a:rPr>
              <a:t>N: </a:t>
            </a:r>
            <a:r>
              <a:rPr lang="en-US" sz="2200">
                <a:latin typeface="+mn-lt"/>
              </a:rPr>
              <a:t>set of routers = { </a:t>
            </a:r>
            <a:r>
              <a:rPr lang="en-US" sz="2200" i="1">
                <a:latin typeface="+mn-lt"/>
              </a:rPr>
              <a:t>u, v, w, x, y, z </a:t>
            </a:r>
            <a:r>
              <a:rPr lang="en-US" sz="2200">
                <a:latin typeface="+mn-lt"/>
              </a:rPr>
              <a:t>}</a:t>
            </a:r>
          </a:p>
        </p:txBody>
      </p:sp>
      <p:sp>
        <p:nvSpPr>
          <p:cNvPr id="77" name="Text Box 72">
            <a:extLst>
              <a:ext uri="{FF2B5EF4-FFF2-40B4-BE49-F238E27FC236}">
                <a16:creationId xmlns:a16="http://schemas.microsoft.com/office/drawing/2014/main" id="{EE3DED54-15B8-EA4D-AA68-CD285B8DE31C}"/>
              </a:ext>
            </a:extLst>
          </p:cNvPr>
          <p:cNvSpPr txBox="1">
            <a:spLocks noChangeArrowheads="1"/>
          </p:cNvSpPr>
          <p:nvPr/>
        </p:nvSpPr>
        <p:spPr bwMode="auto">
          <a:xfrm>
            <a:off x="599330" y="4542913"/>
            <a:ext cx="4211409" cy="7694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200" i="1">
                <a:latin typeface="+mn-lt"/>
              </a:rPr>
              <a:t>E: </a:t>
            </a:r>
            <a:r>
              <a:rPr lang="en-US" sz="2200">
                <a:latin typeface="+mn-lt"/>
              </a:rPr>
              <a:t>set of links ={ (</a:t>
            </a:r>
            <a:r>
              <a:rPr lang="en-US" sz="2200" i="1" err="1">
                <a:latin typeface="+mn-lt"/>
              </a:rPr>
              <a:t>u,v</a:t>
            </a:r>
            <a:r>
              <a:rPr lang="en-US" sz="2200" i="1">
                <a:latin typeface="+mn-lt"/>
              </a:rPr>
              <a:t>), (</a:t>
            </a:r>
            <a:r>
              <a:rPr lang="en-US" sz="2200" i="1" err="1">
                <a:latin typeface="+mn-lt"/>
              </a:rPr>
              <a:t>u,x</a:t>
            </a:r>
            <a:r>
              <a:rPr lang="en-US" sz="2200" i="1">
                <a:latin typeface="+mn-lt"/>
              </a:rPr>
              <a:t>), (</a:t>
            </a:r>
            <a:r>
              <a:rPr lang="en-US" sz="2200" i="1" err="1">
                <a:latin typeface="+mn-lt"/>
              </a:rPr>
              <a:t>v,x</a:t>
            </a:r>
            <a:r>
              <a:rPr lang="en-US" sz="2200" i="1">
                <a:latin typeface="+mn-lt"/>
              </a:rPr>
              <a:t>), (</a:t>
            </a:r>
            <a:r>
              <a:rPr lang="en-US" sz="2200" i="1" err="1">
                <a:latin typeface="+mn-lt"/>
              </a:rPr>
              <a:t>v,w</a:t>
            </a:r>
            <a:r>
              <a:rPr lang="en-US" sz="2200" i="1">
                <a:latin typeface="+mn-lt"/>
              </a:rPr>
              <a:t>), (</a:t>
            </a:r>
            <a:r>
              <a:rPr lang="en-US" sz="2200" i="1" err="1">
                <a:latin typeface="+mn-lt"/>
              </a:rPr>
              <a:t>x,w</a:t>
            </a:r>
            <a:r>
              <a:rPr lang="en-US" sz="2200" i="1">
                <a:latin typeface="+mn-lt"/>
              </a:rPr>
              <a:t>), (</a:t>
            </a:r>
            <a:r>
              <a:rPr lang="en-US" sz="2200" i="1" err="1">
                <a:latin typeface="+mn-lt"/>
              </a:rPr>
              <a:t>x,y</a:t>
            </a:r>
            <a:r>
              <a:rPr lang="en-US" sz="2200" i="1">
                <a:latin typeface="+mn-lt"/>
              </a:rPr>
              <a:t>), (</a:t>
            </a:r>
            <a:r>
              <a:rPr lang="en-US" sz="2200" i="1" err="1">
                <a:latin typeface="+mn-lt"/>
              </a:rPr>
              <a:t>w,y</a:t>
            </a:r>
            <a:r>
              <a:rPr lang="en-US" sz="2200" i="1">
                <a:latin typeface="+mn-lt"/>
              </a:rPr>
              <a:t>), (</a:t>
            </a:r>
            <a:r>
              <a:rPr lang="en-US" sz="2200" i="1" err="1">
                <a:latin typeface="+mn-lt"/>
              </a:rPr>
              <a:t>w,z</a:t>
            </a:r>
            <a:r>
              <a:rPr lang="en-US" sz="2200" i="1">
                <a:latin typeface="+mn-lt"/>
              </a:rPr>
              <a:t>), (</a:t>
            </a:r>
            <a:r>
              <a:rPr lang="en-US" sz="2200" i="1" err="1">
                <a:latin typeface="+mn-lt"/>
              </a:rPr>
              <a:t>y,z</a:t>
            </a:r>
            <a:r>
              <a:rPr lang="en-US" sz="2200">
                <a:latin typeface="+mn-lt"/>
              </a:rPr>
              <a:t>) }</a:t>
            </a:r>
          </a:p>
        </p:txBody>
      </p:sp>
      <p:sp>
        <p:nvSpPr>
          <p:cNvPr id="3" name="Rectangle 2">
            <a:extLst>
              <a:ext uri="{FF2B5EF4-FFF2-40B4-BE49-F238E27FC236}">
                <a16:creationId xmlns:a16="http://schemas.microsoft.com/office/drawing/2014/main" id="{6E76A44F-768D-F0F0-F898-D04C7DFD5CA9}"/>
              </a:ext>
            </a:extLst>
          </p:cNvPr>
          <p:cNvSpPr/>
          <p:nvPr/>
        </p:nvSpPr>
        <p:spPr>
          <a:xfrm>
            <a:off x="627533" y="5771879"/>
            <a:ext cx="10394566" cy="7694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C00000"/>
                </a:solidFill>
              </a:rPr>
              <a:t>How to determine shortest path from one node to all other nodes in a graph?</a:t>
            </a:r>
          </a:p>
        </p:txBody>
      </p:sp>
      <p:sp>
        <p:nvSpPr>
          <p:cNvPr id="5" name="TextBox 4">
            <a:extLst>
              <a:ext uri="{FF2B5EF4-FFF2-40B4-BE49-F238E27FC236}">
                <a16:creationId xmlns:a16="http://schemas.microsoft.com/office/drawing/2014/main" id="{E37D0BC4-4AB6-8C5C-9E10-8A09518EFD29}"/>
              </a:ext>
            </a:extLst>
          </p:cNvPr>
          <p:cNvSpPr txBox="1"/>
          <p:nvPr/>
        </p:nvSpPr>
        <p:spPr>
          <a:xfrm>
            <a:off x="5472726" y="3628112"/>
            <a:ext cx="5884606" cy="1569660"/>
          </a:xfrm>
          <a:prstGeom prst="rect">
            <a:avLst/>
          </a:prstGeom>
          <a:noFill/>
        </p:spPr>
        <p:txBody>
          <a:bodyPr wrap="square" rtlCol="0">
            <a:spAutoFit/>
          </a:bodyPr>
          <a:lstStyle/>
          <a:p>
            <a:r>
              <a:rPr lang="en-US" sz="2400"/>
              <a:t>Routing is to find the </a:t>
            </a:r>
            <a:r>
              <a:rPr lang="en-US" sz="2400">
                <a:solidFill>
                  <a:srgbClr val="C00000"/>
                </a:solidFill>
              </a:rPr>
              <a:t>lowest-cost path </a:t>
            </a:r>
            <a:r>
              <a:rPr lang="en-US" sz="2400"/>
              <a:t>between any two nodes </a:t>
            </a:r>
          </a:p>
          <a:p>
            <a:pPr marL="342900" indent="-342900">
              <a:buFont typeface="Arial" panose="020B0604020202020204" pitchFamily="34" charset="0"/>
              <a:buChar char="•"/>
            </a:pPr>
            <a:r>
              <a:rPr lang="en-US" sz="2400"/>
              <a:t> Cost of a path == Sum of the costs of all the edges that make up the path</a:t>
            </a:r>
            <a:endParaRPr lang="en-US" sz="220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3215192-FD31-05D2-1DB6-110337AB4309}"/>
                  </a:ext>
                </a:extLst>
              </p14:cNvPr>
              <p14:cNvContentPartPr/>
              <p14:nvPr/>
            </p14:nvContentPartPr>
            <p14:xfrm>
              <a:off x="379080" y="967680"/>
              <a:ext cx="9115920" cy="4667400"/>
            </p14:xfrm>
          </p:contentPart>
        </mc:Choice>
        <mc:Fallback xmlns="">
          <p:pic>
            <p:nvPicPr>
              <p:cNvPr id="4" name="Ink 3">
                <a:extLst>
                  <a:ext uri="{FF2B5EF4-FFF2-40B4-BE49-F238E27FC236}">
                    <a16:creationId xmlns:a16="http://schemas.microsoft.com/office/drawing/2014/main" id="{23215192-FD31-05D2-1DB6-110337AB4309}"/>
                  </a:ext>
                </a:extLst>
              </p:cNvPr>
              <p:cNvPicPr/>
              <p:nvPr/>
            </p:nvPicPr>
            <p:blipFill>
              <a:blip r:embed="rId4"/>
              <a:stretch>
                <a:fillRect/>
              </a:stretch>
            </p:blipFill>
            <p:spPr>
              <a:xfrm>
                <a:off x="369720" y="958320"/>
                <a:ext cx="9134640" cy="4686120"/>
              </a:xfrm>
              <a:prstGeom prst="rect">
                <a:avLst/>
              </a:prstGeom>
            </p:spPr>
          </p:pic>
        </mc:Fallback>
      </mc:AlternateContent>
    </p:spTree>
    <p:extLst>
      <p:ext uri="{BB962C8B-B14F-4D97-AF65-F5344CB8AC3E}">
        <p14:creationId xmlns:p14="http://schemas.microsoft.com/office/powerpoint/2010/main" val="144881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dissolve">
                                      <p:cBhvr>
                                        <p:cTn id="7" dur="5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dissolve">
                                      <p:cBhvr>
                                        <p:cTn id="12" dur="500"/>
                                        <p:tgtEl>
                                          <p:spTgt spid="7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dissolv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6" grpId="0"/>
      <p:bldP spid="77" grpId="0"/>
      <p:bldP spid="3" grpId="0" animBg="1"/>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B6A9E-34DD-2B57-5A39-528779E0B2A1}"/>
              </a:ext>
            </a:extLst>
          </p:cNvPr>
          <p:cNvSpPr>
            <a:spLocks noGrp="1"/>
          </p:cNvSpPr>
          <p:nvPr>
            <p:ph type="title"/>
          </p:nvPr>
        </p:nvSpPr>
        <p:spPr/>
        <p:txBody>
          <a:bodyPr/>
          <a:lstStyle/>
          <a:p>
            <a:r>
              <a:rPr lang="en-US" dirty="0"/>
              <a:t>Why not use static routing?</a:t>
            </a:r>
          </a:p>
        </p:txBody>
      </p:sp>
      <p:sp>
        <p:nvSpPr>
          <p:cNvPr id="3" name="Text Placeholder 2">
            <a:extLst>
              <a:ext uri="{FF2B5EF4-FFF2-40B4-BE49-F238E27FC236}">
                <a16:creationId xmlns:a16="http://schemas.microsoft.com/office/drawing/2014/main" id="{4799E10A-A7CD-EC0A-C307-04D244645752}"/>
              </a:ext>
            </a:extLst>
          </p:cNvPr>
          <p:cNvSpPr>
            <a:spLocks noGrp="1"/>
          </p:cNvSpPr>
          <p:nvPr>
            <p:ph type="body" idx="1"/>
          </p:nvPr>
        </p:nvSpPr>
        <p:spPr/>
        <p:txBody>
          <a:bodyPr/>
          <a:lstStyle/>
          <a:p>
            <a:r>
              <a:rPr lang="en-US" dirty="0"/>
              <a:t>One might calculate all shortest paths and load them into routers</a:t>
            </a:r>
          </a:p>
          <a:p>
            <a:endParaRPr lang="en-US" dirty="0"/>
          </a:p>
          <a:p>
            <a:endParaRPr lang="en-US" dirty="0"/>
          </a:p>
          <a:p>
            <a:r>
              <a:rPr lang="en-US" dirty="0"/>
              <a:t>Problems:</a:t>
            </a:r>
          </a:p>
          <a:p>
            <a:pPr lvl="1"/>
            <a:endParaRPr lang="en-US" dirty="0"/>
          </a:p>
          <a:p>
            <a:pPr lvl="1"/>
            <a:endParaRPr lang="en-US" dirty="0"/>
          </a:p>
          <a:p>
            <a:endParaRPr lang="en-US" dirty="0"/>
          </a:p>
          <a:p>
            <a:endParaRPr lang="en-US" dirty="0"/>
          </a:p>
          <a:p>
            <a:r>
              <a:rPr lang="en-US" dirty="0"/>
              <a:t>Alternatives: dynamic and/or distributed protocol</a:t>
            </a:r>
          </a:p>
          <a:p>
            <a:pPr lvl="1"/>
            <a:r>
              <a:rPr lang="en-US" dirty="0"/>
              <a:t>Distance vector </a:t>
            </a:r>
          </a:p>
          <a:p>
            <a:pPr lvl="1"/>
            <a:r>
              <a:rPr lang="en-US" dirty="0"/>
              <a:t>Link state </a:t>
            </a:r>
          </a:p>
          <a:p>
            <a:pPr lvl="1"/>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89C1553-4311-AA93-2151-3647911C1F58}"/>
                  </a:ext>
                </a:extLst>
              </p14:cNvPr>
              <p14:cNvContentPartPr/>
              <p14:nvPr/>
            </p14:nvContentPartPr>
            <p14:xfrm>
              <a:off x="3004560" y="2817000"/>
              <a:ext cx="2544120" cy="2060640"/>
            </p14:xfrm>
          </p:contentPart>
        </mc:Choice>
        <mc:Fallback xmlns="">
          <p:pic>
            <p:nvPicPr>
              <p:cNvPr id="4" name="Ink 3">
                <a:extLst>
                  <a:ext uri="{FF2B5EF4-FFF2-40B4-BE49-F238E27FC236}">
                    <a16:creationId xmlns:a16="http://schemas.microsoft.com/office/drawing/2014/main" id="{489C1553-4311-AA93-2151-3647911C1F58}"/>
                  </a:ext>
                </a:extLst>
              </p:cNvPr>
              <p:cNvPicPr/>
              <p:nvPr/>
            </p:nvPicPr>
            <p:blipFill>
              <a:blip r:embed="rId3"/>
              <a:stretch>
                <a:fillRect/>
              </a:stretch>
            </p:blipFill>
            <p:spPr>
              <a:xfrm>
                <a:off x="2995200" y="2807640"/>
                <a:ext cx="2562840" cy="2079360"/>
              </a:xfrm>
              <a:prstGeom prst="rect">
                <a:avLst/>
              </a:prstGeom>
            </p:spPr>
          </p:pic>
        </mc:Fallback>
      </mc:AlternateContent>
    </p:spTree>
    <p:extLst>
      <p:ext uri="{BB962C8B-B14F-4D97-AF65-F5344CB8AC3E}">
        <p14:creationId xmlns:p14="http://schemas.microsoft.com/office/powerpoint/2010/main" val="1597316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E544A75-190C-D540-8EFD-BF5721DA6B9A}"/>
              </a:ext>
            </a:extLst>
          </p:cNvPr>
          <p:cNvSpPr>
            <a:spLocks noGrp="1"/>
          </p:cNvSpPr>
          <p:nvPr>
            <p:ph type="title"/>
          </p:nvPr>
        </p:nvSpPr>
        <p:spPr/>
        <p:txBody>
          <a:bodyPr/>
          <a:lstStyle/>
          <a:p>
            <a:r>
              <a:rPr lang="en-US"/>
              <a:t>Distance vector algorithm </a:t>
            </a:r>
          </a:p>
        </p:txBody>
      </p:sp>
      <p:sp>
        <p:nvSpPr>
          <p:cNvPr id="7" name="Content Placeholder 6">
            <a:extLst>
              <a:ext uri="{FF2B5EF4-FFF2-40B4-BE49-F238E27FC236}">
                <a16:creationId xmlns:a16="http://schemas.microsoft.com/office/drawing/2014/main" id="{CAD535FA-3323-5A43-A352-F3C8C44E3B62}"/>
              </a:ext>
            </a:extLst>
          </p:cNvPr>
          <p:cNvSpPr>
            <a:spLocks noGrp="1"/>
          </p:cNvSpPr>
          <p:nvPr>
            <p:ph type="body" idx="1"/>
          </p:nvPr>
        </p:nvSpPr>
        <p:spPr>
          <a:xfrm>
            <a:off x="415600" y="1536633"/>
            <a:ext cx="11776400" cy="4555200"/>
          </a:xfrm>
        </p:spPr>
        <p:txBody>
          <a:bodyPr>
            <a:normAutofit/>
          </a:bodyPr>
          <a:lstStyle/>
          <a:p>
            <a:pPr marL="130175" indent="0">
              <a:buNone/>
            </a:pPr>
            <a:r>
              <a:rPr lang="en-US" sz="3200"/>
              <a:t>Based on </a:t>
            </a:r>
            <a:r>
              <a:rPr lang="en-US" sz="3200" i="1">
                <a:solidFill>
                  <a:srgbClr val="0000A8"/>
                </a:solidFill>
              </a:rPr>
              <a:t>Bellman-Ford</a:t>
            </a:r>
            <a:r>
              <a:rPr lang="en-US" sz="3200"/>
              <a:t> (BF) equation (dynamic programming):</a:t>
            </a:r>
          </a:p>
          <a:p>
            <a:endParaRPr lang="en-US"/>
          </a:p>
        </p:txBody>
      </p:sp>
      <p:sp>
        <p:nvSpPr>
          <p:cNvPr id="2" name="Text Box 73">
            <a:extLst>
              <a:ext uri="{FF2B5EF4-FFF2-40B4-BE49-F238E27FC236}">
                <a16:creationId xmlns:a16="http://schemas.microsoft.com/office/drawing/2014/main" id="{FF3A3369-B39E-A896-5C37-F59A31D8E44F}"/>
              </a:ext>
            </a:extLst>
          </p:cNvPr>
          <p:cNvSpPr txBox="1">
            <a:spLocks noChangeArrowheads="1"/>
          </p:cNvSpPr>
          <p:nvPr/>
        </p:nvSpPr>
        <p:spPr bwMode="auto">
          <a:xfrm>
            <a:off x="565759" y="2504795"/>
            <a:ext cx="11060482"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mn-lt"/>
                <a:ea typeface="ＭＳ Ｐゴシック" charset="0"/>
              </a:rPr>
              <a:t>Suppose that </a:t>
            </a:r>
            <a:r>
              <a:rPr kumimoji="0" lang="en-US" sz="2800" b="0" i="1" strike="noStrike" kern="0" cap="none" spc="0" normalizeH="0" baseline="0" noProof="0">
                <a:ln>
                  <a:noFill/>
                </a:ln>
                <a:solidFill>
                  <a:srgbClr val="000000"/>
                </a:solidFill>
                <a:effectLst/>
                <a:uLnTx/>
                <a:uFillTx/>
                <a:latin typeface="+mn-lt"/>
                <a:ea typeface="ＭＳ Ｐゴシック" charset="0"/>
              </a:rPr>
              <a:t>u</a:t>
            </a:r>
            <a:r>
              <a:rPr kumimoji="0" lang="en-US" sz="2800" b="0" i="0" u="none" strike="noStrike" kern="0" cap="none" spc="0" normalizeH="0" baseline="0" noProof="0">
                <a:ln>
                  <a:noFill/>
                </a:ln>
                <a:solidFill>
                  <a:srgbClr val="000000"/>
                </a:solidFill>
                <a:effectLst/>
                <a:uLnTx/>
                <a:uFillTx/>
                <a:latin typeface="+mn-lt"/>
                <a:ea typeface="ＭＳ Ｐゴシック" charset="0"/>
              </a:rPr>
              <a:t>’s neighboring node</a:t>
            </a:r>
            <a:r>
              <a:rPr kumimoji="0" lang="en-US" sz="2800" b="0" i="1" u="none" strike="noStrike" kern="0" cap="none" spc="0" normalizeH="0" baseline="0" noProof="0">
                <a:ln>
                  <a:noFill/>
                </a:ln>
                <a:solidFill>
                  <a:srgbClr val="000000"/>
                </a:solidFill>
                <a:effectLst/>
                <a:uLnTx/>
                <a:uFillTx/>
                <a:latin typeface="+mn-lt"/>
                <a:ea typeface="ＭＳ Ｐゴシック" charset="0"/>
              </a:rPr>
              <a:t>s, </a:t>
            </a:r>
            <a:r>
              <a:rPr kumimoji="0" lang="en-US" sz="2800" b="0" i="1" u="none" strike="noStrike" kern="0" cap="none" spc="0" normalizeH="0" baseline="0" noProof="0" err="1">
                <a:ln>
                  <a:noFill/>
                </a:ln>
                <a:solidFill>
                  <a:srgbClr val="000000"/>
                </a:solidFill>
                <a:effectLst/>
                <a:uLnTx/>
                <a:uFillTx/>
                <a:latin typeface="+mn-lt"/>
                <a:ea typeface="ＭＳ Ｐゴシック" charset="0"/>
              </a:rPr>
              <a:t>x,v,w</a:t>
            </a:r>
            <a:r>
              <a:rPr kumimoji="0" lang="en-US" sz="2800" b="0" i="1" u="none" strike="noStrike" kern="0" cap="none" spc="0" normalizeH="0" baseline="0" noProof="0">
                <a:ln>
                  <a:noFill/>
                </a:ln>
                <a:solidFill>
                  <a:srgbClr val="000000"/>
                </a:solidFill>
                <a:effectLst/>
                <a:uLnTx/>
                <a:uFillTx/>
                <a:latin typeface="+mn-lt"/>
                <a:ea typeface="ＭＳ Ｐゴシック" charset="0"/>
              </a:rPr>
              <a:t>, </a:t>
            </a:r>
            <a:r>
              <a:rPr kumimoji="0" lang="en-US" sz="2800" b="0" i="0" u="none" strike="noStrike" kern="0" cap="none" spc="0" normalizeH="0" baseline="0" noProof="0">
                <a:ln>
                  <a:noFill/>
                </a:ln>
                <a:solidFill>
                  <a:srgbClr val="000000"/>
                </a:solidFill>
                <a:effectLst/>
                <a:uLnTx/>
                <a:uFillTx/>
                <a:latin typeface="+mn-lt"/>
                <a:ea typeface="ＭＳ Ｐゴシック" charset="0"/>
              </a:rPr>
              <a:t>know that for destination</a:t>
            </a:r>
            <a:r>
              <a:rPr kumimoji="0" lang="en-US" sz="2800" b="0" i="1" u="none" strike="noStrike" kern="0" cap="none" spc="0" normalizeH="0" baseline="0" noProof="0">
                <a:ln>
                  <a:noFill/>
                </a:ln>
                <a:solidFill>
                  <a:srgbClr val="000000"/>
                </a:solidFill>
                <a:effectLst/>
                <a:uLnTx/>
                <a:uFillTx/>
                <a:latin typeface="+mn-lt"/>
                <a:ea typeface="ＭＳ Ｐゴシック" charset="0"/>
              </a:rPr>
              <a:t> z</a:t>
            </a:r>
            <a:r>
              <a:rPr kumimoji="0" lang="en-US" sz="2800" b="0" i="0" u="none" strike="noStrike" kern="0" cap="none" spc="0" normalizeH="0" baseline="0" noProof="0">
                <a:ln>
                  <a:noFill/>
                </a:ln>
                <a:solidFill>
                  <a:srgbClr val="000000"/>
                </a:solidFill>
                <a:effectLst/>
                <a:uLnTx/>
                <a:uFillTx/>
                <a:latin typeface="+mn-lt"/>
                <a:ea typeface="ＭＳ Ｐゴシック" charset="0"/>
              </a:rPr>
              <a:t>:</a:t>
            </a:r>
          </a:p>
        </p:txBody>
      </p:sp>
      <p:sp>
        <p:nvSpPr>
          <p:cNvPr id="3" name="Freeform 4">
            <a:extLst>
              <a:ext uri="{FF2B5EF4-FFF2-40B4-BE49-F238E27FC236}">
                <a16:creationId xmlns:a16="http://schemas.microsoft.com/office/drawing/2014/main" id="{E6B29E84-EDE8-5764-C7B3-E8C55BB36912}"/>
              </a:ext>
            </a:extLst>
          </p:cNvPr>
          <p:cNvSpPr>
            <a:spLocks/>
          </p:cNvSpPr>
          <p:nvPr/>
        </p:nvSpPr>
        <p:spPr bwMode="auto">
          <a:xfrm>
            <a:off x="1464895" y="3708012"/>
            <a:ext cx="3571875" cy="2236788"/>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 name="Freeform 5">
            <a:extLst>
              <a:ext uri="{FF2B5EF4-FFF2-40B4-BE49-F238E27FC236}">
                <a16:creationId xmlns:a16="http://schemas.microsoft.com/office/drawing/2014/main" id="{0514F14B-60E6-F612-BA0C-3031065B0B59}"/>
              </a:ext>
            </a:extLst>
          </p:cNvPr>
          <p:cNvSpPr>
            <a:spLocks/>
          </p:cNvSpPr>
          <p:nvPr/>
        </p:nvSpPr>
        <p:spPr bwMode="auto">
          <a:xfrm>
            <a:off x="1974545" y="4561737"/>
            <a:ext cx="542925" cy="295275"/>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1" name="Oval 6">
            <a:extLst>
              <a:ext uri="{FF2B5EF4-FFF2-40B4-BE49-F238E27FC236}">
                <a16:creationId xmlns:a16="http://schemas.microsoft.com/office/drawing/2014/main" id="{F070922C-05A3-B010-D32F-6438712373C2}"/>
              </a:ext>
            </a:extLst>
          </p:cNvPr>
          <p:cNvSpPr>
            <a:spLocks noChangeArrowheads="1"/>
          </p:cNvSpPr>
          <p:nvPr/>
        </p:nvSpPr>
        <p:spPr bwMode="auto">
          <a:xfrm>
            <a:off x="1561795" y="4945912"/>
            <a:ext cx="496888" cy="128588"/>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6" name="Line 7">
            <a:extLst>
              <a:ext uri="{FF2B5EF4-FFF2-40B4-BE49-F238E27FC236}">
                <a16:creationId xmlns:a16="http://schemas.microsoft.com/office/drawing/2014/main" id="{E4080ED0-7811-77CE-356C-830D940B8E4A}"/>
              </a:ext>
            </a:extLst>
          </p:cNvPr>
          <p:cNvSpPr>
            <a:spLocks noChangeShapeType="1"/>
          </p:cNvSpPr>
          <p:nvPr/>
        </p:nvSpPr>
        <p:spPr bwMode="auto">
          <a:xfrm>
            <a:off x="1561795" y="4934799"/>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7" name="Line 8">
            <a:extLst>
              <a:ext uri="{FF2B5EF4-FFF2-40B4-BE49-F238E27FC236}">
                <a16:creationId xmlns:a16="http://schemas.microsoft.com/office/drawing/2014/main" id="{59088900-EDAD-C707-6797-19EBEB3D41A4}"/>
              </a:ext>
            </a:extLst>
          </p:cNvPr>
          <p:cNvSpPr>
            <a:spLocks noChangeShapeType="1"/>
          </p:cNvSpPr>
          <p:nvPr/>
        </p:nvSpPr>
        <p:spPr bwMode="auto">
          <a:xfrm>
            <a:off x="2058683" y="4934799"/>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8" name="Rectangle 9">
            <a:extLst>
              <a:ext uri="{FF2B5EF4-FFF2-40B4-BE49-F238E27FC236}">
                <a16:creationId xmlns:a16="http://schemas.microsoft.com/office/drawing/2014/main" id="{90B90C09-10EB-0BC3-F6F1-B37C20A3A2C5}"/>
              </a:ext>
            </a:extLst>
          </p:cNvPr>
          <p:cNvSpPr>
            <a:spLocks noChangeArrowheads="1"/>
          </p:cNvSpPr>
          <p:nvPr/>
        </p:nvSpPr>
        <p:spPr bwMode="auto">
          <a:xfrm>
            <a:off x="1561795" y="4934799"/>
            <a:ext cx="492125" cy="77788"/>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9" name="Oval 10">
            <a:extLst>
              <a:ext uri="{FF2B5EF4-FFF2-40B4-BE49-F238E27FC236}">
                <a16:creationId xmlns:a16="http://schemas.microsoft.com/office/drawing/2014/main" id="{D80B6F62-15E0-3D92-C7B9-BD2BAD366672}"/>
              </a:ext>
            </a:extLst>
          </p:cNvPr>
          <p:cNvSpPr>
            <a:spLocks noChangeArrowheads="1"/>
          </p:cNvSpPr>
          <p:nvPr/>
        </p:nvSpPr>
        <p:spPr bwMode="auto">
          <a:xfrm>
            <a:off x="1557033" y="4841137"/>
            <a:ext cx="496888" cy="150813"/>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1" name="Oval 26">
            <a:extLst>
              <a:ext uri="{FF2B5EF4-FFF2-40B4-BE49-F238E27FC236}">
                <a16:creationId xmlns:a16="http://schemas.microsoft.com/office/drawing/2014/main" id="{892CEFA2-10F1-2E07-3C17-0F2A1D007E73}"/>
              </a:ext>
            </a:extLst>
          </p:cNvPr>
          <p:cNvSpPr>
            <a:spLocks noChangeArrowheads="1"/>
          </p:cNvSpPr>
          <p:nvPr/>
        </p:nvSpPr>
        <p:spPr bwMode="auto">
          <a:xfrm>
            <a:off x="3408058" y="5555512"/>
            <a:ext cx="496888" cy="128588"/>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2" name="Line 27">
            <a:extLst>
              <a:ext uri="{FF2B5EF4-FFF2-40B4-BE49-F238E27FC236}">
                <a16:creationId xmlns:a16="http://schemas.microsoft.com/office/drawing/2014/main" id="{13EB560F-66DE-6E6A-3BEB-F0ABA96A4154}"/>
              </a:ext>
            </a:extLst>
          </p:cNvPr>
          <p:cNvSpPr>
            <a:spLocks noChangeShapeType="1"/>
          </p:cNvSpPr>
          <p:nvPr/>
        </p:nvSpPr>
        <p:spPr bwMode="auto">
          <a:xfrm>
            <a:off x="3408058" y="5544399"/>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3" name="Line 28">
            <a:extLst>
              <a:ext uri="{FF2B5EF4-FFF2-40B4-BE49-F238E27FC236}">
                <a16:creationId xmlns:a16="http://schemas.microsoft.com/office/drawing/2014/main" id="{0B7F1001-7013-D357-DB01-FF921CCC2EC5}"/>
              </a:ext>
            </a:extLst>
          </p:cNvPr>
          <p:cNvSpPr>
            <a:spLocks noChangeShapeType="1"/>
          </p:cNvSpPr>
          <p:nvPr/>
        </p:nvSpPr>
        <p:spPr bwMode="auto">
          <a:xfrm>
            <a:off x="3904945" y="5544399"/>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6" name="Rectangle 29">
            <a:extLst>
              <a:ext uri="{FF2B5EF4-FFF2-40B4-BE49-F238E27FC236}">
                <a16:creationId xmlns:a16="http://schemas.microsoft.com/office/drawing/2014/main" id="{B24775AB-FDB1-91E9-15C6-EBAC39FDA0F4}"/>
              </a:ext>
            </a:extLst>
          </p:cNvPr>
          <p:cNvSpPr>
            <a:spLocks noChangeArrowheads="1"/>
          </p:cNvSpPr>
          <p:nvPr/>
        </p:nvSpPr>
        <p:spPr bwMode="auto">
          <a:xfrm>
            <a:off x="3408058" y="5544399"/>
            <a:ext cx="492125" cy="77788"/>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27" name="Oval 30">
            <a:extLst>
              <a:ext uri="{FF2B5EF4-FFF2-40B4-BE49-F238E27FC236}">
                <a16:creationId xmlns:a16="http://schemas.microsoft.com/office/drawing/2014/main" id="{F09BD39B-694B-5202-57E1-DB7459D9E110}"/>
              </a:ext>
            </a:extLst>
          </p:cNvPr>
          <p:cNvSpPr>
            <a:spLocks noChangeArrowheads="1"/>
          </p:cNvSpPr>
          <p:nvPr/>
        </p:nvSpPr>
        <p:spPr bwMode="auto">
          <a:xfrm>
            <a:off x="3403295" y="5450737"/>
            <a:ext cx="496888" cy="150813"/>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1" name="Oval 31">
            <a:extLst>
              <a:ext uri="{FF2B5EF4-FFF2-40B4-BE49-F238E27FC236}">
                <a16:creationId xmlns:a16="http://schemas.microsoft.com/office/drawing/2014/main" id="{E52197BE-57F2-80A9-AF57-0E29A114C81F}"/>
              </a:ext>
            </a:extLst>
          </p:cNvPr>
          <p:cNvSpPr>
            <a:spLocks noChangeArrowheads="1"/>
          </p:cNvSpPr>
          <p:nvPr/>
        </p:nvSpPr>
        <p:spPr bwMode="auto">
          <a:xfrm>
            <a:off x="4304995" y="5014174"/>
            <a:ext cx="496888" cy="128588"/>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2" name="Line 32">
            <a:extLst>
              <a:ext uri="{FF2B5EF4-FFF2-40B4-BE49-F238E27FC236}">
                <a16:creationId xmlns:a16="http://schemas.microsoft.com/office/drawing/2014/main" id="{4739AEC4-BEDA-D998-29C5-9F8D74B52544}"/>
              </a:ext>
            </a:extLst>
          </p:cNvPr>
          <p:cNvSpPr>
            <a:spLocks noChangeShapeType="1"/>
          </p:cNvSpPr>
          <p:nvPr/>
        </p:nvSpPr>
        <p:spPr bwMode="auto">
          <a:xfrm>
            <a:off x="4304995" y="5003062"/>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3" name="Line 33">
            <a:extLst>
              <a:ext uri="{FF2B5EF4-FFF2-40B4-BE49-F238E27FC236}">
                <a16:creationId xmlns:a16="http://schemas.microsoft.com/office/drawing/2014/main" id="{03176452-145F-2749-D0D6-B4021EC957A8}"/>
              </a:ext>
            </a:extLst>
          </p:cNvPr>
          <p:cNvSpPr>
            <a:spLocks noChangeShapeType="1"/>
          </p:cNvSpPr>
          <p:nvPr/>
        </p:nvSpPr>
        <p:spPr bwMode="auto">
          <a:xfrm>
            <a:off x="4801883" y="5003062"/>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4" name="Rectangle 34">
            <a:extLst>
              <a:ext uri="{FF2B5EF4-FFF2-40B4-BE49-F238E27FC236}">
                <a16:creationId xmlns:a16="http://schemas.microsoft.com/office/drawing/2014/main" id="{F0F11639-1230-F69C-4856-BC710BEF8E02}"/>
              </a:ext>
            </a:extLst>
          </p:cNvPr>
          <p:cNvSpPr>
            <a:spLocks noChangeArrowheads="1"/>
          </p:cNvSpPr>
          <p:nvPr/>
        </p:nvSpPr>
        <p:spPr bwMode="auto">
          <a:xfrm>
            <a:off x="4304995" y="5003062"/>
            <a:ext cx="492125" cy="77788"/>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5" name="Oval 35">
            <a:extLst>
              <a:ext uri="{FF2B5EF4-FFF2-40B4-BE49-F238E27FC236}">
                <a16:creationId xmlns:a16="http://schemas.microsoft.com/office/drawing/2014/main" id="{02EF48F7-D437-5C8F-F24C-48562B78C9C2}"/>
              </a:ext>
            </a:extLst>
          </p:cNvPr>
          <p:cNvSpPr>
            <a:spLocks noChangeArrowheads="1"/>
          </p:cNvSpPr>
          <p:nvPr/>
        </p:nvSpPr>
        <p:spPr bwMode="auto">
          <a:xfrm>
            <a:off x="4300233" y="4909399"/>
            <a:ext cx="496888" cy="150813"/>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6" name="Freeform 36">
            <a:extLst>
              <a:ext uri="{FF2B5EF4-FFF2-40B4-BE49-F238E27FC236}">
                <a16:creationId xmlns:a16="http://schemas.microsoft.com/office/drawing/2014/main" id="{75DE2030-9258-9426-6C9F-903105A1BE97}"/>
              </a:ext>
            </a:extLst>
          </p:cNvPr>
          <p:cNvSpPr>
            <a:spLocks/>
          </p:cNvSpPr>
          <p:nvPr/>
        </p:nvSpPr>
        <p:spPr bwMode="auto">
          <a:xfrm>
            <a:off x="3655708" y="4604599"/>
            <a:ext cx="1588" cy="828675"/>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7" name="Freeform 37">
            <a:extLst>
              <a:ext uri="{FF2B5EF4-FFF2-40B4-BE49-F238E27FC236}">
                <a16:creationId xmlns:a16="http://schemas.microsoft.com/office/drawing/2014/main" id="{8C007BBE-F3FC-860B-BFBC-D0D94036538D}"/>
              </a:ext>
            </a:extLst>
          </p:cNvPr>
          <p:cNvSpPr>
            <a:spLocks/>
          </p:cNvSpPr>
          <p:nvPr/>
        </p:nvSpPr>
        <p:spPr bwMode="auto">
          <a:xfrm>
            <a:off x="2555570" y="4614124"/>
            <a:ext cx="1588" cy="852488"/>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8" name="Freeform 38">
            <a:extLst>
              <a:ext uri="{FF2B5EF4-FFF2-40B4-BE49-F238E27FC236}">
                <a16:creationId xmlns:a16="http://schemas.microsoft.com/office/drawing/2014/main" id="{4CE2FA5F-42C6-0624-2503-A9985ADA752D}"/>
              </a:ext>
            </a:extLst>
          </p:cNvPr>
          <p:cNvSpPr>
            <a:spLocks/>
          </p:cNvSpPr>
          <p:nvPr/>
        </p:nvSpPr>
        <p:spPr bwMode="auto">
          <a:xfrm>
            <a:off x="2817508" y="4590312"/>
            <a:ext cx="800100" cy="952500"/>
          </a:xfrm>
          <a:custGeom>
            <a:avLst/>
            <a:gdLst>
              <a:gd name="T0" fmla="*/ 0 w 378"/>
              <a:gd name="T1" fmla="*/ 11993521 h 174"/>
              <a:gd name="T2" fmla="*/ 5035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39" name="Freeform 39">
            <a:extLst>
              <a:ext uri="{FF2B5EF4-FFF2-40B4-BE49-F238E27FC236}">
                <a16:creationId xmlns:a16="http://schemas.microsoft.com/office/drawing/2014/main" id="{5822C2ED-1DC2-D2F9-2F34-9834B9596967}"/>
              </a:ext>
            </a:extLst>
          </p:cNvPr>
          <p:cNvSpPr>
            <a:spLocks/>
          </p:cNvSpPr>
          <p:nvPr/>
        </p:nvSpPr>
        <p:spPr bwMode="auto">
          <a:xfrm>
            <a:off x="3908120" y="5142762"/>
            <a:ext cx="581025" cy="428625"/>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0" name="Freeform 40">
            <a:extLst>
              <a:ext uri="{FF2B5EF4-FFF2-40B4-BE49-F238E27FC236}">
                <a16:creationId xmlns:a16="http://schemas.microsoft.com/office/drawing/2014/main" id="{2AB329E5-3F17-EAE1-43E8-A75E01407ED4}"/>
              </a:ext>
            </a:extLst>
          </p:cNvPr>
          <p:cNvSpPr>
            <a:spLocks/>
          </p:cNvSpPr>
          <p:nvPr/>
        </p:nvSpPr>
        <p:spPr bwMode="auto">
          <a:xfrm>
            <a:off x="2827033" y="5590437"/>
            <a:ext cx="581025" cy="1588"/>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1" name="Freeform 41">
            <a:extLst>
              <a:ext uri="{FF2B5EF4-FFF2-40B4-BE49-F238E27FC236}">
                <a16:creationId xmlns:a16="http://schemas.microsoft.com/office/drawing/2014/main" id="{44220A59-9611-E727-AE6B-EB228F925B8F}"/>
              </a:ext>
            </a:extLst>
          </p:cNvPr>
          <p:cNvSpPr>
            <a:spLocks/>
          </p:cNvSpPr>
          <p:nvPr/>
        </p:nvSpPr>
        <p:spPr bwMode="auto">
          <a:xfrm>
            <a:off x="1888820" y="5076087"/>
            <a:ext cx="438150" cy="419100"/>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2" name="Freeform 42">
            <a:extLst>
              <a:ext uri="{FF2B5EF4-FFF2-40B4-BE49-F238E27FC236}">
                <a16:creationId xmlns:a16="http://schemas.microsoft.com/office/drawing/2014/main" id="{3B2D9D57-26E4-0836-6D41-E07B599AFF2E}"/>
              </a:ext>
            </a:extLst>
          </p:cNvPr>
          <p:cNvSpPr>
            <a:spLocks/>
          </p:cNvSpPr>
          <p:nvPr/>
        </p:nvSpPr>
        <p:spPr bwMode="auto">
          <a:xfrm>
            <a:off x="2817508" y="4495062"/>
            <a:ext cx="581025" cy="1588"/>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3" name="Freeform 43">
            <a:extLst>
              <a:ext uri="{FF2B5EF4-FFF2-40B4-BE49-F238E27FC236}">
                <a16:creationId xmlns:a16="http://schemas.microsoft.com/office/drawing/2014/main" id="{B67B1234-2EA3-2423-220E-D380D0EA7709}"/>
              </a:ext>
            </a:extLst>
          </p:cNvPr>
          <p:cNvSpPr>
            <a:spLocks/>
          </p:cNvSpPr>
          <p:nvPr/>
        </p:nvSpPr>
        <p:spPr bwMode="auto">
          <a:xfrm>
            <a:off x="3889070" y="4490299"/>
            <a:ext cx="628650" cy="423863"/>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4" name="Freeform 44">
            <a:extLst>
              <a:ext uri="{FF2B5EF4-FFF2-40B4-BE49-F238E27FC236}">
                <a16:creationId xmlns:a16="http://schemas.microsoft.com/office/drawing/2014/main" id="{0427B5A2-159C-A9DC-B0D5-2B5AA42ABB76}"/>
              </a:ext>
            </a:extLst>
          </p:cNvPr>
          <p:cNvSpPr>
            <a:spLocks/>
          </p:cNvSpPr>
          <p:nvPr/>
        </p:nvSpPr>
        <p:spPr bwMode="auto">
          <a:xfrm>
            <a:off x="1798333" y="3809262"/>
            <a:ext cx="1762125" cy="1023938"/>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45" name="Group 45">
            <a:extLst>
              <a:ext uri="{FF2B5EF4-FFF2-40B4-BE49-F238E27FC236}">
                <a16:creationId xmlns:a16="http://schemas.microsoft.com/office/drawing/2014/main" id="{75EB3515-5607-59FB-74EB-A92522F4CC51}"/>
              </a:ext>
            </a:extLst>
          </p:cNvPr>
          <p:cNvGrpSpPr>
            <a:grpSpLocks/>
          </p:cNvGrpSpPr>
          <p:nvPr/>
        </p:nvGrpSpPr>
        <p:grpSpPr bwMode="auto">
          <a:xfrm>
            <a:off x="1639583" y="4758587"/>
            <a:ext cx="325438" cy="396875"/>
            <a:chOff x="2954" y="2425"/>
            <a:chExt cx="208" cy="250"/>
          </a:xfrm>
        </p:grpSpPr>
        <p:sp>
          <p:nvSpPr>
            <p:cNvPr id="46" name="Rectangle 46">
              <a:extLst>
                <a:ext uri="{FF2B5EF4-FFF2-40B4-BE49-F238E27FC236}">
                  <a16:creationId xmlns:a16="http://schemas.microsoft.com/office/drawing/2014/main" id="{B784C914-ECC2-25FF-BB4E-CFBAA1365327}"/>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7" name="Text Box 47">
              <a:extLst>
                <a:ext uri="{FF2B5EF4-FFF2-40B4-BE49-F238E27FC236}">
                  <a16:creationId xmlns:a16="http://schemas.microsoft.com/office/drawing/2014/main" id="{BE5C011B-0D0C-50C6-A790-2BF5FE7701CD}"/>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u</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48" name="Group 48">
            <a:extLst>
              <a:ext uri="{FF2B5EF4-FFF2-40B4-BE49-F238E27FC236}">
                <a16:creationId xmlns:a16="http://schemas.microsoft.com/office/drawing/2014/main" id="{0EDEA34A-2585-6478-1AA7-F19F42D48F45}"/>
              </a:ext>
            </a:extLst>
          </p:cNvPr>
          <p:cNvGrpSpPr>
            <a:grpSpLocks/>
          </p:cNvGrpSpPr>
          <p:nvPr/>
        </p:nvGrpSpPr>
        <p:grpSpPr bwMode="auto">
          <a:xfrm>
            <a:off x="3503308" y="5368187"/>
            <a:ext cx="311150" cy="396875"/>
            <a:chOff x="2958" y="2425"/>
            <a:chExt cx="199" cy="250"/>
          </a:xfrm>
        </p:grpSpPr>
        <p:sp>
          <p:nvSpPr>
            <p:cNvPr id="49" name="Rectangle 49">
              <a:extLst>
                <a:ext uri="{FF2B5EF4-FFF2-40B4-BE49-F238E27FC236}">
                  <a16:creationId xmlns:a16="http://schemas.microsoft.com/office/drawing/2014/main" id="{83CFEE98-7FF4-30B9-9743-BAA2D5E557E9}"/>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50" name="Text Box 50">
              <a:extLst>
                <a:ext uri="{FF2B5EF4-FFF2-40B4-BE49-F238E27FC236}">
                  <a16:creationId xmlns:a16="http://schemas.microsoft.com/office/drawing/2014/main" id="{E69F123A-82CA-3859-829D-D6150E44BC7A}"/>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y</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51" name="Group 60">
            <a:extLst>
              <a:ext uri="{FF2B5EF4-FFF2-40B4-BE49-F238E27FC236}">
                <a16:creationId xmlns:a16="http://schemas.microsoft.com/office/drawing/2014/main" id="{5275C6A2-E5F8-6B05-2A2C-500ACAF1DB85}"/>
              </a:ext>
            </a:extLst>
          </p:cNvPr>
          <p:cNvGrpSpPr>
            <a:grpSpLocks/>
          </p:cNvGrpSpPr>
          <p:nvPr/>
        </p:nvGrpSpPr>
        <p:grpSpPr bwMode="auto">
          <a:xfrm>
            <a:off x="4398658" y="4777637"/>
            <a:ext cx="336550" cy="457200"/>
            <a:chOff x="2949" y="2395"/>
            <a:chExt cx="214" cy="288"/>
          </a:xfrm>
        </p:grpSpPr>
        <p:sp>
          <p:nvSpPr>
            <p:cNvPr id="52" name="Rectangle 61">
              <a:extLst>
                <a:ext uri="{FF2B5EF4-FFF2-40B4-BE49-F238E27FC236}">
                  <a16:creationId xmlns:a16="http://schemas.microsoft.com/office/drawing/2014/main" id="{00C95894-D21B-AB5E-0C4D-CE4B66150D28}"/>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53" name="Text Box 62">
              <a:extLst>
                <a:ext uri="{FF2B5EF4-FFF2-40B4-BE49-F238E27FC236}">
                  <a16:creationId xmlns:a16="http://schemas.microsoft.com/office/drawing/2014/main" id="{2A7BAC12-A602-9C4F-9A70-93BF41A23D84}"/>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z</a:t>
              </a:r>
            </a:p>
          </p:txBody>
        </p:sp>
      </p:grpSp>
      <p:sp>
        <p:nvSpPr>
          <p:cNvPr id="54" name="Text Box 63">
            <a:extLst>
              <a:ext uri="{FF2B5EF4-FFF2-40B4-BE49-F238E27FC236}">
                <a16:creationId xmlns:a16="http://schemas.microsoft.com/office/drawing/2014/main" id="{3B5BC9EF-B174-BE77-731B-D9F30D317221}"/>
              </a:ext>
            </a:extLst>
          </p:cNvPr>
          <p:cNvSpPr txBox="1">
            <a:spLocks noChangeArrowheads="1"/>
          </p:cNvSpPr>
          <p:nvPr/>
        </p:nvSpPr>
        <p:spPr bwMode="auto">
          <a:xfrm>
            <a:off x="1966608" y="4479187"/>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55" name="Text Box 64">
            <a:extLst>
              <a:ext uri="{FF2B5EF4-FFF2-40B4-BE49-F238E27FC236}">
                <a16:creationId xmlns:a16="http://schemas.microsoft.com/office/drawing/2014/main" id="{F0B82A67-F8AE-7369-24FB-4CC8AB105B08}"/>
              </a:ext>
            </a:extLst>
          </p:cNvPr>
          <p:cNvSpPr txBox="1">
            <a:spLocks noChangeArrowheads="1"/>
          </p:cNvSpPr>
          <p:nvPr/>
        </p:nvSpPr>
        <p:spPr bwMode="auto">
          <a:xfrm>
            <a:off x="2519058" y="4826849"/>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56" name="Text Box 65">
            <a:extLst>
              <a:ext uri="{FF2B5EF4-FFF2-40B4-BE49-F238E27FC236}">
                <a16:creationId xmlns:a16="http://schemas.microsoft.com/office/drawing/2014/main" id="{6E97219C-7AB0-071E-612C-81C82D1647F8}"/>
              </a:ext>
            </a:extLst>
          </p:cNvPr>
          <p:cNvSpPr txBox="1">
            <a:spLocks noChangeArrowheads="1"/>
          </p:cNvSpPr>
          <p:nvPr/>
        </p:nvSpPr>
        <p:spPr bwMode="auto">
          <a:xfrm>
            <a:off x="1828495" y="5164987"/>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57" name="Text Box 66">
            <a:extLst>
              <a:ext uri="{FF2B5EF4-FFF2-40B4-BE49-F238E27FC236}">
                <a16:creationId xmlns:a16="http://schemas.microsoft.com/office/drawing/2014/main" id="{EF1F7F55-E38C-0AEB-A7E0-4ADB3F2E386E}"/>
              </a:ext>
            </a:extLst>
          </p:cNvPr>
          <p:cNvSpPr txBox="1">
            <a:spLocks noChangeArrowheads="1"/>
          </p:cNvSpPr>
          <p:nvPr/>
        </p:nvSpPr>
        <p:spPr bwMode="auto">
          <a:xfrm>
            <a:off x="3128658" y="4974487"/>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58" name="Text Box 67">
            <a:extLst>
              <a:ext uri="{FF2B5EF4-FFF2-40B4-BE49-F238E27FC236}">
                <a16:creationId xmlns:a16="http://schemas.microsoft.com/office/drawing/2014/main" id="{62152C5E-6962-CF03-7C4E-A2B5A3B16964}"/>
              </a:ext>
            </a:extLst>
          </p:cNvPr>
          <p:cNvSpPr txBox="1">
            <a:spLocks noChangeArrowheads="1"/>
          </p:cNvSpPr>
          <p:nvPr/>
        </p:nvSpPr>
        <p:spPr bwMode="auto">
          <a:xfrm>
            <a:off x="3028645" y="5536462"/>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59" name="Text Box 68">
            <a:extLst>
              <a:ext uri="{FF2B5EF4-FFF2-40B4-BE49-F238E27FC236}">
                <a16:creationId xmlns:a16="http://schemas.microsoft.com/office/drawing/2014/main" id="{B9EE4420-9646-CCE5-46D1-A083A50C8197}"/>
              </a:ext>
            </a:extLst>
          </p:cNvPr>
          <p:cNvSpPr txBox="1">
            <a:spLocks noChangeArrowheads="1"/>
          </p:cNvSpPr>
          <p:nvPr/>
        </p:nvSpPr>
        <p:spPr bwMode="auto">
          <a:xfrm>
            <a:off x="3600145" y="4855424"/>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0" name="Text Box 69">
            <a:extLst>
              <a:ext uri="{FF2B5EF4-FFF2-40B4-BE49-F238E27FC236}">
                <a16:creationId xmlns:a16="http://schemas.microsoft.com/office/drawing/2014/main" id="{C00BD066-5815-140D-343E-2EA536C5AB7A}"/>
              </a:ext>
            </a:extLst>
          </p:cNvPr>
          <p:cNvSpPr txBox="1">
            <a:spLocks noChangeArrowheads="1"/>
          </p:cNvSpPr>
          <p:nvPr/>
        </p:nvSpPr>
        <p:spPr bwMode="auto">
          <a:xfrm>
            <a:off x="4171645" y="5274524"/>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1" name="Text Box 70">
            <a:extLst>
              <a:ext uri="{FF2B5EF4-FFF2-40B4-BE49-F238E27FC236}">
                <a16:creationId xmlns:a16="http://schemas.microsoft.com/office/drawing/2014/main" id="{479D6C43-53A0-36E6-33AF-0C0507F06A2F}"/>
              </a:ext>
            </a:extLst>
          </p:cNvPr>
          <p:cNvSpPr txBox="1">
            <a:spLocks noChangeArrowheads="1"/>
          </p:cNvSpPr>
          <p:nvPr/>
        </p:nvSpPr>
        <p:spPr bwMode="auto">
          <a:xfrm>
            <a:off x="4128783" y="4422037"/>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5</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2" name="Text Box 71">
            <a:extLst>
              <a:ext uri="{FF2B5EF4-FFF2-40B4-BE49-F238E27FC236}">
                <a16:creationId xmlns:a16="http://schemas.microsoft.com/office/drawing/2014/main" id="{0ADA3D34-06CB-8FE0-F896-D5A496396270}"/>
              </a:ext>
            </a:extLst>
          </p:cNvPr>
          <p:cNvSpPr txBox="1">
            <a:spLocks noChangeArrowheads="1"/>
          </p:cNvSpPr>
          <p:nvPr/>
        </p:nvSpPr>
        <p:spPr bwMode="auto">
          <a:xfrm>
            <a:off x="2961970" y="4183912"/>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3" name="Text Box 72">
            <a:extLst>
              <a:ext uri="{FF2B5EF4-FFF2-40B4-BE49-F238E27FC236}">
                <a16:creationId xmlns:a16="http://schemas.microsoft.com/office/drawing/2014/main" id="{6B25594C-7F1B-8E04-3E27-C8FF6715A346}"/>
              </a:ext>
            </a:extLst>
          </p:cNvPr>
          <p:cNvSpPr txBox="1">
            <a:spLocks noChangeArrowheads="1"/>
          </p:cNvSpPr>
          <p:nvPr/>
        </p:nvSpPr>
        <p:spPr bwMode="auto">
          <a:xfrm>
            <a:off x="2404758" y="3760049"/>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5</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64" name="Oval 63">
            <a:extLst>
              <a:ext uri="{FF2B5EF4-FFF2-40B4-BE49-F238E27FC236}">
                <a16:creationId xmlns:a16="http://schemas.microsoft.com/office/drawing/2014/main" id="{76062B53-9C76-4EBB-8CA5-A7D8A2696E10}"/>
              </a:ext>
            </a:extLst>
          </p:cNvPr>
          <p:cNvSpPr/>
          <p:nvPr/>
        </p:nvSpPr>
        <p:spPr>
          <a:xfrm>
            <a:off x="1490598" y="4637698"/>
            <a:ext cx="613776" cy="613776"/>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oup 64">
            <a:extLst>
              <a:ext uri="{FF2B5EF4-FFF2-40B4-BE49-F238E27FC236}">
                <a16:creationId xmlns:a16="http://schemas.microsoft.com/office/drawing/2014/main" id="{3A1D0F6F-E740-D540-019D-5445715F6B52}"/>
              </a:ext>
            </a:extLst>
          </p:cNvPr>
          <p:cNvGrpSpPr/>
          <p:nvPr/>
        </p:nvGrpSpPr>
        <p:grpSpPr>
          <a:xfrm>
            <a:off x="764088" y="3322466"/>
            <a:ext cx="1691013" cy="1127342"/>
            <a:chOff x="764088" y="2192055"/>
            <a:chExt cx="1691013" cy="1127342"/>
          </a:xfrm>
        </p:grpSpPr>
        <p:sp>
          <p:nvSpPr>
            <p:cNvPr id="66" name="Freeform 65">
              <a:extLst>
                <a:ext uri="{FF2B5EF4-FFF2-40B4-BE49-F238E27FC236}">
                  <a16:creationId xmlns:a16="http://schemas.microsoft.com/office/drawing/2014/main" id="{D0DE787C-0E44-9CE5-B05A-46424D70A1E1}"/>
                </a:ext>
              </a:extLst>
            </p:cNvPr>
            <p:cNvSpPr/>
            <p:nvPr/>
          </p:nvSpPr>
          <p:spPr>
            <a:xfrm>
              <a:off x="851770" y="2630466"/>
              <a:ext cx="1603331" cy="688931"/>
            </a:xfrm>
            <a:custGeom>
              <a:avLst/>
              <a:gdLst>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3331" h="688931">
                  <a:moveTo>
                    <a:pt x="1603331" y="626301"/>
                  </a:moveTo>
                  <a:lnTo>
                    <a:pt x="1453019" y="688931"/>
                  </a:lnTo>
                  <a:cubicBezTo>
                    <a:pt x="1028055" y="405848"/>
                    <a:pt x="858413" y="306834"/>
                    <a:pt x="0" y="0"/>
                  </a:cubicBezTo>
                  <a:lnTo>
                    <a:pt x="1240077" y="0"/>
                  </a:lnTo>
                  <a:cubicBezTo>
                    <a:pt x="1367100" y="327520"/>
                    <a:pt x="1416932" y="417534"/>
                    <a:pt x="1603331" y="626301"/>
                  </a:cubicBezTo>
                  <a:close/>
                </a:path>
              </a:pathLst>
            </a:custGeom>
            <a:gradFill>
              <a:gsLst>
                <a:gs pos="0">
                  <a:schemeClr val="bg1"/>
                </a:gs>
                <a:gs pos="98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DCE7B4ED-C871-20C9-6242-CE1933DD59DB}"/>
                </a:ext>
              </a:extLst>
            </p:cNvPr>
            <p:cNvGrpSpPr/>
            <p:nvPr/>
          </p:nvGrpSpPr>
          <p:grpSpPr>
            <a:xfrm>
              <a:off x="764088" y="2192055"/>
              <a:ext cx="1346844" cy="461665"/>
              <a:chOff x="764088" y="2192055"/>
              <a:chExt cx="1346844" cy="461665"/>
            </a:xfrm>
          </p:grpSpPr>
          <p:sp>
            <p:nvSpPr>
              <p:cNvPr id="68" name="Rectangle 67">
                <a:extLst>
                  <a:ext uri="{FF2B5EF4-FFF2-40B4-BE49-F238E27FC236}">
                    <a16:creationId xmlns:a16="http://schemas.microsoft.com/office/drawing/2014/main" id="{E09C3C49-3A2D-D027-CB53-A0E440D267A6}"/>
                  </a:ext>
                </a:extLst>
              </p:cNvPr>
              <p:cNvSpPr/>
              <p:nvPr/>
            </p:nvSpPr>
            <p:spPr>
              <a:xfrm>
                <a:off x="851770" y="2242159"/>
                <a:ext cx="1240077" cy="38830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B60C1730-70E0-A0D0-E5A6-7AD543206C42}"/>
                  </a:ext>
                </a:extLst>
              </p:cNvPr>
              <p:cNvSpPr txBox="1"/>
              <p:nvPr/>
            </p:nvSpPr>
            <p:spPr>
              <a:xfrm>
                <a:off x="764088" y="2192055"/>
                <a:ext cx="1346844" cy="461665"/>
              </a:xfrm>
              <a:prstGeom prst="rect">
                <a:avLst/>
              </a:prstGeom>
              <a:noFill/>
            </p:spPr>
            <p:txBody>
              <a:bodyPr wrap="none" rtlCol="0">
                <a:spAutoFit/>
              </a:bodyPr>
              <a:lstStyle/>
              <a:p>
                <a:pPr marL="123825" lvl="0" eaLnBrk="0" fontAlgn="base" hangingPunct="0">
                  <a:spcBef>
                    <a:spcPct val="0"/>
                  </a:spcBef>
                  <a:spcAft>
                    <a:spcPct val="0"/>
                  </a:spcAft>
                  <a:defRPr/>
                </a:pPr>
                <a:r>
                  <a:rPr lang="en-US" sz="2400" i="1" kern="0">
                    <a:solidFill>
                      <a:srgbClr val="000000"/>
                    </a:solidFill>
                    <a:ea typeface="ＭＳ Ｐゴシック" charset="0"/>
                  </a:rPr>
                  <a:t>D</a:t>
                </a:r>
                <a:r>
                  <a:rPr lang="en-US" sz="2400" i="1" kern="0" baseline="-25000">
                    <a:solidFill>
                      <a:srgbClr val="000000"/>
                    </a:solidFill>
                    <a:ea typeface="ＭＳ Ｐゴシック" charset="0"/>
                  </a:rPr>
                  <a:t>v</a:t>
                </a:r>
                <a:r>
                  <a:rPr lang="en-US" sz="2400" i="1" kern="0">
                    <a:solidFill>
                      <a:srgbClr val="000000"/>
                    </a:solidFill>
                    <a:ea typeface="ＭＳ Ｐゴシック" charset="0"/>
                  </a:rPr>
                  <a:t>(z) </a:t>
                </a:r>
                <a:r>
                  <a:rPr lang="en-US" sz="2400" kern="0">
                    <a:solidFill>
                      <a:srgbClr val="000000"/>
                    </a:solidFill>
                    <a:ea typeface="ＭＳ Ｐゴシック" charset="0"/>
                  </a:rPr>
                  <a:t>= 5</a:t>
                </a:r>
                <a:endParaRPr lang="en-US" sz="2400" kern="0">
                  <a:solidFill>
                    <a:srgbClr val="000000"/>
                  </a:solidFill>
                </a:endParaRPr>
              </a:p>
            </p:txBody>
          </p:sp>
        </p:grpSp>
      </p:grpSp>
      <p:grpSp>
        <p:nvGrpSpPr>
          <p:cNvPr id="70" name="Group 69">
            <a:extLst>
              <a:ext uri="{FF2B5EF4-FFF2-40B4-BE49-F238E27FC236}">
                <a16:creationId xmlns:a16="http://schemas.microsoft.com/office/drawing/2014/main" id="{BBE2F5C1-351A-2528-CB6E-610187858037}"/>
              </a:ext>
            </a:extLst>
          </p:cNvPr>
          <p:cNvGrpSpPr/>
          <p:nvPr/>
        </p:nvGrpSpPr>
        <p:grpSpPr>
          <a:xfrm>
            <a:off x="2315033" y="4290624"/>
            <a:ext cx="501650" cy="396875"/>
            <a:chOff x="836555" y="3112712"/>
            <a:chExt cx="501650" cy="396875"/>
          </a:xfrm>
        </p:grpSpPr>
        <p:grpSp>
          <p:nvGrpSpPr>
            <p:cNvPr id="71" name="Group 70">
              <a:extLst>
                <a:ext uri="{FF2B5EF4-FFF2-40B4-BE49-F238E27FC236}">
                  <a16:creationId xmlns:a16="http://schemas.microsoft.com/office/drawing/2014/main" id="{654F59CE-6ED5-1E1C-B533-2EB79D16E7B3}"/>
                </a:ext>
              </a:extLst>
            </p:cNvPr>
            <p:cNvGrpSpPr/>
            <p:nvPr/>
          </p:nvGrpSpPr>
          <p:grpSpPr>
            <a:xfrm>
              <a:off x="836555" y="3205962"/>
              <a:ext cx="501650" cy="233363"/>
              <a:chOff x="2303158" y="3229713"/>
              <a:chExt cx="501650" cy="233363"/>
            </a:xfrm>
          </p:grpSpPr>
          <p:sp>
            <p:nvSpPr>
              <p:cNvPr id="75" name="Oval 16">
                <a:extLst>
                  <a:ext uri="{FF2B5EF4-FFF2-40B4-BE49-F238E27FC236}">
                    <a16:creationId xmlns:a16="http://schemas.microsoft.com/office/drawing/2014/main" id="{F69DB900-9ED4-74D2-F5FD-C0313266ADE6}"/>
                  </a:ext>
                </a:extLst>
              </p:cNvPr>
              <p:cNvSpPr>
                <a:spLocks noChangeArrowheads="1"/>
              </p:cNvSpPr>
              <p:nvPr/>
            </p:nvSpPr>
            <p:spPr bwMode="auto">
              <a:xfrm>
                <a:off x="2307920" y="3334488"/>
                <a:ext cx="496888" cy="128588"/>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76" name="Line 17">
                <a:extLst>
                  <a:ext uri="{FF2B5EF4-FFF2-40B4-BE49-F238E27FC236}">
                    <a16:creationId xmlns:a16="http://schemas.microsoft.com/office/drawing/2014/main" id="{AB35F3C5-C24F-B145-FFC6-51661653B2BF}"/>
                  </a:ext>
                </a:extLst>
              </p:cNvPr>
              <p:cNvSpPr>
                <a:spLocks noChangeShapeType="1"/>
              </p:cNvSpPr>
              <p:nvPr/>
            </p:nvSpPr>
            <p:spPr bwMode="auto">
              <a:xfrm>
                <a:off x="2307920" y="3323376"/>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77" name="Line 18">
                <a:extLst>
                  <a:ext uri="{FF2B5EF4-FFF2-40B4-BE49-F238E27FC236}">
                    <a16:creationId xmlns:a16="http://schemas.microsoft.com/office/drawing/2014/main" id="{F0ABEE44-C970-59F1-0212-87FD154D7763}"/>
                  </a:ext>
                </a:extLst>
              </p:cNvPr>
              <p:cNvSpPr>
                <a:spLocks noChangeShapeType="1"/>
              </p:cNvSpPr>
              <p:nvPr/>
            </p:nvSpPr>
            <p:spPr bwMode="auto">
              <a:xfrm>
                <a:off x="2804808" y="3323376"/>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78" name="Rectangle 19">
                <a:extLst>
                  <a:ext uri="{FF2B5EF4-FFF2-40B4-BE49-F238E27FC236}">
                    <a16:creationId xmlns:a16="http://schemas.microsoft.com/office/drawing/2014/main" id="{56F474DF-267B-3EC3-3EB5-1F0055BF6C51}"/>
                  </a:ext>
                </a:extLst>
              </p:cNvPr>
              <p:cNvSpPr>
                <a:spLocks noChangeArrowheads="1"/>
              </p:cNvSpPr>
              <p:nvPr/>
            </p:nvSpPr>
            <p:spPr bwMode="auto">
              <a:xfrm>
                <a:off x="2307920" y="3323376"/>
                <a:ext cx="492125" cy="77788"/>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79" name="Oval 20">
                <a:extLst>
                  <a:ext uri="{FF2B5EF4-FFF2-40B4-BE49-F238E27FC236}">
                    <a16:creationId xmlns:a16="http://schemas.microsoft.com/office/drawing/2014/main" id="{747E8121-8539-9CD1-016C-09C03798F54B}"/>
                  </a:ext>
                </a:extLst>
              </p:cNvPr>
              <p:cNvSpPr>
                <a:spLocks noChangeArrowheads="1"/>
              </p:cNvSpPr>
              <p:nvPr/>
            </p:nvSpPr>
            <p:spPr bwMode="auto">
              <a:xfrm>
                <a:off x="2303158" y="3229713"/>
                <a:ext cx="496888" cy="150813"/>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72" name="Group 57">
              <a:extLst>
                <a:ext uri="{FF2B5EF4-FFF2-40B4-BE49-F238E27FC236}">
                  <a16:creationId xmlns:a16="http://schemas.microsoft.com/office/drawing/2014/main" id="{64BAEA4E-4DA9-BED2-EF09-C16FA3CE4F0F}"/>
                </a:ext>
              </a:extLst>
            </p:cNvPr>
            <p:cNvGrpSpPr>
              <a:grpSpLocks/>
            </p:cNvGrpSpPr>
            <p:nvPr/>
          </p:nvGrpSpPr>
          <p:grpSpPr bwMode="auto">
            <a:xfrm>
              <a:off x="929455" y="3112712"/>
              <a:ext cx="311150" cy="396875"/>
              <a:chOff x="2958" y="2425"/>
              <a:chExt cx="199" cy="250"/>
            </a:xfrm>
          </p:grpSpPr>
          <p:sp>
            <p:nvSpPr>
              <p:cNvPr id="73" name="Rectangle 58">
                <a:extLst>
                  <a:ext uri="{FF2B5EF4-FFF2-40B4-BE49-F238E27FC236}">
                    <a16:creationId xmlns:a16="http://schemas.microsoft.com/office/drawing/2014/main" id="{6E88B632-F41C-3319-4010-CDFC30106543}"/>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74" name="Text Box 59">
                <a:extLst>
                  <a:ext uri="{FF2B5EF4-FFF2-40B4-BE49-F238E27FC236}">
                    <a16:creationId xmlns:a16="http://schemas.microsoft.com/office/drawing/2014/main" id="{E3F51AAE-623D-819B-3B01-9261A1422168}"/>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v</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grpSp>
        <p:nvGrpSpPr>
          <p:cNvPr id="80" name="Group 79">
            <a:extLst>
              <a:ext uri="{FF2B5EF4-FFF2-40B4-BE49-F238E27FC236}">
                <a16:creationId xmlns:a16="http://schemas.microsoft.com/office/drawing/2014/main" id="{631A33FF-2298-21DC-A4A9-D534816E5583}"/>
              </a:ext>
            </a:extLst>
          </p:cNvPr>
          <p:cNvGrpSpPr/>
          <p:nvPr/>
        </p:nvGrpSpPr>
        <p:grpSpPr>
          <a:xfrm>
            <a:off x="3717682" y="3286948"/>
            <a:ext cx="1617434" cy="1131193"/>
            <a:chOff x="3717682" y="2156537"/>
            <a:chExt cx="1617434" cy="1131193"/>
          </a:xfrm>
        </p:grpSpPr>
        <p:sp>
          <p:nvSpPr>
            <p:cNvPr id="81" name="Freeform 80">
              <a:extLst>
                <a:ext uri="{FF2B5EF4-FFF2-40B4-BE49-F238E27FC236}">
                  <a16:creationId xmlns:a16="http://schemas.microsoft.com/office/drawing/2014/main" id="{54E47647-8DDA-F0EF-579F-770D51512AE0}"/>
                </a:ext>
              </a:extLst>
            </p:cNvPr>
            <p:cNvSpPr/>
            <p:nvPr/>
          </p:nvSpPr>
          <p:spPr>
            <a:xfrm flipH="1">
              <a:off x="3717682" y="2598799"/>
              <a:ext cx="1603331" cy="688931"/>
            </a:xfrm>
            <a:custGeom>
              <a:avLst/>
              <a:gdLst>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3331" h="688931">
                  <a:moveTo>
                    <a:pt x="1603331" y="626301"/>
                  </a:moveTo>
                  <a:lnTo>
                    <a:pt x="1453019" y="688931"/>
                  </a:lnTo>
                  <a:cubicBezTo>
                    <a:pt x="1028055" y="405848"/>
                    <a:pt x="858413" y="306834"/>
                    <a:pt x="0" y="0"/>
                  </a:cubicBezTo>
                  <a:lnTo>
                    <a:pt x="1240077" y="0"/>
                  </a:lnTo>
                  <a:cubicBezTo>
                    <a:pt x="1367100" y="327520"/>
                    <a:pt x="1416932" y="417534"/>
                    <a:pt x="1603331" y="626301"/>
                  </a:cubicBezTo>
                  <a:close/>
                </a:path>
              </a:pathLst>
            </a:custGeom>
            <a:gradFill>
              <a:gsLst>
                <a:gs pos="0">
                  <a:schemeClr val="bg1"/>
                </a:gs>
                <a:gs pos="98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 name="Group 81">
              <a:extLst>
                <a:ext uri="{FF2B5EF4-FFF2-40B4-BE49-F238E27FC236}">
                  <a16:creationId xmlns:a16="http://schemas.microsoft.com/office/drawing/2014/main" id="{4D7767DB-8556-8D30-FBFC-1FB38BE9E5AC}"/>
                </a:ext>
              </a:extLst>
            </p:cNvPr>
            <p:cNvGrpSpPr/>
            <p:nvPr/>
          </p:nvGrpSpPr>
          <p:grpSpPr>
            <a:xfrm>
              <a:off x="3933770" y="2156537"/>
              <a:ext cx="1401346" cy="461665"/>
              <a:chOff x="5257869" y="2364355"/>
              <a:chExt cx="1401346" cy="461665"/>
            </a:xfrm>
          </p:grpSpPr>
          <p:sp>
            <p:nvSpPr>
              <p:cNvPr id="83" name="Rectangle 82">
                <a:extLst>
                  <a:ext uri="{FF2B5EF4-FFF2-40B4-BE49-F238E27FC236}">
                    <a16:creationId xmlns:a16="http://schemas.microsoft.com/office/drawing/2014/main" id="{DF69EEFC-4955-1A77-1595-538BB536FC65}"/>
                  </a:ext>
                </a:extLst>
              </p:cNvPr>
              <p:cNvSpPr/>
              <p:nvPr/>
            </p:nvSpPr>
            <p:spPr>
              <a:xfrm>
                <a:off x="5402893" y="2421699"/>
                <a:ext cx="1240077" cy="38830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DC042809-117E-FBCC-EE02-80D9FA9A73E0}"/>
                  </a:ext>
                </a:extLst>
              </p:cNvPr>
              <p:cNvSpPr txBox="1"/>
              <p:nvPr/>
            </p:nvSpPr>
            <p:spPr>
              <a:xfrm>
                <a:off x="5257869" y="2364355"/>
                <a:ext cx="1401346" cy="461665"/>
              </a:xfrm>
              <a:prstGeom prst="rect">
                <a:avLst/>
              </a:prstGeom>
              <a:noFill/>
            </p:spPr>
            <p:txBody>
              <a:bodyPr wrap="none" rtlCol="0">
                <a:spAutoFit/>
              </a:bodyPr>
              <a:lstStyle/>
              <a:p>
                <a:pPr marL="123825" lvl="0" eaLnBrk="0" fontAlgn="base" hangingPunct="0">
                  <a:spcBef>
                    <a:spcPct val="0"/>
                  </a:spcBef>
                  <a:spcAft>
                    <a:spcPct val="0"/>
                  </a:spcAft>
                  <a:defRPr/>
                </a:pPr>
                <a:r>
                  <a:rPr lang="en-US" sz="2400" i="1" kern="0">
                    <a:solidFill>
                      <a:srgbClr val="000000"/>
                    </a:solidFill>
                    <a:ea typeface="ＭＳ Ｐゴシック" charset="0"/>
                  </a:rPr>
                  <a:t>D</a:t>
                </a:r>
                <a:r>
                  <a:rPr lang="en-US" sz="2400" i="1" kern="0" baseline="-25000">
                    <a:solidFill>
                      <a:srgbClr val="000000"/>
                    </a:solidFill>
                    <a:ea typeface="ＭＳ Ｐゴシック" charset="0"/>
                  </a:rPr>
                  <a:t>w</a:t>
                </a:r>
                <a:r>
                  <a:rPr lang="en-US" sz="2400" i="1" kern="0">
                    <a:solidFill>
                      <a:srgbClr val="000000"/>
                    </a:solidFill>
                    <a:ea typeface="ＭＳ Ｐゴシック" charset="0"/>
                  </a:rPr>
                  <a:t>(z) = </a:t>
                </a:r>
                <a:r>
                  <a:rPr lang="en-US" sz="2400" kern="0">
                    <a:solidFill>
                      <a:srgbClr val="000000"/>
                    </a:solidFill>
                    <a:ea typeface="ＭＳ Ｐゴシック" charset="0"/>
                  </a:rPr>
                  <a:t>3</a:t>
                </a:r>
              </a:p>
            </p:txBody>
          </p:sp>
        </p:grpSp>
      </p:grpSp>
      <p:grpSp>
        <p:nvGrpSpPr>
          <p:cNvPr id="85" name="Group 84">
            <a:extLst>
              <a:ext uri="{FF2B5EF4-FFF2-40B4-BE49-F238E27FC236}">
                <a16:creationId xmlns:a16="http://schemas.microsoft.com/office/drawing/2014/main" id="{23CCDACA-3CC8-311E-9D95-7956696F0165}"/>
              </a:ext>
            </a:extLst>
          </p:cNvPr>
          <p:cNvGrpSpPr/>
          <p:nvPr/>
        </p:nvGrpSpPr>
        <p:grpSpPr>
          <a:xfrm>
            <a:off x="3392183" y="4253762"/>
            <a:ext cx="500062" cy="396875"/>
            <a:chOff x="3392183" y="3123351"/>
            <a:chExt cx="500062" cy="396875"/>
          </a:xfrm>
        </p:grpSpPr>
        <p:sp>
          <p:nvSpPr>
            <p:cNvPr id="86" name="Oval 21">
              <a:extLst>
                <a:ext uri="{FF2B5EF4-FFF2-40B4-BE49-F238E27FC236}">
                  <a16:creationId xmlns:a16="http://schemas.microsoft.com/office/drawing/2014/main" id="{94446907-4402-F79B-39C3-ECD90BECA096}"/>
                </a:ext>
              </a:extLst>
            </p:cNvPr>
            <p:cNvSpPr>
              <a:spLocks noChangeArrowheads="1"/>
            </p:cNvSpPr>
            <p:nvPr/>
          </p:nvSpPr>
          <p:spPr bwMode="auto">
            <a:xfrm>
              <a:off x="3392183" y="3328138"/>
              <a:ext cx="495300" cy="128588"/>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87" name="Line 22">
              <a:extLst>
                <a:ext uri="{FF2B5EF4-FFF2-40B4-BE49-F238E27FC236}">
                  <a16:creationId xmlns:a16="http://schemas.microsoft.com/office/drawing/2014/main" id="{2BCF9728-FCB7-A137-1526-99D6765B5428}"/>
                </a:ext>
              </a:extLst>
            </p:cNvPr>
            <p:cNvSpPr>
              <a:spLocks noChangeShapeType="1"/>
            </p:cNvSpPr>
            <p:nvPr/>
          </p:nvSpPr>
          <p:spPr bwMode="auto">
            <a:xfrm>
              <a:off x="3392183" y="3317026"/>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88" name="Line 23">
              <a:extLst>
                <a:ext uri="{FF2B5EF4-FFF2-40B4-BE49-F238E27FC236}">
                  <a16:creationId xmlns:a16="http://schemas.microsoft.com/office/drawing/2014/main" id="{2098921E-09C1-DDE5-9076-AC6C52279B51}"/>
                </a:ext>
              </a:extLst>
            </p:cNvPr>
            <p:cNvSpPr>
              <a:spLocks noChangeShapeType="1"/>
            </p:cNvSpPr>
            <p:nvPr/>
          </p:nvSpPr>
          <p:spPr bwMode="auto">
            <a:xfrm>
              <a:off x="3887483" y="3317026"/>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89" name="Rectangle 24">
              <a:extLst>
                <a:ext uri="{FF2B5EF4-FFF2-40B4-BE49-F238E27FC236}">
                  <a16:creationId xmlns:a16="http://schemas.microsoft.com/office/drawing/2014/main" id="{AC3510FD-302F-1654-78AB-5FA14E0D3AA5}"/>
                </a:ext>
              </a:extLst>
            </p:cNvPr>
            <p:cNvSpPr>
              <a:spLocks noChangeArrowheads="1"/>
            </p:cNvSpPr>
            <p:nvPr/>
          </p:nvSpPr>
          <p:spPr bwMode="auto">
            <a:xfrm>
              <a:off x="3392183" y="3317026"/>
              <a:ext cx="490538" cy="77788"/>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90" name="Oval 25">
              <a:extLst>
                <a:ext uri="{FF2B5EF4-FFF2-40B4-BE49-F238E27FC236}">
                  <a16:creationId xmlns:a16="http://schemas.microsoft.com/office/drawing/2014/main" id="{903C6778-4C4D-6A7D-A6CF-ABDA2515A174}"/>
                </a:ext>
              </a:extLst>
            </p:cNvPr>
            <p:cNvSpPr>
              <a:spLocks noChangeArrowheads="1"/>
            </p:cNvSpPr>
            <p:nvPr/>
          </p:nvSpPr>
          <p:spPr bwMode="auto">
            <a:xfrm>
              <a:off x="3396945" y="3228126"/>
              <a:ext cx="495300" cy="150813"/>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91" name="Group 54">
              <a:extLst>
                <a:ext uri="{FF2B5EF4-FFF2-40B4-BE49-F238E27FC236}">
                  <a16:creationId xmlns:a16="http://schemas.microsoft.com/office/drawing/2014/main" id="{4A6866BD-A50F-7C14-C8AC-B7ECB5CB1AB3}"/>
                </a:ext>
              </a:extLst>
            </p:cNvPr>
            <p:cNvGrpSpPr>
              <a:grpSpLocks/>
            </p:cNvGrpSpPr>
            <p:nvPr/>
          </p:nvGrpSpPr>
          <p:grpSpPr bwMode="auto">
            <a:xfrm>
              <a:off x="3466795" y="3123351"/>
              <a:ext cx="368300" cy="396875"/>
              <a:chOff x="2941" y="2413"/>
              <a:chExt cx="235" cy="250"/>
            </a:xfrm>
          </p:grpSpPr>
          <p:sp>
            <p:nvSpPr>
              <p:cNvPr id="92" name="Rectangle 55">
                <a:extLst>
                  <a:ext uri="{FF2B5EF4-FFF2-40B4-BE49-F238E27FC236}">
                    <a16:creationId xmlns:a16="http://schemas.microsoft.com/office/drawing/2014/main" id="{A6A95F14-786D-B212-82FD-5D84216684C9}"/>
                  </a:ext>
                </a:extLst>
              </p:cNvPr>
              <p:cNvSpPr>
                <a:spLocks noChangeArrowheads="1"/>
              </p:cNvSpPr>
              <p:nvPr/>
            </p:nvSpPr>
            <p:spPr bwMode="auto">
              <a:xfrm>
                <a:off x="2982" y="2490"/>
                <a:ext cx="146"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93" name="Text Box 56">
                <a:extLst>
                  <a:ext uri="{FF2B5EF4-FFF2-40B4-BE49-F238E27FC236}">
                    <a16:creationId xmlns:a16="http://schemas.microsoft.com/office/drawing/2014/main" id="{BA0C2D94-639B-A46A-0AAA-3D775835C217}"/>
                  </a:ext>
                </a:extLst>
              </p:cNvPr>
              <p:cNvSpPr txBox="1">
                <a:spLocks noChangeArrowheads="1"/>
              </p:cNvSpPr>
              <p:nvPr/>
            </p:nvSpPr>
            <p:spPr bwMode="auto">
              <a:xfrm>
                <a:off x="2941" y="2413"/>
                <a:ext cx="235"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w</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grpSp>
        <p:nvGrpSpPr>
          <p:cNvPr id="94" name="Group 93">
            <a:extLst>
              <a:ext uri="{FF2B5EF4-FFF2-40B4-BE49-F238E27FC236}">
                <a16:creationId xmlns:a16="http://schemas.microsoft.com/office/drawing/2014/main" id="{E16F3499-DDFD-5593-F358-E1FA8D3EF20E}"/>
              </a:ext>
            </a:extLst>
          </p:cNvPr>
          <p:cNvGrpSpPr/>
          <p:nvPr/>
        </p:nvGrpSpPr>
        <p:grpSpPr>
          <a:xfrm>
            <a:off x="757903" y="5670502"/>
            <a:ext cx="1688438" cy="921286"/>
            <a:chOff x="851770" y="4372180"/>
            <a:chExt cx="1688438" cy="921286"/>
          </a:xfrm>
        </p:grpSpPr>
        <p:sp>
          <p:nvSpPr>
            <p:cNvPr id="95" name="Freeform 94">
              <a:extLst>
                <a:ext uri="{FF2B5EF4-FFF2-40B4-BE49-F238E27FC236}">
                  <a16:creationId xmlns:a16="http://schemas.microsoft.com/office/drawing/2014/main" id="{4647EB66-B1DA-627B-96A4-E3F566A177A4}"/>
                </a:ext>
              </a:extLst>
            </p:cNvPr>
            <p:cNvSpPr/>
            <p:nvPr/>
          </p:nvSpPr>
          <p:spPr>
            <a:xfrm flipV="1">
              <a:off x="936877" y="4372180"/>
              <a:ext cx="1603331" cy="688931"/>
            </a:xfrm>
            <a:custGeom>
              <a:avLst/>
              <a:gdLst>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 name="connsiteX0" fmla="*/ 1603331 w 1603331"/>
                <a:gd name="connsiteY0" fmla="*/ 626301 h 688931"/>
                <a:gd name="connsiteX1" fmla="*/ 1453019 w 1603331"/>
                <a:gd name="connsiteY1" fmla="*/ 688931 h 688931"/>
                <a:gd name="connsiteX2" fmla="*/ 0 w 1603331"/>
                <a:gd name="connsiteY2" fmla="*/ 0 h 688931"/>
                <a:gd name="connsiteX3" fmla="*/ 1240077 w 1603331"/>
                <a:gd name="connsiteY3" fmla="*/ 0 h 688931"/>
                <a:gd name="connsiteX4" fmla="*/ 1603331 w 1603331"/>
                <a:gd name="connsiteY4" fmla="*/ 626301 h 688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3331" h="688931">
                  <a:moveTo>
                    <a:pt x="1603331" y="626301"/>
                  </a:moveTo>
                  <a:lnTo>
                    <a:pt x="1453019" y="688931"/>
                  </a:lnTo>
                  <a:cubicBezTo>
                    <a:pt x="1028055" y="405848"/>
                    <a:pt x="858413" y="306834"/>
                    <a:pt x="0" y="0"/>
                  </a:cubicBezTo>
                  <a:lnTo>
                    <a:pt x="1240077" y="0"/>
                  </a:lnTo>
                  <a:cubicBezTo>
                    <a:pt x="1367100" y="327520"/>
                    <a:pt x="1416932" y="417534"/>
                    <a:pt x="1603331" y="626301"/>
                  </a:cubicBezTo>
                  <a:close/>
                </a:path>
              </a:pathLst>
            </a:custGeom>
            <a:gradFill>
              <a:gsLst>
                <a:gs pos="0">
                  <a:schemeClr val="bg1"/>
                </a:gs>
                <a:gs pos="98000">
                  <a:schemeClr val="bg1">
                    <a:lumMod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95">
              <a:extLst>
                <a:ext uri="{FF2B5EF4-FFF2-40B4-BE49-F238E27FC236}">
                  <a16:creationId xmlns:a16="http://schemas.microsoft.com/office/drawing/2014/main" id="{1E224F30-1A82-FB01-DD7D-8E568CDEA380}"/>
                </a:ext>
              </a:extLst>
            </p:cNvPr>
            <p:cNvGrpSpPr/>
            <p:nvPr/>
          </p:nvGrpSpPr>
          <p:grpSpPr>
            <a:xfrm>
              <a:off x="851770" y="4831801"/>
              <a:ext cx="1342034" cy="461665"/>
              <a:chOff x="299568" y="4350851"/>
              <a:chExt cx="1342034" cy="461665"/>
            </a:xfrm>
          </p:grpSpPr>
          <p:sp>
            <p:nvSpPr>
              <p:cNvPr id="97" name="Rectangle 96">
                <a:extLst>
                  <a:ext uri="{FF2B5EF4-FFF2-40B4-BE49-F238E27FC236}">
                    <a16:creationId xmlns:a16="http://schemas.microsoft.com/office/drawing/2014/main" id="{BE250104-1B9A-B0DC-BA70-2BCE87A4D890}"/>
                  </a:ext>
                </a:extLst>
              </p:cNvPr>
              <p:cNvSpPr/>
              <p:nvPr/>
            </p:nvSpPr>
            <p:spPr>
              <a:xfrm>
                <a:off x="398223" y="4390200"/>
                <a:ext cx="1240077" cy="38830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a:extLst>
                  <a:ext uri="{FF2B5EF4-FFF2-40B4-BE49-F238E27FC236}">
                    <a16:creationId xmlns:a16="http://schemas.microsoft.com/office/drawing/2014/main" id="{F62F9A8B-DB65-EAB1-979A-8468BC453628}"/>
                  </a:ext>
                </a:extLst>
              </p:cNvPr>
              <p:cNvSpPr txBox="1"/>
              <p:nvPr/>
            </p:nvSpPr>
            <p:spPr>
              <a:xfrm>
                <a:off x="299568" y="4350851"/>
                <a:ext cx="1342034" cy="461665"/>
              </a:xfrm>
              <a:prstGeom prst="rect">
                <a:avLst/>
              </a:prstGeom>
              <a:noFill/>
            </p:spPr>
            <p:txBody>
              <a:bodyPr wrap="none" rtlCol="0">
                <a:spAutoFit/>
              </a:bodyPr>
              <a:lstStyle/>
              <a:p>
                <a:pPr marL="123825" lvl="0" eaLnBrk="0" fontAlgn="base" hangingPunct="0">
                  <a:spcBef>
                    <a:spcPct val="0"/>
                  </a:spcBef>
                  <a:spcAft>
                    <a:spcPct val="0"/>
                  </a:spcAft>
                  <a:defRPr/>
                </a:pPr>
                <a:r>
                  <a:rPr lang="en-US" sz="2400" i="1" kern="0">
                    <a:solidFill>
                      <a:srgbClr val="000000"/>
                    </a:solidFill>
                    <a:ea typeface="ＭＳ Ｐゴシック" charset="0"/>
                  </a:rPr>
                  <a:t>D</a:t>
                </a:r>
                <a:r>
                  <a:rPr lang="en-US" sz="2400" i="1" kern="0" baseline="-25000">
                    <a:solidFill>
                      <a:srgbClr val="000000"/>
                    </a:solidFill>
                    <a:ea typeface="ＭＳ Ｐゴシック" charset="0"/>
                  </a:rPr>
                  <a:t>x</a:t>
                </a:r>
                <a:r>
                  <a:rPr lang="en-US" sz="2400" i="1" kern="0">
                    <a:solidFill>
                      <a:srgbClr val="000000"/>
                    </a:solidFill>
                    <a:ea typeface="ＭＳ Ｐゴシック" charset="0"/>
                  </a:rPr>
                  <a:t>(z)</a:t>
                </a:r>
                <a:r>
                  <a:rPr lang="en-US" sz="2400" kern="0">
                    <a:solidFill>
                      <a:srgbClr val="000000"/>
                    </a:solidFill>
                    <a:ea typeface="ＭＳ Ｐゴシック" charset="0"/>
                  </a:rPr>
                  <a:t> = 3</a:t>
                </a:r>
                <a:endParaRPr lang="en-US" sz="2400" kern="0">
                  <a:solidFill>
                    <a:srgbClr val="000000"/>
                  </a:solidFill>
                </a:endParaRPr>
              </a:p>
            </p:txBody>
          </p:sp>
        </p:grpSp>
      </p:grpSp>
      <p:grpSp>
        <p:nvGrpSpPr>
          <p:cNvPr id="99" name="Group 98">
            <a:extLst>
              <a:ext uri="{FF2B5EF4-FFF2-40B4-BE49-F238E27FC236}">
                <a16:creationId xmlns:a16="http://schemas.microsoft.com/office/drawing/2014/main" id="{C4150D74-A000-B53A-58B4-CE53E43708CF}"/>
              </a:ext>
            </a:extLst>
          </p:cNvPr>
          <p:cNvGrpSpPr/>
          <p:nvPr/>
        </p:nvGrpSpPr>
        <p:grpSpPr>
          <a:xfrm>
            <a:off x="2309508" y="5315799"/>
            <a:ext cx="501650" cy="457200"/>
            <a:chOff x="2309508" y="4185388"/>
            <a:chExt cx="501650" cy="457200"/>
          </a:xfrm>
        </p:grpSpPr>
        <p:sp>
          <p:nvSpPr>
            <p:cNvPr id="100" name="Oval 11">
              <a:extLst>
                <a:ext uri="{FF2B5EF4-FFF2-40B4-BE49-F238E27FC236}">
                  <a16:creationId xmlns:a16="http://schemas.microsoft.com/office/drawing/2014/main" id="{6EF5B89F-7170-BC4F-5B90-8774EF2F7CE1}"/>
                </a:ext>
              </a:extLst>
            </p:cNvPr>
            <p:cNvSpPr>
              <a:spLocks noChangeArrowheads="1"/>
            </p:cNvSpPr>
            <p:nvPr/>
          </p:nvSpPr>
          <p:spPr bwMode="auto">
            <a:xfrm>
              <a:off x="2314270" y="4429863"/>
              <a:ext cx="496888" cy="128588"/>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01" name="Line 12">
              <a:extLst>
                <a:ext uri="{FF2B5EF4-FFF2-40B4-BE49-F238E27FC236}">
                  <a16:creationId xmlns:a16="http://schemas.microsoft.com/office/drawing/2014/main" id="{DAAA3B4C-5738-8F3B-1D13-B51646647674}"/>
                </a:ext>
              </a:extLst>
            </p:cNvPr>
            <p:cNvSpPr>
              <a:spLocks noChangeShapeType="1"/>
            </p:cNvSpPr>
            <p:nvPr/>
          </p:nvSpPr>
          <p:spPr bwMode="auto">
            <a:xfrm>
              <a:off x="2314270" y="4418751"/>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02" name="Line 13">
              <a:extLst>
                <a:ext uri="{FF2B5EF4-FFF2-40B4-BE49-F238E27FC236}">
                  <a16:creationId xmlns:a16="http://schemas.microsoft.com/office/drawing/2014/main" id="{6126B1D3-39D8-5B15-6129-E8E9C3CB145B}"/>
                </a:ext>
              </a:extLst>
            </p:cNvPr>
            <p:cNvSpPr>
              <a:spLocks noChangeShapeType="1"/>
            </p:cNvSpPr>
            <p:nvPr/>
          </p:nvSpPr>
          <p:spPr bwMode="auto">
            <a:xfrm>
              <a:off x="2811158" y="4418751"/>
              <a:ext cx="0" cy="793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03" name="Rectangle 14">
              <a:extLst>
                <a:ext uri="{FF2B5EF4-FFF2-40B4-BE49-F238E27FC236}">
                  <a16:creationId xmlns:a16="http://schemas.microsoft.com/office/drawing/2014/main" id="{5853B9AF-5274-3ED6-2B37-3117397066A6}"/>
                </a:ext>
              </a:extLst>
            </p:cNvPr>
            <p:cNvSpPr>
              <a:spLocks noChangeArrowheads="1"/>
            </p:cNvSpPr>
            <p:nvPr/>
          </p:nvSpPr>
          <p:spPr bwMode="auto">
            <a:xfrm>
              <a:off x="2314270" y="4418751"/>
              <a:ext cx="492125" cy="77788"/>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04" name="Oval 15">
              <a:extLst>
                <a:ext uri="{FF2B5EF4-FFF2-40B4-BE49-F238E27FC236}">
                  <a16:creationId xmlns:a16="http://schemas.microsoft.com/office/drawing/2014/main" id="{803B6B1C-990A-42E7-5860-695FDEB64859}"/>
                </a:ext>
              </a:extLst>
            </p:cNvPr>
            <p:cNvSpPr>
              <a:spLocks noChangeArrowheads="1"/>
            </p:cNvSpPr>
            <p:nvPr/>
          </p:nvSpPr>
          <p:spPr bwMode="auto">
            <a:xfrm>
              <a:off x="2309508" y="4325088"/>
              <a:ext cx="496888" cy="150813"/>
            </a:xfrm>
            <a:prstGeom prst="ellipse">
              <a:avLst/>
            </a:prstGeom>
            <a:solidFill>
              <a:srgbClr val="CCCCFF"/>
            </a:solidFill>
            <a:ln w="12700">
              <a:solidFill>
                <a:srgbClr val="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grpSp>
          <p:nvGrpSpPr>
            <p:cNvPr id="105" name="Group 51">
              <a:extLst>
                <a:ext uri="{FF2B5EF4-FFF2-40B4-BE49-F238E27FC236}">
                  <a16:creationId xmlns:a16="http://schemas.microsoft.com/office/drawing/2014/main" id="{9E039AF1-0CD1-FB0E-5BD8-55DA4FDD8B19}"/>
                </a:ext>
              </a:extLst>
            </p:cNvPr>
            <p:cNvGrpSpPr>
              <a:grpSpLocks/>
            </p:cNvGrpSpPr>
            <p:nvPr/>
          </p:nvGrpSpPr>
          <p:grpSpPr bwMode="auto">
            <a:xfrm>
              <a:off x="2409520" y="4185388"/>
              <a:ext cx="336550" cy="457200"/>
              <a:chOff x="2951" y="2395"/>
              <a:chExt cx="213" cy="288"/>
            </a:xfrm>
          </p:grpSpPr>
          <p:sp>
            <p:nvSpPr>
              <p:cNvPr id="106" name="Rectangle 52">
                <a:extLst>
                  <a:ext uri="{FF2B5EF4-FFF2-40B4-BE49-F238E27FC236}">
                    <a16:creationId xmlns:a16="http://schemas.microsoft.com/office/drawing/2014/main" id="{BFE02D0F-20B1-7713-844D-2EECAD5CF85C}"/>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107" name="Text Box 53">
                <a:extLst>
                  <a:ext uri="{FF2B5EF4-FFF2-40B4-BE49-F238E27FC236}">
                    <a16:creationId xmlns:a16="http://schemas.microsoft.com/office/drawing/2014/main" id="{04A85F9D-BFA8-474C-04B9-84781D4F1917}"/>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x</a:t>
                </a:r>
              </a:p>
            </p:txBody>
          </p:sp>
        </p:grpSp>
      </p:gr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E1C1219E-9303-ACDF-CD65-613D973FBB7E}"/>
                  </a:ext>
                </a:extLst>
              </p14:cNvPr>
              <p14:cNvContentPartPr/>
              <p14:nvPr/>
            </p14:nvContentPartPr>
            <p14:xfrm>
              <a:off x="1842840" y="1059480"/>
              <a:ext cx="9802080" cy="4432320"/>
            </p14:xfrm>
          </p:contentPart>
        </mc:Choice>
        <mc:Fallback xmlns="">
          <p:pic>
            <p:nvPicPr>
              <p:cNvPr id="5" name="Ink 4">
                <a:extLst>
                  <a:ext uri="{FF2B5EF4-FFF2-40B4-BE49-F238E27FC236}">
                    <a16:creationId xmlns:a16="http://schemas.microsoft.com/office/drawing/2014/main" id="{E1C1219E-9303-ACDF-CD65-613D973FBB7E}"/>
                  </a:ext>
                </a:extLst>
              </p:cNvPr>
              <p:cNvPicPr/>
              <p:nvPr/>
            </p:nvPicPr>
            <p:blipFill>
              <a:blip r:embed="rId3"/>
              <a:stretch>
                <a:fillRect/>
              </a:stretch>
            </p:blipFill>
            <p:spPr>
              <a:xfrm>
                <a:off x="1833480" y="1050120"/>
                <a:ext cx="9820800" cy="4451040"/>
              </a:xfrm>
              <a:prstGeom prst="rect">
                <a:avLst/>
              </a:prstGeom>
            </p:spPr>
          </p:pic>
        </mc:Fallback>
      </mc:AlternateContent>
    </p:spTree>
    <p:extLst>
      <p:ext uri="{BB962C8B-B14F-4D97-AF65-F5344CB8AC3E}">
        <p14:creationId xmlns:p14="http://schemas.microsoft.com/office/powerpoint/2010/main" val="3550071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500"/>
                                  </p:stCondLst>
                                  <p:childTnLst>
                                    <p:set>
                                      <p:cBhvr>
                                        <p:cTn id="6" dur="1" fill="hold">
                                          <p:stCondLst>
                                            <p:cond delay="0"/>
                                          </p:stCondLst>
                                        </p:cTn>
                                        <p:tgtEl>
                                          <p:spTgt spid="64"/>
                                        </p:tgtEl>
                                        <p:attrNameLst>
                                          <p:attrName>style.visibility</p:attrName>
                                        </p:attrNameLst>
                                      </p:cBhvr>
                                      <p:to>
                                        <p:strVal val="visible"/>
                                      </p:to>
                                    </p:set>
                                    <p:animEffect transition="in" filter="dissolve">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65"/>
                                        </p:tgtEl>
                                        <p:attrNameLst>
                                          <p:attrName>style.visibility</p:attrName>
                                        </p:attrNameLst>
                                      </p:cBhvr>
                                      <p:to>
                                        <p:strVal val="visible"/>
                                      </p:to>
                                    </p:set>
                                    <p:animEffect transition="in" filter="wipe(down)">
                                      <p:cBhvr>
                                        <p:cTn id="16" dur="500"/>
                                        <p:tgtEl>
                                          <p:spTgt spid="6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94"/>
                                        </p:tgtEl>
                                        <p:attrNameLst>
                                          <p:attrName>style.visibility</p:attrName>
                                        </p:attrNameLst>
                                      </p:cBhvr>
                                      <p:to>
                                        <p:strVal val="visible"/>
                                      </p:to>
                                    </p:set>
                                    <p:animEffect transition="in" filter="wipe(up)">
                                      <p:cBhvr>
                                        <p:cTn id="21" dur="500"/>
                                        <p:tgtEl>
                                          <p:spTgt spid="9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80"/>
                                        </p:tgtEl>
                                        <p:attrNameLst>
                                          <p:attrName>style.visibility</p:attrName>
                                        </p:attrNameLst>
                                      </p:cBhvr>
                                      <p:to>
                                        <p:strVal val="visible"/>
                                      </p:to>
                                    </p:set>
                                    <p:animEffect transition="in" filter="wipe(down)">
                                      <p:cBhvr>
                                        <p:cTn id="26"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E544A75-190C-D540-8EFD-BF5721DA6B9A}"/>
              </a:ext>
            </a:extLst>
          </p:cNvPr>
          <p:cNvSpPr>
            <a:spLocks noGrp="1"/>
          </p:cNvSpPr>
          <p:nvPr>
            <p:ph type="title"/>
          </p:nvPr>
        </p:nvSpPr>
        <p:spPr/>
        <p:txBody>
          <a:bodyPr/>
          <a:lstStyle/>
          <a:p>
            <a:r>
              <a:rPr lang="en-US"/>
              <a:t>Distance vector algorithm </a:t>
            </a:r>
          </a:p>
        </p:txBody>
      </p:sp>
      <p:sp>
        <p:nvSpPr>
          <p:cNvPr id="21" name="Rectangle 3">
            <a:extLst>
              <a:ext uri="{FF2B5EF4-FFF2-40B4-BE49-F238E27FC236}">
                <a16:creationId xmlns:a16="http://schemas.microsoft.com/office/drawing/2014/main" id="{E33E7BCD-C9D1-7D45-9F57-213BDDBFDBF8}"/>
              </a:ext>
            </a:extLst>
          </p:cNvPr>
          <p:cNvSpPr txBox="1">
            <a:spLocks noChangeArrowheads="1"/>
          </p:cNvSpPr>
          <p:nvPr/>
        </p:nvSpPr>
        <p:spPr>
          <a:xfrm>
            <a:off x="696238" y="1449887"/>
            <a:ext cx="10815181" cy="1380995"/>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charset="0"/>
              <a:buNone/>
              <a:defRPr/>
            </a:pPr>
            <a:r>
              <a:rPr lang="en-US" sz="3200">
                <a:solidFill>
                  <a:srgbClr val="CC0000"/>
                </a:solidFill>
              </a:rPr>
              <a:t>key idea: </a:t>
            </a:r>
          </a:p>
          <a:p>
            <a:pPr marL="460375" indent="-330200">
              <a:defRPr/>
            </a:pPr>
            <a:r>
              <a:rPr lang="en-US"/>
              <a:t>Every T seconds, each router sends its own distance vector estimate to neighbors</a:t>
            </a:r>
          </a:p>
        </p:txBody>
      </p:sp>
      <p:sp>
        <p:nvSpPr>
          <p:cNvPr id="23" name="Rectangle 5">
            <a:extLst>
              <a:ext uri="{FF2B5EF4-FFF2-40B4-BE49-F238E27FC236}">
                <a16:creationId xmlns:a16="http://schemas.microsoft.com/office/drawing/2014/main" id="{64DF72B6-39CC-344C-9D00-C68FD6E10584}"/>
              </a:ext>
            </a:extLst>
          </p:cNvPr>
          <p:cNvSpPr>
            <a:spLocks noChangeArrowheads="1"/>
          </p:cNvSpPr>
          <p:nvPr/>
        </p:nvSpPr>
        <p:spPr bwMode="auto">
          <a:xfrm>
            <a:off x="766468" y="4520875"/>
            <a:ext cx="10674719" cy="1500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7663" indent="-347663">
              <a:lnSpc>
                <a:spcPct val="90000"/>
              </a:lnSpc>
              <a:spcBef>
                <a:spcPct val="20000"/>
              </a:spcBef>
              <a:buClr>
                <a:srgbClr val="0000A8"/>
              </a:buClr>
              <a:buSzPct val="100000"/>
              <a:buFont typeface="Wingdings" pitchFamily="2" charset="2"/>
              <a:buChar char="§"/>
            </a:pPr>
            <a:r>
              <a:rPr lang="en-US" sz="2800"/>
              <a:t>under minor, natural conditions, the estimate </a:t>
            </a:r>
            <a:r>
              <a:rPr lang="en-US" sz="2800" i="1">
                <a:cs typeface="Times New Roman" charset="0"/>
              </a:rPr>
              <a:t>D</a:t>
            </a:r>
            <a:r>
              <a:rPr lang="en-US" sz="2800" i="1" baseline="-30000">
                <a:cs typeface="Times New Roman" charset="0"/>
              </a:rPr>
              <a:t>x</a:t>
            </a:r>
            <a:r>
              <a:rPr lang="en-US" sz="2800" i="1">
                <a:cs typeface="Times New Roman" charset="0"/>
              </a:rPr>
              <a:t>(y) converge to the actual least cost </a:t>
            </a:r>
            <a:r>
              <a:rPr lang="en-US" sz="2800"/>
              <a:t>d</a:t>
            </a:r>
            <a:r>
              <a:rPr lang="en-US" sz="2800" baseline="-25000"/>
              <a:t>x</a:t>
            </a:r>
            <a:r>
              <a:rPr lang="en-US" sz="2800"/>
              <a:t>(y)</a:t>
            </a:r>
            <a:r>
              <a:rPr lang="en-US" sz="2400"/>
              <a:t> </a:t>
            </a:r>
          </a:p>
        </p:txBody>
      </p:sp>
      <p:grpSp>
        <p:nvGrpSpPr>
          <p:cNvPr id="4" name="Group 3">
            <a:extLst>
              <a:ext uri="{FF2B5EF4-FFF2-40B4-BE49-F238E27FC236}">
                <a16:creationId xmlns:a16="http://schemas.microsoft.com/office/drawing/2014/main" id="{2D26794A-966A-6D45-813B-D1EAD011046F}"/>
              </a:ext>
            </a:extLst>
          </p:cNvPr>
          <p:cNvGrpSpPr/>
          <p:nvPr/>
        </p:nvGrpSpPr>
        <p:grpSpPr>
          <a:xfrm>
            <a:off x="648222" y="2792259"/>
            <a:ext cx="10815181" cy="1412234"/>
            <a:chOff x="648222" y="2792259"/>
            <a:chExt cx="10815181" cy="1412234"/>
          </a:xfrm>
        </p:grpSpPr>
        <p:sp>
          <p:nvSpPr>
            <p:cNvPr id="22" name="Rectangle 4">
              <a:extLst>
                <a:ext uri="{FF2B5EF4-FFF2-40B4-BE49-F238E27FC236}">
                  <a16:creationId xmlns:a16="http://schemas.microsoft.com/office/drawing/2014/main" id="{8820A465-F22E-4E44-9E83-58539B59DFB8}"/>
                </a:ext>
              </a:extLst>
            </p:cNvPr>
            <p:cNvSpPr>
              <a:spLocks noChangeArrowheads="1"/>
            </p:cNvSpPr>
            <p:nvPr/>
          </p:nvSpPr>
          <p:spPr bwMode="auto">
            <a:xfrm>
              <a:off x="2556528" y="3681273"/>
              <a:ext cx="6709465"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r>
                <a:rPr lang="en-US" sz="2800" i="1">
                  <a:solidFill>
                    <a:srgbClr val="CC0000"/>
                  </a:solidFill>
                  <a:cs typeface="Times New Roman" charset="0"/>
                </a:rPr>
                <a:t>D</a:t>
              </a:r>
              <a:r>
                <a:rPr lang="en-US" sz="2800" i="1" baseline="-30000">
                  <a:solidFill>
                    <a:srgbClr val="CC0000"/>
                  </a:solidFill>
                  <a:cs typeface="Times New Roman" charset="0"/>
                </a:rPr>
                <a:t>x</a:t>
              </a:r>
              <a:r>
                <a:rPr lang="en-US" sz="2800" i="1">
                  <a:solidFill>
                    <a:srgbClr val="CC0000"/>
                  </a:solidFill>
                  <a:cs typeface="Times New Roman" charset="0"/>
                </a:rPr>
                <a:t>(y) ← min</a:t>
              </a:r>
              <a:r>
                <a:rPr lang="en-US" sz="2800" i="1" baseline="-30000">
                  <a:solidFill>
                    <a:srgbClr val="CC0000"/>
                  </a:solidFill>
                  <a:cs typeface="Times New Roman" charset="0"/>
                </a:rPr>
                <a:t>v</a:t>
              </a:r>
              <a:r>
                <a:rPr lang="en-US" sz="2800" i="1">
                  <a:solidFill>
                    <a:srgbClr val="CC0000"/>
                  </a:solidFill>
                  <a:cs typeface="Times New Roman" charset="0"/>
                </a:rPr>
                <a:t>{c</a:t>
              </a:r>
              <a:r>
                <a:rPr lang="en-US" sz="2800" i="1" baseline="-25000">
                  <a:solidFill>
                    <a:srgbClr val="CC0000"/>
                  </a:solidFill>
                  <a:cs typeface="Times New Roman" charset="0"/>
                </a:rPr>
                <a:t>x,v </a:t>
              </a:r>
              <a:r>
                <a:rPr lang="en-US" sz="2800" i="1">
                  <a:solidFill>
                    <a:srgbClr val="CC0000"/>
                  </a:solidFill>
                  <a:cs typeface="Times New Roman" charset="0"/>
                </a:rPr>
                <a:t>+ D</a:t>
              </a:r>
              <a:r>
                <a:rPr lang="en-US" sz="2800" i="1" baseline="-30000">
                  <a:solidFill>
                    <a:srgbClr val="CC0000"/>
                  </a:solidFill>
                  <a:cs typeface="Times New Roman" charset="0"/>
                </a:rPr>
                <a:t>v</a:t>
              </a:r>
              <a:r>
                <a:rPr lang="en-US" sz="2800" i="1">
                  <a:solidFill>
                    <a:srgbClr val="CC0000"/>
                  </a:solidFill>
                  <a:cs typeface="Times New Roman" charset="0"/>
                </a:rPr>
                <a:t>(y)}  </a:t>
              </a:r>
              <a:r>
                <a:rPr lang="en-US" sz="2800">
                  <a:cs typeface="Times New Roman" charset="0"/>
                </a:rPr>
                <a:t>for each node </a:t>
              </a:r>
              <a:r>
                <a:rPr lang="en-US" sz="2800" i="1">
                  <a:cs typeface="Times New Roman" charset="0"/>
                </a:rPr>
                <a:t>y</a:t>
              </a:r>
              <a:r>
                <a:rPr lang="en-US" sz="2800">
                  <a:cs typeface="Times New Roman" charset="0"/>
                </a:rPr>
                <a:t> </a:t>
              </a:r>
              <a:r>
                <a:rPr lang="en-US" sz="2800">
                  <a:ea typeface="MS Mincho" charset="0"/>
                  <a:cs typeface="MS Mincho" charset="0"/>
                </a:rPr>
                <a:t>∊</a:t>
              </a:r>
              <a:r>
                <a:rPr lang="en-US" sz="2800">
                  <a:cs typeface="Times New Roman" charset="0"/>
                </a:rPr>
                <a:t> </a:t>
              </a:r>
              <a:r>
                <a:rPr lang="en-US" sz="2800" i="1">
                  <a:cs typeface="Times New Roman" charset="0"/>
                </a:rPr>
                <a:t>N</a:t>
              </a:r>
            </a:p>
          </p:txBody>
        </p:sp>
        <p:sp>
          <p:nvSpPr>
            <p:cNvPr id="26" name="Rectangle 3">
              <a:extLst>
                <a:ext uri="{FF2B5EF4-FFF2-40B4-BE49-F238E27FC236}">
                  <a16:creationId xmlns:a16="http://schemas.microsoft.com/office/drawing/2014/main" id="{76402688-900A-584B-96BE-A2D2A8F80C55}"/>
                </a:ext>
              </a:extLst>
            </p:cNvPr>
            <p:cNvSpPr txBox="1">
              <a:spLocks noChangeArrowheads="1"/>
            </p:cNvSpPr>
            <p:nvPr/>
          </p:nvSpPr>
          <p:spPr>
            <a:xfrm>
              <a:off x="648222" y="2792259"/>
              <a:ext cx="10815181" cy="101565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indent="-330200">
                <a:defRPr/>
              </a:pPr>
              <a:r>
                <a:rPr lang="en-US"/>
                <a:t>when </a:t>
              </a:r>
              <a:r>
                <a:rPr lang="en-US" i="1"/>
                <a:t>x</a:t>
              </a:r>
              <a:r>
                <a:rPr lang="en-US"/>
                <a:t> receives new DV estimate from any neighbor, it updates its own DV using BF equation:</a:t>
              </a:r>
            </a:p>
          </p:txBody>
        </p:sp>
      </p:grpSp>
    </p:spTree>
    <p:extLst>
      <p:ext uri="{BB962C8B-B14F-4D97-AF65-F5344CB8AC3E}">
        <p14:creationId xmlns:p14="http://schemas.microsoft.com/office/powerpoint/2010/main" val="3353676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43F072-5A83-2ECC-63F3-89B414BE473E}"/>
              </a:ext>
            </a:extLst>
          </p:cNvPr>
          <p:cNvSpPr>
            <a:spLocks noGrp="1"/>
          </p:cNvSpPr>
          <p:nvPr>
            <p:ph type="title"/>
          </p:nvPr>
        </p:nvSpPr>
        <p:spPr/>
        <p:txBody>
          <a:bodyPr/>
          <a:lstStyle/>
          <a:p>
            <a:r>
              <a:rPr lang="en-US" dirty="0"/>
              <a:t>Distance vector: Example</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5D9DBBB-642C-8767-7B42-4D7D48FC8834}"/>
                  </a:ext>
                </a:extLst>
              </p14:cNvPr>
              <p14:cNvContentPartPr/>
              <p14:nvPr/>
            </p14:nvContentPartPr>
            <p14:xfrm>
              <a:off x="694418" y="9639658"/>
              <a:ext cx="138240" cy="15840"/>
            </p14:xfrm>
          </p:contentPart>
        </mc:Choice>
        <mc:Fallback xmlns="">
          <p:pic>
            <p:nvPicPr>
              <p:cNvPr id="4" name="Ink 3">
                <a:extLst>
                  <a:ext uri="{FF2B5EF4-FFF2-40B4-BE49-F238E27FC236}">
                    <a16:creationId xmlns:a16="http://schemas.microsoft.com/office/drawing/2014/main" id="{75D9DBBB-642C-8767-7B42-4D7D48FC8834}"/>
                  </a:ext>
                </a:extLst>
              </p:cNvPr>
              <p:cNvPicPr/>
              <p:nvPr/>
            </p:nvPicPr>
            <p:blipFill>
              <a:blip r:embed="rId4"/>
              <a:stretch>
                <a:fillRect/>
              </a:stretch>
            </p:blipFill>
            <p:spPr>
              <a:xfrm>
                <a:off x="685395" y="9630658"/>
                <a:ext cx="155926"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95C22428-DA8B-6E44-D70E-B5494BA85641}"/>
                  </a:ext>
                </a:extLst>
              </p14:cNvPr>
              <p14:cNvContentPartPr/>
              <p14:nvPr/>
            </p14:nvContentPartPr>
            <p14:xfrm>
              <a:off x="680442" y="1233651"/>
              <a:ext cx="1621440" cy="1018080"/>
            </p14:xfrm>
          </p:contentPart>
        </mc:Choice>
        <mc:Fallback xmlns="">
          <p:pic>
            <p:nvPicPr>
              <p:cNvPr id="12" name="Ink 11">
                <a:extLst>
                  <a:ext uri="{FF2B5EF4-FFF2-40B4-BE49-F238E27FC236}">
                    <a16:creationId xmlns:a16="http://schemas.microsoft.com/office/drawing/2014/main" id="{95C22428-DA8B-6E44-D70E-B5494BA85641}"/>
                  </a:ext>
                </a:extLst>
              </p:cNvPr>
              <p:cNvPicPr/>
              <p:nvPr/>
            </p:nvPicPr>
            <p:blipFill>
              <a:blip r:embed="rId6"/>
              <a:stretch>
                <a:fillRect/>
              </a:stretch>
            </p:blipFill>
            <p:spPr>
              <a:xfrm>
                <a:off x="664962" y="1218166"/>
                <a:ext cx="1652040" cy="104869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99E0837E-DE46-D4B8-69B2-7DE60E0867D4}"/>
                  </a:ext>
                </a:extLst>
              </p14:cNvPr>
              <p14:cNvContentPartPr/>
              <p14:nvPr/>
            </p14:nvContentPartPr>
            <p14:xfrm>
              <a:off x="1154922" y="1562691"/>
              <a:ext cx="2004840" cy="887760"/>
            </p14:xfrm>
          </p:contentPart>
        </mc:Choice>
        <mc:Fallback xmlns="">
          <p:pic>
            <p:nvPicPr>
              <p:cNvPr id="16" name="Ink 15">
                <a:extLst>
                  <a:ext uri="{FF2B5EF4-FFF2-40B4-BE49-F238E27FC236}">
                    <a16:creationId xmlns:a16="http://schemas.microsoft.com/office/drawing/2014/main" id="{99E0837E-DE46-D4B8-69B2-7DE60E0867D4}"/>
                  </a:ext>
                </a:extLst>
              </p:cNvPr>
              <p:cNvPicPr/>
              <p:nvPr/>
            </p:nvPicPr>
            <p:blipFill>
              <a:blip r:embed="rId8"/>
              <a:stretch>
                <a:fillRect/>
              </a:stretch>
            </p:blipFill>
            <p:spPr>
              <a:xfrm>
                <a:off x="1139442" y="1547217"/>
                <a:ext cx="2035440" cy="918348"/>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F0656105-941F-F389-A92D-27D5C552DFF3}"/>
                  </a:ext>
                </a:extLst>
              </p14:cNvPr>
              <p14:cNvContentPartPr/>
              <p14:nvPr/>
            </p14:nvContentPartPr>
            <p14:xfrm>
              <a:off x="1223682" y="1349211"/>
              <a:ext cx="46440" cy="221400"/>
            </p14:xfrm>
          </p:contentPart>
        </mc:Choice>
        <mc:Fallback xmlns="">
          <p:pic>
            <p:nvPicPr>
              <p:cNvPr id="17" name="Ink 16">
                <a:extLst>
                  <a:ext uri="{FF2B5EF4-FFF2-40B4-BE49-F238E27FC236}">
                    <a16:creationId xmlns:a16="http://schemas.microsoft.com/office/drawing/2014/main" id="{F0656105-941F-F389-A92D-27D5C552DFF3}"/>
                  </a:ext>
                </a:extLst>
              </p:cNvPr>
              <p:cNvPicPr/>
              <p:nvPr/>
            </p:nvPicPr>
            <p:blipFill>
              <a:blip r:embed="rId10"/>
              <a:stretch>
                <a:fillRect/>
              </a:stretch>
            </p:blipFill>
            <p:spPr>
              <a:xfrm>
                <a:off x="1208202" y="1333731"/>
                <a:ext cx="770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B47F9BDF-E837-2B1E-E9E9-6451511BDD0B}"/>
                  </a:ext>
                </a:extLst>
              </p14:cNvPr>
              <p14:cNvContentPartPr/>
              <p14:nvPr/>
            </p14:nvContentPartPr>
            <p14:xfrm>
              <a:off x="2608602" y="1425891"/>
              <a:ext cx="84600" cy="259560"/>
            </p14:xfrm>
          </p:contentPart>
        </mc:Choice>
        <mc:Fallback xmlns="">
          <p:pic>
            <p:nvPicPr>
              <p:cNvPr id="18" name="Ink 17">
                <a:extLst>
                  <a:ext uri="{FF2B5EF4-FFF2-40B4-BE49-F238E27FC236}">
                    <a16:creationId xmlns:a16="http://schemas.microsoft.com/office/drawing/2014/main" id="{B47F9BDF-E837-2B1E-E9E9-6451511BDD0B}"/>
                  </a:ext>
                </a:extLst>
              </p:cNvPr>
              <p:cNvPicPr/>
              <p:nvPr/>
            </p:nvPicPr>
            <p:blipFill>
              <a:blip r:embed="rId12"/>
              <a:stretch>
                <a:fillRect/>
              </a:stretch>
            </p:blipFill>
            <p:spPr>
              <a:xfrm>
                <a:off x="2593122" y="1410411"/>
                <a:ext cx="11520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6C07A1FE-7B80-0E42-CE0A-DFEC9AC35F77}"/>
                  </a:ext>
                </a:extLst>
              </p14:cNvPr>
              <p14:cNvContentPartPr/>
              <p14:nvPr/>
            </p14:nvContentPartPr>
            <p14:xfrm>
              <a:off x="1797522" y="1948611"/>
              <a:ext cx="38520" cy="210240"/>
            </p14:xfrm>
          </p:contentPart>
        </mc:Choice>
        <mc:Fallback xmlns="">
          <p:pic>
            <p:nvPicPr>
              <p:cNvPr id="19" name="Ink 18">
                <a:extLst>
                  <a:ext uri="{FF2B5EF4-FFF2-40B4-BE49-F238E27FC236}">
                    <a16:creationId xmlns:a16="http://schemas.microsoft.com/office/drawing/2014/main" id="{6C07A1FE-7B80-0E42-CE0A-DFEC9AC35F77}"/>
                  </a:ext>
                </a:extLst>
              </p:cNvPr>
              <p:cNvPicPr/>
              <p:nvPr/>
            </p:nvPicPr>
            <p:blipFill>
              <a:blip r:embed="rId14"/>
              <a:stretch>
                <a:fillRect/>
              </a:stretch>
            </p:blipFill>
            <p:spPr>
              <a:xfrm>
                <a:off x="1782185" y="1933157"/>
                <a:ext cx="68837" cy="240788"/>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0" name="Ink 29">
                <a:extLst>
                  <a:ext uri="{FF2B5EF4-FFF2-40B4-BE49-F238E27FC236}">
                    <a16:creationId xmlns:a16="http://schemas.microsoft.com/office/drawing/2014/main" id="{BBAB845E-B5F6-83D0-2B5C-BF2FC42BEB08}"/>
                  </a:ext>
                </a:extLst>
              </p14:cNvPr>
              <p14:cNvContentPartPr/>
              <p14:nvPr/>
            </p14:nvContentPartPr>
            <p14:xfrm>
              <a:off x="1698162" y="3008811"/>
              <a:ext cx="834120" cy="207000"/>
            </p14:xfrm>
          </p:contentPart>
        </mc:Choice>
        <mc:Fallback xmlns="">
          <p:pic>
            <p:nvPicPr>
              <p:cNvPr id="30" name="Ink 29">
                <a:extLst>
                  <a:ext uri="{FF2B5EF4-FFF2-40B4-BE49-F238E27FC236}">
                    <a16:creationId xmlns:a16="http://schemas.microsoft.com/office/drawing/2014/main" id="{BBAB845E-B5F6-83D0-2B5C-BF2FC42BEB08}"/>
                  </a:ext>
                </a:extLst>
              </p:cNvPr>
              <p:cNvPicPr/>
              <p:nvPr/>
            </p:nvPicPr>
            <p:blipFill>
              <a:blip r:embed="rId16"/>
              <a:stretch>
                <a:fillRect/>
              </a:stretch>
            </p:blipFill>
            <p:spPr>
              <a:xfrm>
                <a:off x="1682682" y="2993331"/>
                <a:ext cx="86472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1" name="Ink 30">
                <a:extLst>
                  <a:ext uri="{FF2B5EF4-FFF2-40B4-BE49-F238E27FC236}">
                    <a16:creationId xmlns:a16="http://schemas.microsoft.com/office/drawing/2014/main" id="{6ED6B551-1509-91EB-43A2-CFA076785B94}"/>
                  </a:ext>
                </a:extLst>
              </p14:cNvPr>
              <p14:cNvContentPartPr/>
              <p14:nvPr/>
            </p14:nvContentPartPr>
            <p14:xfrm>
              <a:off x="841002" y="2473131"/>
              <a:ext cx="604800" cy="727200"/>
            </p14:xfrm>
          </p:contentPart>
        </mc:Choice>
        <mc:Fallback xmlns="">
          <p:pic>
            <p:nvPicPr>
              <p:cNvPr id="31" name="Ink 30">
                <a:extLst>
                  <a:ext uri="{FF2B5EF4-FFF2-40B4-BE49-F238E27FC236}">
                    <a16:creationId xmlns:a16="http://schemas.microsoft.com/office/drawing/2014/main" id="{6ED6B551-1509-91EB-43A2-CFA076785B94}"/>
                  </a:ext>
                </a:extLst>
              </p:cNvPr>
              <p:cNvPicPr/>
              <p:nvPr/>
            </p:nvPicPr>
            <p:blipFill>
              <a:blip r:embed="rId18"/>
              <a:stretch>
                <a:fillRect/>
              </a:stretch>
            </p:blipFill>
            <p:spPr>
              <a:xfrm>
                <a:off x="825522" y="2457651"/>
                <a:ext cx="635400" cy="757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2" name="Ink 31">
                <a:extLst>
                  <a:ext uri="{FF2B5EF4-FFF2-40B4-BE49-F238E27FC236}">
                    <a16:creationId xmlns:a16="http://schemas.microsoft.com/office/drawing/2014/main" id="{B852B46D-9B06-8D6F-54EE-7DDF7F1007A7}"/>
                  </a:ext>
                </a:extLst>
              </p14:cNvPr>
              <p14:cNvContentPartPr/>
              <p14:nvPr/>
            </p14:nvContentPartPr>
            <p14:xfrm>
              <a:off x="3319962" y="1945371"/>
              <a:ext cx="436320" cy="375120"/>
            </p14:xfrm>
          </p:contentPart>
        </mc:Choice>
        <mc:Fallback xmlns="">
          <p:pic>
            <p:nvPicPr>
              <p:cNvPr id="32" name="Ink 31">
                <a:extLst>
                  <a:ext uri="{FF2B5EF4-FFF2-40B4-BE49-F238E27FC236}">
                    <a16:creationId xmlns:a16="http://schemas.microsoft.com/office/drawing/2014/main" id="{B852B46D-9B06-8D6F-54EE-7DDF7F1007A7}"/>
                  </a:ext>
                </a:extLst>
              </p:cNvPr>
              <p:cNvPicPr/>
              <p:nvPr/>
            </p:nvPicPr>
            <p:blipFill>
              <a:blip r:embed="rId20"/>
              <a:stretch>
                <a:fillRect/>
              </a:stretch>
            </p:blipFill>
            <p:spPr>
              <a:xfrm>
                <a:off x="3304495" y="1929891"/>
                <a:ext cx="466895"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3" name="Ink 32">
                <a:extLst>
                  <a:ext uri="{FF2B5EF4-FFF2-40B4-BE49-F238E27FC236}">
                    <a16:creationId xmlns:a16="http://schemas.microsoft.com/office/drawing/2014/main" id="{D82ABEDC-BC71-457A-5A04-3A6D38830455}"/>
                  </a:ext>
                </a:extLst>
              </p14:cNvPr>
              <p14:cNvContentPartPr/>
              <p14:nvPr/>
            </p14:nvContentPartPr>
            <p14:xfrm>
              <a:off x="4000722" y="2144091"/>
              <a:ext cx="222480" cy="283320"/>
            </p14:xfrm>
          </p:contentPart>
        </mc:Choice>
        <mc:Fallback xmlns="">
          <p:pic>
            <p:nvPicPr>
              <p:cNvPr id="33" name="Ink 32">
                <a:extLst>
                  <a:ext uri="{FF2B5EF4-FFF2-40B4-BE49-F238E27FC236}">
                    <a16:creationId xmlns:a16="http://schemas.microsoft.com/office/drawing/2014/main" id="{D82ABEDC-BC71-457A-5A04-3A6D38830455}"/>
                  </a:ext>
                </a:extLst>
              </p:cNvPr>
              <p:cNvPicPr/>
              <p:nvPr/>
            </p:nvPicPr>
            <p:blipFill>
              <a:blip r:embed="rId22"/>
              <a:stretch>
                <a:fillRect/>
              </a:stretch>
            </p:blipFill>
            <p:spPr>
              <a:xfrm>
                <a:off x="3985217" y="2128611"/>
                <a:ext cx="25313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7" name="Ink 36">
                <a:extLst>
                  <a:ext uri="{FF2B5EF4-FFF2-40B4-BE49-F238E27FC236}">
                    <a16:creationId xmlns:a16="http://schemas.microsoft.com/office/drawing/2014/main" id="{7B76868C-8097-704B-F45B-46D13F8508AF}"/>
                  </a:ext>
                </a:extLst>
              </p14:cNvPr>
              <p14:cNvContentPartPr/>
              <p14:nvPr/>
            </p14:nvContentPartPr>
            <p14:xfrm>
              <a:off x="1105602" y="2534331"/>
              <a:ext cx="49680" cy="191520"/>
            </p14:xfrm>
          </p:contentPart>
        </mc:Choice>
        <mc:Fallback xmlns="">
          <p:pic>
            <p:nvPicPr>
              <p:cNvPr id="37" name="Ink 36">
                <a:extLst>
                  <a:ext uri="{FF2B5EF4-FFF2-40B4-BE49-F238E27FC236}">
                    <a16:creationId xmlns:a16="http://schemas.microsoft.com/office/drawing/2014/main" id="{7B76868C-8097-704B-F45B-46D13F8508AF}"/>
                  </a:ext>
                </a:extLst>
              </p:cNvPr>
              <p:cNvPicPr/>
              <p:nvPr/>
            </p:nvPicPr>
            <p:blipFill>
              <a:blip r:embed="rId24"/>
              <a:stretch>
                <a:fillRect/>
              </a:stretch>
            </p:blipFill>
            <p:spPr>
              <a:xfrm>
                <a:off x="1090122" y="2518880"/>
                <a:ext cx="80280" cy="222063"/>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8" name="Ink 37">
                <a:extLst>
                  <a:ext uri="{FF2B5EF4-FFF2-40B4-BE49-F238E27FC236}">
                    <a16:creationId xmlns:a16="http://schemas.microsoft.com/office/drawing/2014/main" id="{7D5D5E34-378F-17A8-121A-21CEC8FA3FE3}"/>
                  </a:ext>
                </a:extLst>
              </p14:cNvPr>
              <p14:cNvContentPartPr/>
              <p14:nvPr/>
            </p14:nvContentPartPr>
            <p14:xfrm>
              <a:off x="1858722" y="2790291"/>
              <a:ext cx="46440" cy="203400"/>
            </p14:xfrm>
          </p:contentPart>
        </mc:Choice>
        <mc:Fallback xmlns="">
          <p:pic>
            <p:nvPicPr>
              <p:cNvPr id="38" name="Ink 37">
                <a:extLst>
                  <a:ext uri="{FF2B5EF4-FFF2-40B4-BE49-F238E27FC236}">
                    <a16:creationId xmlns:a16="http://schemas.microsoft.com/office/drawing/2014/main" id="{7D5D5E34-378F-17A8-121A-21CEC8FA3FE3}"/>
                  </a:ext>
                </a:extLst>
              </p:cNvPr>
              <p:cNvPicPr/>
              <p:nvPr/>
            </p:nvPicPr>
            <p:blipFill>
              <a:blip r:embed="rId26"/>
              <a:stretch>
                <a:fillRect/>
              </a:stretch>
            </p:blipFill>
            <p:spPr>
              <a:xfrm>
                <a:off x="1843242" y="2774838"/>
                <a:ext cx="77040" cy="233946"/>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0" name="Ink 39">
                <a:extLst>
                  <a:ext uri="{FF2B5EF4-FFF2-40B4-BE49-F238E27FC236}">
                    <a16:creationId xmlns:a16="http://schemas.microsoft.com/office/drawing/2014/main" id="{347495E3-09C5-AC07-52DD-ACAD62EB5723}"/>
                  </a:ext>
                </a:extLst>
              </p14:cNvPr>
              <p14:cNvContentPartPr/>
              <p14:nvPr/>
            </p14:nvContentPartPr>
            <p14:xfrm>
              <a:off x="2960322" y="2549451"/>
              <a:ext cx="995040" cy="581760"/>
            </p14:xfrm>
          </p:contentPart>
        </mc:Choice>
        <mc:Fallback xmlns="">
          <p:pic>
            <p:nvPicPr>
              <p:cNvPr id="40" name="Ink 39">
                <a:extLst>
                  <a:ext uri="{FF2B5EF4-FFF2-40B4-BE49-F238E27FC236}">
                    <a16:creationId xmlns:a16="http://schemas.microsoft.com/office/drawing/2014/main" id="{347495E3-09C5-AC07-52DD-ACAD62EB5723}"/>
                  </a:ext>
                </a:extLst>
              </p:cNvPr>
              <p:cNvPicPr/>
              <p:nvPr/>
            </p:nvPicPr>
            <p:blipFill>
              <a:blip r:embed="rId28"/>
              <a:stretch>
                <a:fillRect/>
              </a:stretch>
            </p:blipFill>
            <p:spPr>
              <a:xfrm>
                <a:off x="2944836" y="2533971"/>
                <a:ext cx="1025651" cy="6123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1" name="Ink 40">
                <a:extLst>
                  <a:ext uri="{FF2B5EF4-FFF2-40B4-BE49-F238E27FC236}">
                    <a16:creationId xmlns:a16="http://schemas.microsoft.com/office/drawing/2014/main" id="{EE6092FF-9EC2-2EFA-208F-3196C092A6DF}"/>
                  </a:ext>
                </a:extLst>
              </p14:cNvPr>
              <p14:cNvContentPartPr/>
              <p14:nvPr/>
            </p14:nvContentPartPr>
            <p14:xfrm>
              <a:off x="2524362" y="3008811"/>
              <a:ext cx="167760" cy="153360"/>
            </p14:xfrm>
          </p:contentPart>
        </mc:Choice>
        <mc:Fallback xmlns="">
          <p:pic>
            <p:nvPicPr>
              <p:cNvPr id="41" name="Ink 40">
                <a:extLst>
                  <a:ext uri="{FF2B5EF4-FFF2-40B4-BE49-F238E27FC236}">
                    <a16:creationId xmlns:a16="http://schemas.microsoft.com/office/drawing/2014/main" id="{EE6092FF-9EC2-2EFA-208F-3196C092A6DF}"/>
                  </a:ext>
                </a:extLst>
              </p:cNvPr>
              <p:cNvPicPr/>
              <p:nvPr/>
            </p:nvPicPr>
            <p:blipFill>
              <a:blip r:embed="rId30"/>
              <a:stretch>
                <a:fillRect/>
              </a:stretch>
            </p:blipFill>
            <p:spPr>
              <a:xfrm>
                <a:off x="2508882" y="2993331"/>
                <a:ext cx="1983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 name="Ink 1">
                <a:extLst>
                  <a:ext uri="{FF2B5EF4-FFF2-40B4-BE49-F238E27FC236}">
                    <a16:creationId xmlns:a16="http://schemas.microsoft.com/office/drawing/2014/main" id="{E9259CC2-2FAC-B9D1-19A2-D053CDED1F16}"/>
                  </a:ext>
                </a:extLst>
              </p14:cNvPr>
              <p14:cNvContentPartPr/>
              <p14:nvPr/>
            </p14:nvContentPartPr>
            <p14:xfrm>
              <a:off x="573480" y="1008360"/>
              <a:ext cx="11516760" cy="4857120"/>
            </p14:xfrm>
          </p:contentPart>
        </mc:Choice>
        <mc:Fallback xmlns="">
          <p:pic>
            <p:nvPicPr>
              <p:cNvPr id="2" name="Ink 1">
                <a:extLst>
                  <a:ext uri="{FF2B5EF4-FFF2-40B4-BE49-F238E27FC236}">
                    <a16:creationId xmlns:a16="http://schemas.microsoft.com/office/drawing/2014/main" id="{E9259CC2-2FAC-B9D1-19A2-D053CDED1F16}"/>
                  </a:ext>
                </a:extLst>
              </p:cNvPr>
              <p:cNvPicPr/>
              <p:nvPr/>
            </p:nvPicPr>
            <p:blipFill>
              <a:blip r:embed="rId32"/>
              <a:stretch>
                <a:fillRect/>
              </a:stretch>
            </p:blipFill>
            <p:spPr>
              <a:xfrm>
                <a:off x="564120" y="999000"/>
                <a:ext cx="11535480" cy="4875840"/>
              </a:xfrm>
              <a:prstGeom prst="rect">
                <a:avLst/>
              </a:prstGeom>
            </p:spPr>
          </p:pic>
        </mc:Fallback>
      </mc:AlternateContent>
    </p:spTree>
    <p:extLst>
      <p:ext uri="{BB962C8B-B14F-4D97-AF65-F5344CB8AC3E}">
        <p14:creationId xmlns:p14="http://schemas.microsoft.com/office/powerpoint/2010/main" val="472386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C88464-D9B7-6FAA-27DA-F1E5CDBEC069}"/>
              </a:ext>
            </a:extLst>
          </p:cNvPr>
          <p:cNvSpPr>
            <a:spLocks noGrp="1"/>
          </p:cNvSpPr>
          <p:nvPr>
            <p:ph type="title"/>
          </p:nvPr>
        </p:nvSpPr>
        <p:spPr/>
        <p:txBody>
          <a:bodyPr>
            <a:normAutofit/>
          </a:bodyPr>
          <a:lstStyle/>
          <a:p>
            <a:r>
              <a:rPr lang="en-US"/>
              <a:t>Good News Travels Fast, Bad News Travels Slow!</a:t>
            </a:r>
          </a:p>
        </p:txBody>
      </p:sp>
      <p:sp>
        <p:nvSpPr>
          <p:cNvPr id="2" name="Content Placeholder 1">
            <a:extLst>
              <a:ext uri="{FF2B5EF4-FFF2-40B4-BE49-F238E27FC236}">
                <a16:creationId xmlns:a16="http://schemas.microsoft.com/office/drawing/2014/main" id="{5E9A0B57-3D7B-BB9C-0197-C1EB457962AB}"/>
              </a:ext>
            </a:extLst>
          </p:cNvPr>
          <p:cNvSpPr>
            <a:spLocks noGrp="1"/>
          </p:cNvSpPr>
          <p:nvPr>
            <p:ph type="body" idx="1"/>
          </p:nvPr>
        </p:nvSpPr>
        <p:spPr>
          <a:xfrm>
            <a:off x="0" y="1312378"/>
            <a:ext cx="11360800" cy="4555200"/>
          </a:xfrm>
        </p:spPr>
        <p:txBody>
          <a:bodyPr/>
          <a:lstStyle/>
          <a:p>
            <a:r>
              <a:rPr lang="en-US" dirty="0"/>
              <a:t>Assume a new node F comes up in the network</a:t>
            </a:r>
          </a:p>
          <a:p>
            <a:r>
              <a:rPr lang="en-US" dirty="0"/>
              <a:t>How long does it take for the A to update their routing table?</a:t>
            </a:r>
          </a:p>
          <a:p>
            <a:endParaRPr lang="en-US" dirty="0"/>
          </a:p>
          <a:p>
            <a:endParaRPr lang="en-US" dirty="0"/>
          </a:p>
          <a:p>
            <a:r>
              <a:rPr lang="en-US" dirty="0"/>
              <a:t>In general, good news spreads at rate of one hop per exchange</a:t>
            </a:r>
          </a:p>
          <a:p>
            <a:pPr lvl="1"/>
            <a:r>
              <a:rPr lang="en-US" dirty="0"/>
              <a:t>What is the maximum time it can take?</a:t>
            </a:r>
          </a:p>
          <a:p>
            <a:pPr lvl="1"/>
            <a:endParaRPr lang="en-US" dirty="0"/>
          </a:p>
          <a:p>
            <a:pPr marL="795847" lvl="1" indent="0">
              <a:buNone/>
            </a:pPr>
            <a:endParaRPr lang="en-US" dirty="0"/>
          </a:p>
          <a:p>
            <a:r>
              <a:rPr lang="en-US" dirty="0"/>
              <a:t>What happens in case of link failure?  </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DB6FC07-65FD-EDFF-69B3-3389C4A118B0}"/>
                  </a:ext>
                </a:extLst>
              </p14:cNvPr>
              <p14:cNvContentPartPr/>
              <p14:nvPr/>
            </p14:nvContentPartPr>
            <p14:xfrm>
              <a:off x="1298858" y="1730458"/>
              <a:ext cx="360" cy="7920"/>
            </p14:xfrm>
          </p:contentPart>
        </mc:Choice>
        <mc:Fallback xmlns="">
          <p:pic>
            <p:nvPicPr>
              <p:cNvPr id="4" name="Ink 3">
                <a:extLst>
                  <a:ext uri="{FF2B5EF4-FFF2-40B4-BE49-F238E27FC236}">
                    <a16:creationId xmlns:a16="http://schemas.microsoft.com/office/drawing/2014/main" id="{3DB6FC07-65FD-EDFF-69B3-3389C4A118B0}"/>
                  </a:ext>
                </a:extLst>
              </p:cNvPr>
              <p:cNvPicPr/>
              <p:nvPr/>
            </p:nvPicPr>
            <p:blipFill>
              <a:blip r:embed="rId4"/>
              <a:stretch>
                <a:fillRect/>
              </a:stretch>
            </p:blipFill>
            <p:spPr>
              <a:xfrm>
                <a:off x="1283378" y="1715651"/>
                <a:ext cx="30960" cy="3719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1" name="Ink 20">
                <a:extLst>
                  <a:ext uri="{FF2B5EF4-FFF2-40B4-BE49-F238E27FC236}">
                    <a16:creationId xmlns:a16="http://schemas.microsoft.com/office/drawing/2014/main" id="{1B9CC08D-1B8A-8ADC-8A90-C1F6B0437F4A}"/>
                  </a:ext>
                </a:extLst>
              </p14:cNvPr>
              <p14:cNvContentPartPr/>
              <p14:nvPr/>
            </p14:nvContentPartPr>
            <p14:xfrm>
              <a:off x="9253865" y="1350178"/>
              <a:ext cx="1966680" cy="230040"/>
            </p14:xfrm>
          </p:contentPart>
        </mc:Choice>
        <mc:Fallback xmlns="">
          <p:pic>
            <p:nvPicPr>
              <p:cNvPr id="21" name="Ink 20">
                <a:extLst>
                  <a:ext uri="{FF2B5EF4-FFF2-40B4-BE49-F238E27FC236}">
                    <a16:creationId xmlns:a16="http://schemas.microsoft.com/office/drawing/2014/main" id="{1B9CC08D-1B8A-8ADC-8A90-C1F6B0437F4A}"/>
                  </a:ext>
                </a:extLst>
              </p:cNvPr>
              <p:cNvPicPr/>
              <p:nvPr/>
            </p:nvPicPr>
            <p:blipFill>
              <a:blip r:embed="rId6"/>
              <a:stretch>
                <a:fillRect/>
              </a:stretch>
            </p:blipFill>
            <p:spPr>
              <a:xfrm>
                <a:off x="9238382" y="1334674"/>
                <a:ext cx="1997286" cy="260688"/>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2" name="Ink 21">
                <a:extLst>
                  <a:ext uri="{FF2B5EF4-FFF2-40B4-BE49-F238E27FC236}">
                    <a16:creationId xmlns:a16="http://schemas.microsoft.com/office/drawing/2014/main" id="{B95B01E9-0AC8-55E2-93B8-22EF8C81875C}"/>
                  </a:ext>
                </a:extLst>
              </p14:cNvPr>
              <p14:cNvContentPartPr/>
              <p14:nvPr/>
            </p14:nvContentPartPr>
            <p14:xfrm>
              <a:off x="8580665" y="1380778"/>
              <a:ext cx="466920" cy="249480"/>
            </p14:xfrm>
          </p:contentPart>
        </mc:Choice>
        <mc:Fallback xmlns="">
          <p:pic>
            <p:nvPicPr>
              <p:cNvPr id="22" name="Ink 21">
                <a:extLst>
                  <a:ext uri="{FF2B5EF4-FFF2-40B4-BE49-F238E27FC236}">
                    <a16:creationId xmlns:a16="http://schemas.microsoft.com/office/drawing/2014/main" id="{B95B01E9-0AC8-55E2-93B8-22EF8C81875C}"/>
                  </a:ext>
                </a:extLst>
              </p:cNvPr>
              <p:cNvPicPr/>
              <p:nvPr/>
            </p:nvPicPr>
            <p:blipFill>
              <a:blip r:embed="rId8"/>
              <a:stretch>
                <a:fillRect/>
              </a:stretch>
            </p:blipFill>
            <p:spPr>
              <a:xfrm>
                <a:off x="8565197" y="1365298"/>
                <a:ext cx="497496"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6" name="Ink 25">
                <a:extLst>
                  <a:ext uri="{FF2B5EF4-FFF2-40B4-BE49-F238E27FC236}">
                    <a16:creationId xmlns:a16="http://schemas.microsoft.com/office/drawing/2014/main" id="{EE2733A6-74E4-1E93-401C-01A9BB7B45D4}"/>
                  </a:ext>
                </a:extLst>
              </p14:cNvPr>
              <p14:cNvContentPartPr/>
              <p14:nvPr/>
            </p14:nvContentPartPr>
            <p14:xfrm>
              <a:off x="11321705" y="1312378"/>
              <a:ext cx="547560" cy="237600"/>
            </p14:xfrm>
          </p:contentPart>
        </mc:Choice>
        <mc:Fallback xmlns="">
          <p:pic>
            <p:nvPicPr>
              <p:cNvPr id="26" name="Ink 25">
                <a:extLst>
                  <a:ext uri="{FF2B5EF4-FFF2-40B4-BE49-F238E27FC236}">
                    <a16:creationId xmlns:a16="http://schemas.microsoft.com/office/drawing/2014/main" id="{EE2733A6-74E4-1E93-401C-01A9BB7B45D4}"/>
                  </a:ext>
                </a:extLst>
              </p:cNvPr>
              <p:cNvPicPr/>
              <p:nvPr/>
            </p:nvPicPr>
            <p:blipFill>
              <a:blip r:embed="rId10"/>
              <a:stretch>
                <a:fillRect/>
              </a:stretch>
            </p:blipFill>
            <p:spPr>
              <a:xfrm>
                <a:off x="11306225" y="1296898"/>
                <a:ext cx="57816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 name="Ink 4">
                <a:extLst>
                  <a:ext uri="{FF2B5EF4-FFF2-40B4-BE49-F238E27FC236}">
                    <a16:creationId xmlns:a16="http://schemas.microsoft.com/office/drawing/2014/main" id="{BC5D26B9-35B6-F2BE-1EBC-4EF2F8404A6A}"/>
                  </a:ext>
                </a:extLst>
              </p14:cNvPr>
              <p14:cNvContentPartPr/>
              <p14:nvPr/>
            </p14:nvContentPartPr>
            <p14:xfrm>
              <a:off x="3700800" y="1085040"/>
              <a:ext cx="7974720" cy="2518200"/>
            </p14:xfrm>
          </p:contentPart>
        </mc:Choice>
        <mc:Fallback xmlns="">
          <p:pic>
            <p:nvPicPr>
              <p:cNvPr id="5" name="Ink 4">
                <a:extLst>
                  <a:ext uri="{FF2B5EF4-FFF2-40B4-BE49-F238E27FC236}">
                    <a16:creationId xmlns:a16="http://schemas.microsoft.com/office/drawing/2014/main" id="{BC5D26B9-35B6-F2BE-1EBC-4EF2F8404A6A}"/>
                  </a:ext>
                </a:extLst>
              </p:cNvPr>
              <p:cNvPicPr/>
              <p:nvPr/>
            </p:nvPicPr>
            <p:blipFill>
              <a:blip r:embed="rId12"/>
              <a:stretch>
                <a:fillRect/>
              </a:stretch>
            </p:blipFill>
            <p:spPr>
              <a:xfrm>
                <a:off x="3691440" y="1075680"/>
                <a:ext cx="7993440" cy="2536920"/>
              </a:xfrm>
              <a:prstGeom prst="rect">
                <a:avLst/>
              </a:prstGeom>
            </p:spPr>
          </p:pic>
        </mc:Fallback>
      </mc:AlternateContent>
    </p:spTree>
    <p:extLst>
      <p:ext uri="{BB962C8B-B14F-4D97-AF65-F5344CB8AC3E}">
        <p14:creationId xmlns:p14="http://schemas.microsoft.com/office/powerpoint/2010/main" val="88132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TextBox 323">
            <a:extLst>
              <a:ext uri="{FF2B5EF4-FFF2-40B4-BE49-F238E27FC236}">
                <a16:creationId xmlns:a16="http://schemas.microsoft.com/office/drawing/2014/main" id="{D6ACF9AE-E631-BF40-ABA3-851BF31AFD5D}"/>
              </a:ext>
            </a:extLst>
          </p:cNvPr>
          <p:cNvSpPr txBox="1"/>
          <p:nvPr/>
        </p:nvSpPr>
        <p:spPr>
          <a:xfrm>
            <a:off x="482600" y="1092208"/>
            <a:ext cx="508000" cy="508000"/>
          </a:xfrm>
          <a:prstGeom prst="rect">
            <a:avLst/>
          </a:prstGeom>
          <a:solidFill>
            <a:srgbClr val="BBBBBB"/>
          </a:solidFill>
          <a:ln>
            <a:noFill/>
          </a:ln>
        </p:spPr>
        <p:txBody>
          <a:bodyPr vertOverflow="overflow" vert="horz" wrap="none" rtlCol="0" anchor="ctr" anchorCtr="0">
            <a:noAutofit/>
          </a:bodyPr>
          <a:lstStyle/>
          <a:p>
            <a:pPr algn="l"/>
            <a:r>
              <a:rPr lang="en-US" sz="1600" b="1">
                <a:solidFill>
                  <a:srgbClr val="FFFFFF"/>
                </a:solidFill>
              </a:rPr>
              <a:t>A</a:t>
            </a:r>
          </a:p>
        </p:txBody>
      </p:sp>
      <p:sp>
        <p:nvSpPr>
          <p:cNvPr id="325" name="TextBox 324">
            <a:extLst>
              <a:ext uri="{FF2B5EF4-FFF2-40B4-BE49-F238E27FC236}">
                <a16:creationId xmlns:a16="http://schemas.microsoft.com/office/drawing/2014/main" id="{E8BB0BDE-DEC6-894E-8D5E-2A410B58399A}"/>
              </a:ext>
            </a:extLst>
          </p:cNvPr>
          <p:cNvSpPr txBox="1"/>
          <p:nvPr/>
        </p:nvSpPr>
        <p:spPr>
          <a:xfrm>
            <a:off x="2222500" y="1092208"/>
            <a:ext cx="508000" cy="508000"/>
          </a:xfrm>
          <a:prstGeom prst="rect">
            <a:avLst/>
          </a:prstGeom>
          <a:solidFill>
            <a:srgbClr val="156082"/>
          </a:solidFill>
          <a:ln>
            <a:noFill/>
          </a:ln>
        </p:spPr>
        <p:txBody>
          <a:bodyPr vertOverflow="overflow" vert="horz" wrap="none" rtlCol="0" anchor="ctr" anchorCtr="0">
            <a:noAutofit/>
          </a:bodyPr>
          <a:lstStyle/>
          <a:p>
            <a:pPr algn="l"/>
            <a:r>
              <a:rPr lang="en-US" sz="1600" b="1">
                <a:solidFill>
                  <a:srgbClr val="FFFFFF"/>
                </a:solidFill>
              </a:rPr>
              <a:t>B</a:t>
            </a:r>
          </a:p>
        </p:txBody>
      </p:sp>
      <p:sp>
        <p:nvSpPr>
          <p:cNvPr id="326" name="TextBox 325">
            <a:extLst>
              <a:ext uri="{FF2B5EF4-FFF2-40B4-BE49-F238E27FC236}">
                <a16:creationId xmlns:a16="http://schemas.microsoft.com/office/drawing/2014/main" id="{F45EE9F4-1B07-D446-AAE2-DD158DCF9C1E}"/>
              </a:ext>
            </a:extLst>
          </p:cNvPr>
          <p:cNvSpPr txBox="1"/>
          <p:nvPr/>
        </p:nvSpPr>
        <p:spPr>
          <a:xfrm>
            <a:off x="3962400" y="1092208"/>
            <a:ext cx="508000" cy="508000"/>
          </a:xfrm>
          <a:prstGeom prst="rect">
            <a:avLst/>
          </a:prstGeom>
          <a:solidFill>
            <a:srgbClr val="196B24"/>
          </a:solidFill>
          <a:ln>
            <a:noFill/>
          </a:ln>
        </p:spPr>
        <p:txBody>
          <a:bodyPr vertOverflow="overflow" vert="horz" wrap="none" rtlCol="0" anchor="ctr" anchorCtr="0">
            <a:noAutofit/>
          </a:bodyPr>
          <a:lstStyle/>
          <a:p>
            <a:pPr algn="l"/>
            <a:r>
              <a:rPr lang="en-US" sz="1600" b="1" dirty="0">
                <a:solidFill>
                  <a:srgbClr val="FFFFFF"/>
                </a:solidFill>
              </a:rPr>
              <a:t>C</a:t>
            </a:r>
          </a:p>
        </p:txBody>
      </p:sp>
      <p:sp>
        <p:nvSpPr>
          <p:cNvPr id="327" name="Rectangle 326">
            <a:extLst>
              <a:ext uri="{FF2B5EF4-FFF2-40B4-BE49-F238E27FC236}">
                <a16:creationId xmlns:a16="http://schemas.microsoft.com/office/drawing/2014/main" id="{AA98FFA8-52A2-CF45-94B8-16E686795C9A}"/>
              </a:ext>
            </a:extLst>
          </p:cNvPr>
          <p:cNvSpPr/>
          <p:nvPr/>
        </p:nvSpPr>
        <p:spPr>
          <a:xfrm>
            <a:off x="990600" y="1308108"/>
            <a:ext cx="1231900" cy="63500"/>
          </a:xfrm>
          <a:prstGeom prst="rect">
            <a:avLst/>
          </a:prstGeom>
          <a:solidFill>
            <a:srgbClr val="BBBBB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8" name="TextBox 327">
            <a:extLst>
              <a:ext uri="{FF2B5EF4-FFF2-40B4-BE49-F238E27FC236}">
                <a16:creationId xmlns:a16="http://schemas.microsoft.com/office/drawing/2014/main" id="{9421AEF8-23D8-5A43-BE8B-C6A7C6AC4C3C}"/>
              </a:ext>
            </a:extLst>
          </p:cNvPr>
          <p:cNvSpPr txBox="1"/>
          <p:nvPr/>
        </p:nvSpPr>
        <p:spPr>
          <a:xfrm>
            <a:off x="1422400" y="1231908"/>
            <a:ext cx="330200" cy="228600"/>
          </a:xfrm>
          <a:prstGeom prst="rect">
            <a:avLst/>
          </a:prstGeom>
          <a:solidFill>
            <a:srgbClr val="FFFFFF"/>
          </a:solidFill>
          <a:ln>
            <a:noFill/>
          </a:ln>
        </p:spPr>
        <p:txBody>
          <a:bodyPr vertOverflow="overflow" vert="horz" wrap="none" rtlCol="0" anchor="ctr" anchorCtr="0">
            <a:noAutofit/>
          </a:bodyPr>
          <a:lstStyle/>
          <a:p>
            <a:pPr algn="l"/>
            <a:r>
              <a:rPr lang="en-US" sz="1400" b="1">
                <a:solidFill>
                  <a:srgbClr val="C00000"/>
                </a:solidFill>
              </a:rPr>
              <a:t>✕</a:t>
            </a:r>
          </a:p>
        </p:txBody>
      </p:sp>
      <p:sp>
        <p:nvSpPr>
          <p:cNvPr id="329" name="Rectangle 328">
            <a:extLst>
              <a:ext uri="{FF2B5EF4-FFF2-40B4-BE49-F238E27FC236}">
                <a16:creationId xmlns:a16="http://schemas.microsoft.com/office/drawing/2014/main" id="{3679ED66-5C0B-F849-869A-D469BEA20CF6}"/>
              </a:ext>
            </a:extLst>
          </p:cNvPr>
          <p:cNvSpPr/>
          <p:nvPr/>
        </p:nvSpPr>
        <p:spPr>
          <a:xfrm>
            <a:off x="2730500" y="1308108"/>
            <a:ext cx="1231900" cy="63500"/>
          </a:xfrm>
          <a:prstGeom prst="rect">
            <a:avLst/>
          </a:prstGeom>
          <a:solidFill>
            <a:srgbClr val="196B2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0" name="TextBox 329">
            <a:extLst>
              <a:ext uri="{FF2B5EF4-FFF2-40B4-BE49-F238E27FC236}">
                <a16:creationId xmlns:a16="http://schemas.microsoft.com/office/drawing/2014/main" id="{B46DB6FA-565B-404F-9E8C-144E1E3ACEF5}"/>
              </a:ext>
            </a:extLst>
          </p:cNvPr>
          <p:cNvSpPr txBox="1"/>
          <p:nvPr/>
        </p:nvSpPr>
        <p:spPr>
          <a:xfrm>
            <a:off x="1219200" y="1576394"/>
            <a:ext cx="1231900" cy="165100"/>
          </a:xfrm>
          <a:prstGeom prst="rect">
            <a:avLst/>
          </a:prstGeom>
          <a:solidFill>
            <a:srgbClr val="FFFFFF"/>
          </a:solidFill>
          <a:ln>
            <a:noFill/>
          </a:ln>
        </p:spPr>
        <p:txBody>
          <a:bodyPr vertOverflow="overflow" vert="horz" wrap="none" rtlCol="0" anchor="ctr" anchorCtr="0">
            <a:noAutofit/>
          </a:bodyPr>
          <a:lstStyle/>
          <a:p>
            <a:pPr algn="l"/>
            <a:r>
              <a:rPr lang="en-US" sz="1000" dirty="0">
                <a:solidFill>
                  <a:srgbClr val="999999"/>
                </a:solidFill>
              </a:rPr>
              <a:t>cost=1</a:t>
            </a:r>
          </a:p>
        </p:txBody>
      </p:sp>
      <p:sp>
        <p:nvSpPr>
          <p:cNvPr id="331" name="TextBox 330">
            <a:extLst>
              <a:ext uri="{FF2B5EF4-FFF2-40B4-BE49-F238E27FC236}">
                <a16:creationId xmlns:a16="http://schemas.microsoft.com/office/drawing/2014/main" id="{AC58F108-F4E7-5945-8805-B06885E23BE7}"/>
              </a:ext>
            </a:extLst>
          </p:cNvPr>
          <p:cNvSpPr txBox="1"/>
          <p:nvPr/>
        </p:nvSpPr>
        <p:spPr>
          <a:xfrm>
            <a:off x="2838450" y="1504958"/>
            <a:ext cx="1231900" cy="165100"/>
          </a:xfrm>
          <a:prstGeom prst="rect">
            <a:avLst/>
          </a:prstGeom>
          <a:solidFill>
            <a:srgbClr val="FFFFFF"/>
          </a:solidFill>
          <a:ln>
            <a:noFill/>
          </a:ln>
        </p:spPr>
        <p:txBody>
          <a:bodyPr vertOverflow="overflow" vert="horz" wrap="none" rtlCol="0" anchor="ctr" anchorCtr="0">
            <a:noAutofit/>
          </a:bodyPr>
          <a:lstStyle/>
          <a:p>
            <a:pPr algn="l"/>
            <a:r>
              <a:rPr lang="en-US" sz="1000" dirty="0">
                <a:solidFill>
                  <a:srgbClr val="196B24"/>
                </a:solidFill>
              </a:rPr>
              <a:t>cost=1</a:t>
            </a:r>
          </a:p>
        </p:txBody>
      </p:sp>
      <p:sp>
        <p:nvSpPr>
          <p:cNvPr id="332" name="TextBox 331">
            <a:extLst>
              <a:ext uri="{FF2B5EF4-FFF2-40B4-BE49-F238E27FC236}">
                <a16:creationId xmlns:a16="http://schemas.microsoft.com/office/drawing/2014/main" id="{10E2FD36-BE40-1441-8CE5-B25D4C4C7DFB}"/>
              </a:ext>
            </a:extLst>
          </p:cNvPr>
          <p:cNvSpPr txBox="1"/>
          <p:nvPr/>
        </p:nvSpPr>
        <p:spPr>
          <a:xfrm>
            <a:off x="4953000" y="1031880"/>
            <a:ext cx="6985000" cy="584200"/>
          </a:xfrm>
          <a:prstGeom prst="rect">
            <a:avLst/>
          </a:prstGeom>
          <a:solidFill>
            <a:srgbClr val="FFF3E0"/>
          </a:solidFill>
          <a:ln>
            <a:noFill/>
          </a:ln>
        </p:spPr>
        <p:txBody>
          <a:bodyPr vertOverflow="overflow" vert="horz" wrap="square" rtlCol="0" anchor="ctr" anchorCtr="0">
            <a:noAutofit/>
          </a:bodyPr>
          <a:lstStyle/>
          <a:p>
            <a:pPr algn="l"/>
            <a:r>
              <a:rPr lang="en-US" sz="1400">
                <a:solidFill>
                  <a:srgbClr val="E97132"/>
                </a:solidFill>
              </a:rPr>
              <a:t>A-B link DOWN  →  B cannot directly reach A</a:t>
            </a:r>
          </a:p>
        </p:txBody>
      </p:sp>
      <p:sp>
        <p:nvSpPr>
          <p:cNvPr id="333" name="TextBox 332">
            <a:extLst>
              <a:ext uri="{FF2B5EF4-FFF2-40B4-BE49-F238E27FC236}">
                <a16:creationId xmlns:a16="http://schemas.microsoft.com/office/drawing/2014/main" id="{EB842DAD-2988-D34C-BCE8-4487A5F404A8}"/>
              </a:ext>
            </a:extLst>
          </p:cNvPr>
          <p:cNvSpPr txBox="1"/>
          <p:nvPr/>
        </p:nvSpPr>
        <p:spPr>
          <a:xfrm>
            <a:off x="254000" y="1897066"/>
            <a:ext cx="5740400" cy="254000"/>
          </a:xfrm>
          <a:prstGeom prst="rect">
            <a:avLst/>
          </a:prstGeom>
          <a:solidFill>
            <a:srgbClr val="156082"/>
          </a:solidFill>
          <a:ln>
            <a:noFill/>
          </a:ln>
        </p:spPr>
        <p:txBody>
          <a:bodyPr vertOverflow="overflow" vert="horz" wrap="none" rtlCol="0" anchor="ctr" anchorCtr="0">
            <a:noAutofit/>
          </a:bodyPr>
          <a:lstStyle/>
          <a:p>
            <a:pPr algn="l"/>
            <a:r>
              <a:rPr lang="en-US" sz="1400" b="1">
                <a:solidFill>
                  <a:srgbClr val="FFFFFF"/>
                </a:solidFill>
              </a:rPr>
              <a:t>Node B — Routing Table</a:t>
            </a:r>
          </a:p>
        </p:txBody>
      </p:sp>
      <p:sp>
        <p:nvSpPr>
          <p:cNvPr id="334" name="TextBox 333">
            <a:extLst>
              <a:ext uri="{FF2B5EF4-FFF2-40B4-BE49-F238E27FC236}">
                <a16:creationId xmlns:a16="http://schemas.microsoft.com/office/drawing/2014/main" id="{A84851AC-695B-1649-B5FC-9119951E4906}"/>
              </a:ext>
            </a:extLst>
          </p:cNvPr>
          <p:cNvSpPr txBox="1"/>
          <p:nvPr/>
        </p:nvSpPr>
        <p:spPr>
          <a:xfrm>
            <a:off x="6248400" y="1897066"/>
            <a:ext cx="5740400" cy="254000"/>
          </a:xfrm>
          <a:prstGeom prst="rect">
            <a:avLst/>
          </a:prstGeom>
          <a:solidFill>
            <a:srgbClr val="196B24"/>
          </a:solidFill>
          <a:ln>
            <a:noFill/>
          </a:ln>
        </p:spPr>
        <p:txBody>
          <a:bodyPr vertOverflow="overflow" vert="horz" wrap="none" rtlCol="0" anchor="ctr" anchorCtr="0">
            <a:noAutofit/>
          </a:bodyPr>
          <a:lstStyle/>
          <a:p>
            <a:pPr algn="l"/>
            <a:r>
              <a:rPr lang="en-US" sz="1400" b="1" dirty="0">
                <a:solidFill>
                  <a:srgbClr val="FFFFFF"/>
                </a:solidFill>
              </a:rPr>
              <a:t>Node C — Routing Table</a:t>
            </a:r>
          </a:p>
        </p:txBody>
      </p:sp>
      <p:sp>
        <p:nvSpPr>
          <p:cNvPr id="335" name="TextBox 334">
            <a:extLst>
              <a:ext uri="{FF2B5EF4-FFF2-40B4-BE49-F238E27FC236}">
                <a16:creationId xmlns:a16="http://schemas.microsoft.com/office/drawing/2014/main" id="{CB7440DD-0D86-FF4C-82C7-A6888E90AFD2}"/>
              </a:ext>
            </a:extLst>
          </p:cNvPr>
          <p:cNvSpPr txBox="1"/>
          <p:nvPr/>
        </p:nvSpPr>
        <p:spPr>
          <a:xfrm>
            <a:off x="254000" y="21510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0: Initial (before failure)</a:t>
            </a:r>
          </a:p>
        </p:txBody>
      </p:sp>
      <p:sp>
        <p:nvSpPr>
          <p:cNvPr id="336" name="TextBox 335">
            <a:extLst>
              <a:ext uri="{FF2B5EF4-FFF2-40B4-BE49-F238E27FC236}">
                <a16:creationId xmlns:a16="http://schemas.microsoft.com/office/drawing/2014/main" id="{A84F4289-EF1E-C149-95AD-B09A2F078447}"/>
              </a:ext>
            </a:extLst>
          </p:cNvPr>
          <p:cNvSpPr txBox="1"/>
          <p:nvPr/>
        </p:nvSpPr>
        <p:spPr>
          <a:xfrm>
            <a:off x="254000" y="2328866"/>
            <a:ext cx="10414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Dest</a:t>
            </a:r>
          </a:p>
        </p:txBody>
      </p:sp>
      <p:sp>
        <p:nvSpPr>
          <p:cNvPr id="337" name="TextBox 336">
            <a:extLst>
              <a:ext uri="{FF2B5EF4-FFF2-40B4-BE49-F238E27FC236}">
                <a16:creationId xmlns:a16="http://schemas.microsoft.com/office/drawing/2014/main" id="{1D6C7592-8EBC-FF46-A14B-979D76DEAFF7}"/>
              </a:ext>
            </a:extLst>
          </p:cNvPr>
          <p:cNvSpPr txBox="1"/>
          <p:nvPr/>
        </p:nvSpPr>
        <p:spPr>
          <a:xfrm>
            <a:off x="1295400" y="23288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Cost</a:t>
            </a:r>
          </a:p>
        </p:txBody>
      </p:sp>
      <p:sp>
        <p:nvSpPr>
          <p:cNvPr id="338" name="TextBox 337">
            <a:extLst>
              <a:ext uri="{FF2B5EF4-FFF2-40B4-BE49-F238E27FC236}">
                <a16:creationId xmlns:a16="http://schemas.microsoft.com/office/drawing/2014/main" id="{770FBE34-3A44-5F42-B1F4-B71BBE46C406}"/>
              </a:ext>
            </a:extLst>
          </p:cNvPr>
          <p:cNvSpPr txBox="1"/>
          <p:nvPr/>
        </p:nvSpPr>
        <p:spPr>
          <a:xfrm>
            <a:off x="2260600" y="23288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Next</a:t>
            </a:r>
          </a:p>
        </p:txBody>
      </p:sp>
      <p:sp>
        <p:nvSpPr>
          <p:cNvPr id="339" name="TextBox 338">
            <a:extLst>
              <a:ext uri="{FF2B5EF4-FFF2-40B4-BE49-F238E27FC236}">
                <a16:creationId xmlns:a16="http://schemas.microsoft.com/office/drawing/2014/main" id="{3D5ABA93-7DE6-6347-B08C-2C7327482929}"/>
              </a:ext>
            </a:extLst>
          </p:cNvPr>
          <p:cNvSpPr txBox="1"/>
          <p:nvPr/>
        </p:nvSpPr>
        <p:spPr>
          <a:xfrm>
            <a:off x="254000" y="2493966"/>
            <a:ext cx="10414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340" name="TextBox 339">
            <a:extLst>
              <a:ext uri="{FF2B5EF4-FFF2-40B4-BE49-F238E27FC236}">
                <a16:creationId xmlns:a16="http://schemas.microsoft.com/office/drawing/2014/main" id="{B432178F-7B4D-4A43-98DE-0F08B62BF28D}"/>
              </a:ext>
            </a:extLst>
          </p:cNvPr>
          <p:cNvSpPr txBox="1"/>
          <p:nvPr/>
        </p:nvSpPr>
        <p:spPr>
          <a:xfrm>
            <a:off x="1295400" y="24939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0</a:t>
            </a:r>
          </a:p>
        </p:txBody>
      </p:sp>
      <p:sp>
        <p:nvSpPr>
          <p:cNvPr id="341" name="TextBox 340">
            <a:extLst>
              <a:ext uri="{FF2B5EF4-FFF2-40B4-BE49-F238E27FC236}">
                <a16:creationId xmlns:a16="http://schemas.microsoft.com/office/drawing/2014/main" id="{6EAAE50B-8367-284C-9DC1-152FB2B5861F}"/>
              </a:ext>
            </a:extLst>
          </p:cNvPr>
          <p:cNvSpPr txBox="1"/>
          <p:nvPr/>
        </p:nvSpPr>
        <p:spPr>
          <a:xfrm>
            <a:off x="2260600" y="24939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a:t>
            </a:r>
          </a:p>
        </p:txBody>
      </p:sp>
      <p:sp>
        <p:nvSpPr>
          <p:cNvPr id="342" name="TextBox 341">
            <a:extLst>
              <a:ext uri="{FF2B5EF4-FFF2-40B4-BE49-F238E27FC236}">
                <a16:creationId xmlns:a16="http://schemas.microsoft.com/office/drawing/2014/main" id="{CB839E73-7487-1649-8EEE-CC0560C46F5B}"/>
              </a:ext>
            </a:extLst>
          </p:cNvPr>
          <p:cNvSpPr txBox="1"/>
          <p:nvPr/>
        </p:nvSpPr>
        <p:spPr>
          <a:xfrm>
            <a:off x="254000" y="2671766"/>
            <a:ext cx="10414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A</a:t>
            </a:r>
          </a:p>
        </p:txBody>
      </p:sp>
      <p:sp>
        <p:nvSpPr>
          <p:cNvPr id="343" name="TextBox 342">
            <a:extLst>
              <a:ext uri="{FF2B5EF4-FFF2-40B4-BE49-F238E27FC236}">
                <a16:creationId xmlns:a16="http://schemas.microsoft.com/office/drawing/2014/main" id="{7B148CBA-0451-8B48-BCC0-D4DF4858726F}"/>
              </a:ext>
            </a:extLst>
          </p:cNvPr>
          <p:cNvSpPr txBox="1"/>
          <p:nvPr/>
        </p:nvSpPr>
        <p:spPr>
          <a:xfrm>
            <a:off x="1295400" y="26717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1</a:t>
            </a:r>
          </a:p>
        </p:txBody>
      </p:sp>
      <p:sp>
        <p:nvSpPr>
          <p:cNvPr id="344" name="TextBox 343">
            <a:extLst>
              <a:ext uri="{FF2B5EF4-FFF2-40B4-BE49-F238E27FC236}">
                <a16:creationId xmlns:a16="http://schemas.microsoft.com/office/drawing/2014/main" id="{C5E24619-8B31-4E42-8092-D30B5D2335C4}"/>
              </a:ext>
            </a:extLst>
          </p:cNvPr>
          <p:cNvSpPr txBox="1"/>
          <p:nvPr/>
        </p:nvSpPr>
        <p:spPr>
          <a:xfrm>
            <a:off x="2260600" y="26717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A</a:t>
            </a:r>
          </a:p>
        </p:txBody>
      </p:sp>
      <p:sp>
        <p:nvSpPr>
          <p:cNvPr id="345" name="TextBox 344">
            <a:extLst>
              <a:ext uri="{FF2B5EF4-FFF2-40B4-BE49-F238E27FC236}">
                <a16:creationId xmlns:a16="http://schemas.microsoft.com/office/drawing/2014/main" id="{721E8281-A686-FD46-87AB-F07AACB8878D}"/>
              </a:ext>
            </a:extLst>
          </p:cNvPr>
          <p:cNvSpPr txBox="1"/>
          <p:nvPr/>
        </p:nvSpPr>
        <p:spPr>
          <a:xfrm>
            <a:off x="6248400" y="21510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0: Initial (before failure)</a:t>
            </a:r>
          </a:p>
        </p:txBody>
      </p:sp>
      <p:sp>
        <p:nvSpPr>
          <p:cNvPr id="346" name="TextBox 345">
            <a:extLst>
              <a:ext uri="{FF2B5EF4-FFF2-40B4-BE49-F238E27FC236}">
                <a16:creationId xmlns:a16="http://schemas.microsoft.com/office/drawing/2014/main" id="{2E40B523-6BCE-0B4C-857C-0AAB83D36005}"/>
              </a:ext>
            </a:extLst>
          </p:cNvPr>
          <p:cNvSpPr txBox="1"/>
          <p:nvPr/>
        </p:nvSpPr>
        <p:spPr>
          <a:xfrm>
            <a:off x="6248400" y="2328866"/>
            <a:ext cx="10414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Dest</a:t>
            </a:r>
          </a:p>
        </p:txBody>
      </p:sp>
      <p:sp>
        <p:nvSpPr>
          <p:cNvPr id="347" name="TextBox 346">
            <a:extLst>
              <a:ext uri="{FF2B5EF4-FFF2-40B4-BE49-F238E27FC236}">
                <a16:creationId xmlns:a16="http://schemas.microsoft.com/office/drawing/2014/main" id="{8CF18BDF-5731-B04E-8A80-48DA6E991B94}"/>
              </a:ext>
            </a:extLst>
          </p:cNvPr>
          <p:cNvSpPr txBox="1"/>
          <p:nvPr/>
        </p:nvSpPr>
        <p:spPr>
          <a:xfrm>
            <a:off x="7289800" y="23288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Cost</a:t>
            </a:r>
          </a:p>
        </p:txBody>
      </p:sp>
      <p:sp>
        <p:nvSpPr>
          <p:cNvPr id="348" name="TextBox 347">
            <a:extLst>
              <a:ext uri="{FF2B5EF4-FFF2-40B4-BE49-F238E27FC236}">
                <a16:creationId xmlns:a16="http://schemas.microsoft.com/office/drawing/2014/main" id="{74EF454D-E75F-9C4B-9B24-0389FD678B59}"/>
              </a:ext>
            </a:extLst>
          </p:cNvPr>
          <p:cNvSpPr txBox="1"/>
          <p:nvPr/>
        </p:nvSpPr>
        <p:spPr>
          <a:xfrm>
            <a:off x="8255000" y="23288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Next</a:t>
            </a:r>
          </a:p>
        </p:txBody>
      </p:sp>
      <p:sp>
        <p:nvSpPr>
          <p:cNvPr id="349" name="TextBox 348">
            <a:extLst>
              <a:ext uri="{FF2B5EF4-FFF2-40B4-BE49-F238E27FC236}">
                <a16:creationId xmlns:a16="http://schemas.microsoft.com/office/drawing/2014/main" id="{3C4280B0-F453-2D42-BB38-631C9838BD8E}"/>
              </a:ext>
            </a:extLst>
          </p:cNvPr>
          <p:cNvSpPr txBox="1"/>
          <p:nvPr/>
        </p:nvSpPr>
        <p:spPr>
          <a:xfrm>
            <a:off x="6248400" y="2493966"/>
            <a:ext cx="10414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350" name="TextBox 349">
            <a:extLst>
              <a:ext uri="{FF2B5EF4-FFF2-40B4-BE49-F238E27FC236}">
                <a16:creationId xmlns:a16="http://schemas.microsoft.com/office/drawing/2014/main" id="{88BEE811-A003-1F4B-8263-9CA19E82DA6A}"/>
              </a:ext>
            </a:extLst>
          </p:cNvPr>
          <p:cNvSpPr txBox="1"/>
          <p:nvPr/>
        </p:nvSpPr>
        <p:spPr>
          <a:xfrm>
            <a:off x="7289800" y="24939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1</a:t>
            </a:r>
          </a:p>
        </p:txBody>
      </p:sp>
      <p:sp>
        <p:nvSpPr>
          <p:cNvPr id="351" name="TextBox 350">
            <a:extLst>
              <a:ext uri="{FF2B5EF4-FFF2-40B4-BE49-F238E27FC236}">
                <a16:creationId xmlns:a16="http://schemas.microsoft.com/office/drawing/2014/main" id="{DF88B3C2-9CD5-A345-9486-FCA476DD35FD}"/>
              </a:ext>
            </a:extLst>
          </p:cNvPr>
          <p:cNvSpPr txBox="1"/>
          <p:nvPr/>
        </p:nvSpPr>
        <p:spPr>
          <a:xfrm>
            <a:off x="8255000" y="24939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352" name="TextBox 351">
            <a:extLst>
              <a:ext uri="{FF2B5EF4-FFF2-40B4-BE49-F238E27FC236}">
                <a16:creationId xmlns:a16="http://schemas.microsoft.com/office/drawing/2014/main" id="{05DF5422-5CB4-0846-B2DD-A0AEF2CA5A5F}"/>
              </a:ext>
            </a:extLst>
          </p:cNvPr>
          <p:cNvSpPr txBox="1"/>
          <p:nvPr/>
        </p:nvSpPr>
        <p:spPr>
          <a:xfrm>
            <a:off x="6248400" y="2671766"/>
            <a:ext cx="10414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A</a:t>
            </a:r>
          </a:p>
        </p:txBody>
      </p:sp>
      <p:sp>
        <p:nvSpPr>
          <p:cNvPr id="353" name="TextBox 352">
            <a:extLst>
              <a:ext uri="{FF2B5EF4-FFF2-40B4-BE49-F238E27FC236}">
                <a16:creationId xmlns:a16="http://schemas.microsoft.com/office/drawing/2014/main" id="{6F1592E8-C851-654B-BD28-4F16B49A0415}"/>
              </a:ext>
            </a:extLst>
          </p:cNvPr>
          <p:cNvSpPr txBox="1"/>
          <p:nvPr/>
        </p:nvSpPr>
        <p:spPr>
          <a:xfrm>
            <a:off x="7289800" y="26717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2</a:t>
            </a:r>
          </a:p>
        </p:txBody>
      </p:sp>
      <p:sp>
        <p:nvSpPr>
          <p:cNvPr id="354" name="TextBox 353">
            <a:extLst>
              <a:ext uri="{FF2B5EF4-FFF2-40B4-BE49-F238E27FC236}">
                <a16:creationId xmlns:a16="http://schemas.microsoft.com/office/drawing/2014/main" id="{2586DA1E-302C-7147-AB63-1D9CFCE799A1}"/>
              </a:ext>
            </a:extLst>
          </p:cNvPr>
          <p:cNvSpPr txBox="1"/>
          <p:nvPr/>
        </p:nvSpPr>
        <p:spPr>
          <a:xfrm>
            <a:off x="8255000" y="26717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B</a:t>
            </a:r>
          </a:p>
        </p:txBody>
      </p:sp>
      <p:sp>
        <p:nvSpPr>
          <p:cNvPr id="355" name="TextBox 354">
            <a:extLst>
              <a:ext uri="{FF2B5EF4-FFF2-40B4-BE49-F238E27FC236}">
                <a16:creationId xmlns:a16="http://schemas.microsoft.com/office/drawing/2014/main" id="{B9316CFB-7764-5142-B0C7-44CBB5C87DDC}"/>
              </a:ext>
            </a:extLst>
          </p:cNvPr>
          <p:cNvSpPr txBox="1"/>
          <p:nvPr/>
        </p:nvSpPr>
        <p:spPr>
          <a:xfrm>
            <a:off x="254000" y="29257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1: A-B link down — B detects</a:t>
            </a:r>
          </a:p>
        </p:txBody>
      </p:sp>
      <p:sp>
        <p:nvSpPr>
          <p:cNvPr id="356" name="TextBox 355">
            <a:extLst>
              <a:ext uri="{FF2B5EF4-FFF2-40B4-BE49-F238E27FC236}">
                <a16:creationId xmlns:a16="http://schemas.microsoft.com/office/drawing/2014/main" id="{CC3036BC-1804-9848-BA68-3644A1AE3410}"/>
              </a:ext>
            </a:extLst>
          </p:cNvPr>
          <p:cNvSpPr txBox="1"/>
          <p:nvPr/>
        </p:nvSpPr>
        <p:spPr>
          <a:xfrm>
            <a:off x="254000" y="3103566"/>
            <a:ext cx="10414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Dest</a:t>
            </a:r>
          </a:p>
        </p:txBody>
      </p:sp>
      <p:sp>
        <p:nvSpPr>
          <p:cNvPr id="357" name="TextBox 356">
            <a:extLst>
              <a:ext uri="{FF2B5EF4-FFF2-40B4-BE49-F238E27FC236}">
                <a16:creationId xmlns:a16="http://schemas.microsoft.com/office/drawing/2014/main" id="{A1273D7C-AAD0-D147-B776-BA0B07A61810}"/>
              </a:ext>
            </a:extLst>
          </p:cNvPr>
          <p:cNvSpPr txBox="1"/>
          <p:nvPr/>
        </p:nvSpPr>
        <p:spPr>
          <a:xfrm>
            <a:off x="1295400" y="31035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Cost</a:t>
            </a:r>
          </a:p>
        </p:txBody>
      </p:sp>
      <p:sp>
        <p:nvSpPr>
          <p:cNvPr id="358" name="TextBox 357">
            <a:extLst>
              <a:ext uri="{FF2B5EF4-FFF2-40B4-BE49-F238E27FC236}">
                <a16:creationId xmlns:a16="http://schemas.microsoft.com/office/drawing/2014/main" id="{9B6F929A-AE52-9149-A5F8-51E99B7D2945}"/>
              </a:ext>
            </a:extLst>
          </p:cNvPr>
          <p:cNvSpPr txBox="1"/>
          <p:nvPr/>
        </p:nvSpPr>
        <p:spPr>
          <a:xfrm>
            <a:off x="2260600" y="31035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Next</a:t>
            </a:r>
          </a:p>
        </p:txBody>
      </p:sp>
      <p:sp>
        <p:nvSpPr>
          <p:cNvPr id="359" name="TextBox 358">
            <a:extLst>
              <a:ext uri="{FF2B5EF4-FFF2-40B4-BE49-F238E27FC236}">
                <a16:creationId xmlns:a16="http://schemas.microsoft.com/office/drawing/2014/main" id="{BD29B8D1-CE26-1F4D-BF9C-F951A25CD0A1}"/>
              </a:ext>
            </a:extLst>
          </p:cNvPr>
          <p:cNvSpPr txBox="1"/>
          <p:nvPr/>
        </p:nvSpPr>
        <p:spPr>
          <a:xfrm>
            <a:off x="254000" y="3268666"/>
            <a:ext cx="10414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360" name="TextBox 359">
            <a:extLst>
              <a:ext uri="{FF2B5EF4-FFF2-40B4-BE49-F238E27FC236}">
                <a16:creationId xmlns:a16="http://schemas.microsoft.com/office/drawing/2014/main" id="{D8BA2139-FA8D-5C44-AD3C-11FE7A309F0D}"/>
              </a:ext>
            </a:extLst>
          </p:cNvPr>
          <p:cNvSpPr txBox="1"/>
          <p:nvPr/>
        </p:nvSpPr>
        <p:spPr>
          <a:xfrm>
            <a:off x="1295400" y="32686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0</a:t>
            </a:r>
          </a:p>
        </p:txBody>
      </p:sp>
      <p:sp>
        <p:nvSpPr>
          <p:cNvPr id="361" name="TextBox 360">
            <a:extLst>
              <a:ext uri="{FF2B5EF4-FFF2-40B4-BE49-F238E27FC236}">
                <a16:creationId xmlns:a16="http://schemas.microsoft.com/office/drawing/2014/main" id="{D2CF0A0F-3C52-EE4A-B200-EC853EC484AA}"/>
              </a:ext>
            </a:extLst>
          </p:cNvPr>
          <p:cNvSpPr txBox="1"/>
          <p:nvPr/>
        </p:nvSpPr>
        <p:spPr>
          <a:xfrm>
            <a:off x="2260600" y="32686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a:t>
            </a:r>
          </a:p>
        </p:txBody>
      </p:sp>
      <p:sp>
        <p:nvSpPr>
          <p:cNvPr id="362" name="TextBox 361">
            <a:extLst>
              <a:ext uri="{FF2B5EF4-FFF2-40B4-BE49-F238E27FC236}">
                <a16:creationId xmlns:a16="http://schemas.microsoft.com/office/drawing/2014/main" id="{2CE468BE-1E10-FD40-8D6A-04435465F562}"/>
              </a:ext>
            </a:extLst>
          </p:cNvPr>
          <p:cNvSpPr txBox="1"/>
          <p:nvPr/>
        </p:nvSpPr>
        <p:spPr>
          <a:xfrm>
            <a:off x="254000" y="3446466"/>
            <a:ext cx="10414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a:t>
            </a:r>
          </a:p>
        </p:txBody>
      </p:sp>
      <p:sp>
        <p:nvSpPr>
          <p:cNvPr id="363" name="TextBox 362">
            <a:extLst>
              <a:ext uri="{FF2B5EF4-FFF2-40B4-BE49-F238E27FC236}">
                <a16:creationId xmlns:a16="http://schemas.microsoft.com/office/drawing/2014/main" id="{239BBF16-EF88-F540-ACCB-EB6E5B382BFB}"/>
              </a:ext>
            </a:extLst>
          </p:cNvPr>
          <p:cNvSpPr txBox="1"/>
          <p:nvPr/>
        </p:nvSpPr>
        <p:spPr>
          <a:xfrm>
            <a:off x="1295400" y="3446466"/>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t>
            </a:r>
          </a:p>
        </p:txBody>
      </p:sp>
      <p:sp>
        <p:nvSpPr>
          <p:cNvPr id="364" name="TextBox 363">
            <a:extLst>
              <a:ext uri="{FF2B5EF4-FFF2-40B4-BE49-F238E27FC236}">
                <a16:creationId xmlns:a16="http://schemas.microsoft.com/office/drawing/2014/main" id="{88B0E830-BE03-6A4D-88BB-9467EE4D38CD}"/>
              </a:ext>
            </a:extLst>
          </p:cNvPr>
          <p:cNvSpPr txBox="1"/>
          <p:nvPr/>
        </p:nvSpPr>
        <p:spPr>
          <a:xfrm>
            <a:off x="2260600" y="3446466"/>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t>
            </a:r>
          </a:p>
        </p:txBody>
      </p:sp>
      <p:sp>
        <p:nvSpPr>
          <p:cNvPr id="365" name="TextBox 364">
            <a:extLst>
              <a:ext uri="{FF2B5EF4-FFF2-40B4-BE49-F238E27FC236}">
                <a16:creationId xmlns:a16="http://schemas.microsoft.com/office/drawing/2014/main" id="{38D22137-4A44-904C-A59B-567129E43DC9}"/>
              </a:ext>
            </a:extLst>
          </p:cNvPr>
          <p:cNvSpPr txBox="1"/>
          <p:nvPr/>
        </p:nvSpPr>
        <p:spPr>
          <a:xfrm>
            <a:off x="6248400" y="29257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1: A-B link down — B detects</a:t>
            </a:r>
          </a:p>
        </p:txBody>
      </p:sp>
      <p:sp>
        <p:nvSpPr>
          <p:cNvPr id="366" name="TextBox 365">
            <a:extLst>
              <a:ext uri="{FF2B5EF4-FFF2-40B4-BE49-F238E27FC236}">
                <a16:creationId xmlns:a16="http://schemas.microsoft.com/office/drawing/2014/main" id="{81C0444B-45ED-954B-BB74-C00F5E543ACA}"/>
              </a:ext>
            </a:extLst>
          </p:cNvPr>
          <p:cNvSpPr txBox="1"/>
          <p:nvPr/>
        </p:nvSpPr>
        <p:spPr>
          <a:xfrm>
            <a:off x="6248400" y="3103566"/>
            <a:ext cx="10414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Dest</a:t>
            </a:r>
          </a:p>
        </p:txBody>
      </p:sp>
      <p:sp>
        <p:nvSpPr>
          <p:cNvPr id="367" name="TextBox 366">
            <a:extLst>
              <a:ext uri="{FF2B5EF4-FFF2-40B4-BE49-F238E27FC236}">
                <a16:creationId xmlns:a16="http://schemas.microsoft.com/office/drawing/2014/main" id="{64771606-465F-664E-8ADF-816089DA46DC}"/>
              </a:ext>
            </a:extLst>
          </p:cNvPr>
          <p:cNvSpPr txBox="1"/>
          <p:nvPr/>
        </p:nvSpPr>
        <p:spPr>
          <a:xfrm>
            <a:off x="7289800" y="31035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Cost</a:t>
            </a:r>
          </a:p>
        </p:txBody>
      </p:sp>
      <p:sp>
        <p:nvSpPr>
          <p:cNvPr id="368" name="TextBox 367">
            <a:extLst>
              <a:ext uri="{FF2B5EF4-FFF2-40B4-BE49-F238E27FC236}">
                <a16:creationId xmlns:a16="http://schemas.microsoft.com/office/drawing/2014/main" id="{CE4C435A-6613-7E49-A844-0D7EFFD87D5C}"/>
              </a:ext>
            </a:extLst>
          </p:cNvPr>
          <p:cNvSpPr txBox="1"/>
          <p:nvPr/>
        </p:nvSpPr>
        <p:spPr>
          <a:xfrm>
            <a:off x="8255000" y="31035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Next</a:t>
            </a:r>
          </a:p>
        </p:txBody>
      </p:sp>
      <p:sp>
        <p:nvSpPr>
          <p:cNvPr id="369" name="TextBox 368">
            <a:extLst>
              <a:ext uri="{FF2B5EF4-FFF2-40B4-BE49-F238E27FC236}">
                <a16:creationId xmlns:a16="http://schemas.microsoft.com/office/drawing/2014/main" id="{20E7C097-0BF0-1845-8A44-F818D46AE8A5}"/>
              </a:ext>
            </a:extLst>
          </p:cNvPr>
          <p:cNvSpPr txBox="1"/>
          <p:nvPr/>
        </p:nvSpPr>
        <p:spPr>
          <a:xfrm>
            <a:off x="6248400" y="3268666"/>
            <a:ext cx="10414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370" name="TextBox 369">
            <a:extLst>
              <a:ext uri="{FF2B5EF4-FFF2-40B4-BE49-F238E27FC236}">
                <a16:creationId xmlns:a16="http://schemas.microsoft.com/office/drawing/2014/main" id="{05CC158C-63E8-C745-A18E-E9AFFE00AFEC}"/>
              </a:ext>
            </a:extLst>
          </p:cNvPr>
          <p:cNvSpPr txBox="1"/>
          <p:nvPr/>
        </p:nvSpPr>
        <p:spPr>
          <a:xfrm>
            <a:off x="7289800" y="32686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1</a:t>
            </a:r>
          </a:p>
        </p:txBody>
      </p:sp>
      <p:sp>
        <p:nvSpPr>
          <p:cNvPr id="371" name="TextBox 370">
            <a:extLst>
              <a:ext uri="{FF2B5EF4-FFF2-40B4-BE49-F238E27FC236}">
                <a16:creationId xmlns:a16="http://schemas.microsoft.com/office/drawing/2014/main" id="{4B94F3FF-62BB-984B-A91C-AEB99B359F3C}"/>
              </a:ext>
            </a:extLst>
          </p:cNvPr>
          <p:cNvSpPr txBox="1"/>
          <p:nvPr/>
        </p:nvSpPr>
        <p:spPr>
          <a:xfrm>
            <a:off x="8255000" y="32686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372" name="TextBox 371">
            <a:extLst>
              <a:ext uri="{FF2B5EF4-FFF2-40B4-BE49-F238E27FC236}">
                <a16:creationId xmlns:a16="http://schemas.microsoft.com/office/drawing/2014/main" id="{64021DD9-FED4-6A46-A42E-86223D25EBDF}"/>
              </a:ext>
            </a:extLst>
          </p:cNvPr>
          <p:cNvSpPr txBox="1"/>
          <p:nvPr/>
        </p:nvSpPr>
        <p:spPr>
          <a:xfrm>
            <a:off x="6248400" y="3446466"/>
            <a:ext cx="10414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A</a:t>
            </a:r>
          </a:p>
        </p:txBody>
      </p:sp>
      <p:sp>
        <p:nvSpPr>
          <p:cNvPr id="373" name="TextBox 372">
            <a:extLst>
              <a:ext uri="{FF2B5EF4-FFF2-40B4-BE49-F238E27FC236}">
                <a16:creationId xmlns:a16="http://schemas.microsoft.com/office/drawing/2014/main" id="{D2FA177B-6232-924F-8A56-A6FC4430B628}"/>
              </a:ext>
            </a:extLst>
          </p:cNvPr>
          <p:cNvSpPr txBox="1"/>
          <p:nvPr/>
        </p:nvSpPr>
        <p:spPr>
          <a:xfrm>
            <a:off x="7289800" y="34464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2</a:t>
            </a:r>
          </a:p>
        </p:txBody>
      </p:sp>
      <p:sp>
        <p:nvSpPr>
          <p:cNvPr id="374" name="TextBox 373">
            <a:extLst>
              <a:ext uri="{FF2B5EF4-FFF2-40B4-BE49-F238E27FC236}">
                <a16:creationId xmlns:a16="http://schemas.microsoft.com/office/drawing/2014/main" id="{4F4D1745-FEE6-044B-A4BE-5C257073A363}"/>
              </a:ext>
            </a:extLst>
          </p:cNvPr>
          <p:cNvSpPr txBox="1"/>
          <p:nvPr/>
        </p:nvSpPr>
        <p:spPr>
          <a:xfrm>
            <a:off x="8255000" y="34464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B</a:t>
            </a:r>
          </a:p>
        </p:txBody>
      </p:sp>
      <p:sp>
        <p:nvSpPr>
          <p:cNvPr id="375" name="TextBox 374">
            <a:extLst>
              <a:ext uri="{FF2B5EF4-FFF2-40B4-BE49-F238E27FC236}">
                <a16:creationId xmlns:a16="http://schemas.microsoft.com/office/drawing/2014/main" id="{3B40B640-0C46-0A4F-829B-0DCDABFDD5DF}"/>
              </a:ext>
            </a:extLst>
          </p:cNvPr>
          <p:cNvSpPr txBox="1"/>
          <p:nvPr/>
        </p:nvSpPr>
        <p:spPr>
          <a:xfrm>
            <a:off x="254000" y="37004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2: C advertises → B updates</a:t>
            </a:r>
          </a:p>
        </p:txBody>
      </p:sp>
      <p:sp>
        <p:nvSpPr>
          <p:cNvPr id="376" name="TextBox 375">
            <a:extLst>
              <a:ext uri="{FF2B5EF4-FFF2-40B4-BE49-F238E27FC236}">
                <a16:creationId xmlns:a16="http://schemas.microsoft.com/office/drawing/2014/main" id="{BC8AEE55-A69F-4F40-83FE-998C27D308D1}"/>
              </a:ext>
            </a:extLst>
          </p:cNvPr>
          <p:cNvSpPr txBox="1"/>
          <p:nvPr/>
        </p:nvSpPr>
        <p:spPr>
          <a:xfrm>
            <a:off x="254000" y="3878266"/>
            <a:ext cx="10414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Dest</a:t>
            </a:r>
          </a:p>
        </p:txBody>
      </p:sp>
      <p:sp>
        <p:nvSpPr>
          <p:cNvPr id="377" name="TextBox 376">
            <a:extLst>
              <a:ext uri="{FF2B5EF4-FFF2-40B4-BE49-F238E27FC236}">
                <a16:creationId xmlns:a16="http://schemas.microsoft.com/office/drawing/2014/main" id="{C1989496-B490-954D-9F69-7B8DAB850AF3}"/>
              </a:ext>
            </a:extLst>
          </p:cNvPr>
          <p:cNvSpPr txBox="1"/>
          <p:nvPr/>
        </p:nvSpPr>
        <p:spPr>
          <a:xfrm>
            <a:off x="1295400" y="38782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Cost</a:t>
            </a:r>
          </a:p>
        </p:txBody>
      </p:sp>
      <p:sp>
        <p:nvSpPr>
          <p:cNvPr id="378" name="TextBox 377">
            <a:extLst>
              <a:ext uri="{FF2B5EF4-FFF2-40B4-BE49-F238E27FC236}">
                <a16:creationId xmlns:a16="http://schemas.microsoft.com/office/drawing/2014/main" id="{67E31B72-7ECB-754E-BABE-31DE07C9C88E}"/>
              </a:ext>
            </a:extLst>
          </p:cNvPr>
          <p:cNvSpPr txBox="1"/>
          <p:nvPr/>
        </p:nvSpPr>
        <p:spPr>
          <a:xfrm>
            <a:off x="2260600" y="38782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Next</a:t>
            </a:r>
          </a:p>
        </p:txBody>
      </p:sp>
      <p:sp>
        <p:nvSpPr>
          <p:cNvPr id="379" name="TextBox 378">
            <a:extLst>
              <a:ext uri="{FF2B5EF4-FFF2-40B4-BE49-F238E27FC236}">
                <a16:creationId xmlns:a16="http://schemas.microsoft.com/office/drawing/2014/main" id="{6CB5E5C7-5AB1-1941-A822-089F500F04C5}"/>
              </a:ext>
            </a:extLst>
          </p:cNvPr>
          <p:cNvSpPr txBox="1"/>
          <p:nvPr/>
        </p:nvSpPr>
        <p:spPr>
          <a:xfrm>
            <a:off x="254000" y="4043366"/>
            <a:ext cx="10414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380" name="TextBox 379">
            <a:extLst>
              <a:ext uri="{FF2B5EF4-FFF2-40B4-BE49-F238E27FC236}">
                <a16:creationId xmlns:a16="http://schemas.microsoft.com/office/drawing/2014/main" id="{B5B46689-1EA1-C049-BCDF-98D67FA01B3A}"/>
              </a:ext>
            </a:extLst>
          </p:cNvPr>
          <p:cNvSpPr txBox="1"/>
          <p:nvPr/>
        </p:nvSpPr>
        <p:spPr>
          <a:xfrm>
            <a:off x="1295400" y="40433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0</a:t>
            </a:r>
          </a:p>
        </p:txBody>
      </p:sp>
      <p:sp>
        <p:nvSpPr>
          <p:cNvPr id="381" name="TextBox 380">
            <a:extLst>
              <a:ext uri="{FF2B5EF4-FFF2-40B4-BE49-F238E27FC236}">
                <a16:creationId xmlns:a16="http://schemas.microsoft.com/office/drawing/2014/main" id="{0060B9AA-A648-404A-BF3C-60EA1EF2A50C}"/>
              </a:ext>
            </a:extLst>
          </p:cNvPr>
          <p:cNvSpPr txBox="1"/>
          <p:nvPr/>
        </p:nvSpPr>
        <p:spPr>
          <a:xfrm>
            <a:off x="2260600" y="40433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a:t>
            </a:r>
          </a:p>
        </p:txBody>
      </p:sp>
      <p:sp>
        <p:nvSpPr>
          <p:cNvPr id="382" name="TextBox 381">
            <a:extLst>
              <a:ext uri="{FF2B5EF4-FFF2-40B4-BE49-F238E27FC236}">
                <a16:creationId xmlns:a16="http://schemas.microsoft.com/office/drawing/2014/main" id="{92E00467-2C89-D141-9AE7-D4C93CE550C7}"/>
              </a:ext>
            </a:extLst>
          </p:cNvPr>
          <p:cNvSpPr txBox="1"/>
          <p:nvPr/>
        </p:nvSpPr>
        <p:spPr>
          <a:xfrm>
            <a:off x="254000" y="4221166"/>
            <a:ext cx="10414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a:t>
            </a:r>
          </a:p>
        </p:txBody>
      </p:sp>
      <p:sp>
        <p:nvSpPr>
          <p:cNvPr id="383" name="TextBox 382">
            <a:extLst>
              <a:ext uri="{FF2B5EF4-FFF2-40B4-BE49-F238E27FC236}">
                <a16:creationId xmlns:a16="http://schemas.microsoft.com/office/drawing/2014/main" id="{9F261FAA-51B1-EC44-9D66-2B818E7FDB15}"/>
              </a:ext>
            </a:extLst>
          </p:cNvPr>
          <p:cNvSpPr txBox="1"/>
          <p:nvPr/>
        </p:nvSpPr>
        <p:spPr>
          <a:xfrm>
            <a:off x="1295400" y="4221166"/>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3</a:t>
            </a:r>
          </a:p>
        </p:txBody>
      </p:sp>
      <p:sp>
        <p:nvSpPr>
          <p:cNvPr id="384" name="TextBox 383">
            <a:extLst>
              <a:ext uri="{FF2B5EF4-FFF2-40B4-BE49-F238E27FC236}">
                <a16:creationId xmlns:a16="http://schemas.microsoft.com/office/drawing/2014/main" id="{D98A001D-6572-2149-8234-29DBAA17A5E5}"/>
              </a:ext>
            </a:extLst>
          </p:cNvPr>
          <p:cNvSpPr txBox="1"/>
          <p:nvPr/>
        </p:nvSpPr>
        <p:spPr>
          <a:xfrm>
            <a:off x="2260600" y="4221166"/>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C</a:t>
            </a:r>
          </a:p>
        </p:txBody>
      </p:sp>
      <p:sp>
        <p:nvSpPr>
          <p:cNvPr id="385" name="TextBox 384">
            <a:extLst>
              <a:ext uri="{FF2B5EF4-FFF2-40B4-BE49-F238E27FC236}">
                <a16:creationId xmlns:a16="http://schemas.microsoft.com/office/drawing/2014/main" id="{D640D29E-D2F7-0C4E-B2F2-013A76806B24}"/>
              </a:ext>
            </a:extLst>
          </p:cNvPr>
          <p:cNvSpPr txBox="1"/>
          <p:nvPr/>
        </p:nvSpPr>
        <p:spPr>
          <a:xfrm>
            <a:off x="6248400" y="37004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2: C advertises → B updates</a:t>
            </a:r>
          </a:p>
        </p:txBody>
      </p:sp>
      <p:sp>
        <p:nvSpPr>
          <p:cNvPr id="386" name="TextBox 385">
            <a:extLst>
              <a:ext uri="{FF2B5EF4-FFF2-40B4-BE49-F238E27FC236}">
                <a16:creationId xmlns:a16="http://schemas.microsoft.com/office/drawing/2014/main" id="{EF982BE1-0028-4641-940F-BCDAD79AC632}"/>
              </a:ext>
            </a:extLst>
          </p:cNvPr>
          <p:cNvSpPr txBox="1"/>
          <p:nvPr/>
        </p:nvSpPr>
        <p:spPr>
          <a:xfrm>
            <a:off x="6248400" y="3878266"/>
            <a:ext cx="10414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Dest</a:t>
            </a:r>
          </a:p>
        </p:txBody>
      </p:sp>
      <p:sp>
        <p:nvSpPr>
          <p:cNvPr id="387" name="TextBox 386">
            <a:extLst>
              <a:ext uri="{FF2B5EF4-FFF2-40B4-BE49-F238E27FC236}">
                <a16:creationId xmlns:a16="http://schemas.microsoft.com/office/drawing/2014/main" id="{A9C21861-3D4C-2349-9C40-64C4B9F21F76}"/>
              </a:ext>
            </a:extLst>
          </p:cNvPr>
          <p:cNvSpPr txBox="1"/>
          <p:nvPr/>
        </p:nvSpPr>
        <p:spPr>
          <a:xfrm>
            <a:off x="7289800" y="38782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Cost</a:t>
            </a:r>
          </a:p>
        </p:txBody>
      </p:sp>
      <p:sp>
        <p:nvSpPr>
          <p:cNvPr id="388" name="TextBox 387">
            <a:extLst>
              <a:ext uri="{FF2B5EF4-FFF2-40B4-BE49-F238E27FC236}">
                <a16:creationId xmlns:a16="http://schemas.microsoft.com/office/drawing/2014/main" id="{D0A2E5AF-D2C9-EF4B-BDFE-5B9D6B0A9D06}"/>
              </a:ext>
            </a:extLst>
          </p:cNvPr>
          <p:cNvSpPr txBox="1"/>
          <p:nvPr/>
        </p:nvSpPr>
        <p:spPr>
          <a:xfrm>
            <a:off x="8255000" y="38782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Next</a:t>
            </a:r>
          </a:p>
        </p:txBody>
      </p:sp>
      <p:sp>
        <p:nvSpPr>
          <p:cNvPr id="389" name="TextBox 388">
            <a:extLst>
              <a:ext uri="{FF2B5EF4-FFF2-40B4-BE49-F238E27FC236}">
                <a16:creationId xmlns:a16="http://schemas.microsoft.com/office/drawing/2014/main" id="{78C7DFAA-7393-A94E-9E05-84654CFE41EF}"/>
              </a:ext>
            </a:extLst>
          </p:cNvPr>
          <p:cNvSpPr txBox="1"/>
          <p:nvPr/>
        </p:nvSpPr>
        <p:spPr>
          <a:xfrm>
            <a:off x="6248400" y="4043366"/>
            <a:ext cx="10414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390" name="TextBox 389">
            <a:extLst>
              <a:ext uri="{FF2B5EF4-FFF2-40B4-BE49-F238E27FC236}">
                <a16:creationId xmlns:a16="http://schemas.microsoft.com/office/drawing/2014/main" id="{840A7E4F-2407-C344-8621-38981CA7656F}"/>
              </a:ext>
            </a:extLst>
          </p:cNvPr>
          <p:cNvSpPr txBox="1"/>
          <p:nvPr/>
        </p:nvSpPr>
        <p:spPr>
          <a:xfrm>
            <a:off x="7289800" y="40433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1</a:t>
            </a:r>
          </a:p>
        </p:txBody>
      </p:sp>
      <p:sp>
        <p:nvSpPr>
          <p:cNvPr id="391" name="TextBox 390">
            <a:extLst>
              <a:ext uri="{FF2B5EF4-FFF2-40B4-BE49-F238E27FC236}">
                <a16:creationId xmlns:a16="http://schemas.microsoft.com/office/drawing/2014/main" id="{9F9DF330-CE70-1A4C-BA87-CD4D1308CC64}"/>
              </a:ext>
            </a:extLst>
          </p:cNvPr>
          <p:cNvSpPr txBox="1"/>
          <p:nvPr/>
        </p:nvSpPr>
        <p:spPr>
          <a:xfrm>
            <a:off x="8255000" y="40433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392" name="TextBox 391">
            <a:extLst>
              <a:ext uri="{FF2B5EF4-FFF2-40B4-BE49-F238E27FC236}">
                <a16:creationId xmlns:a16="http://schemas.microsoft.com/office/drawing/2014/main" id="{87F3A893-9C78-4247-9E4C-2B1490930DA0}"/>
              </a:ext>
            </a:extLst>
          </p:cNvPr>
          <p:cNvSpPr txBox="1"/>
          <p:nvPr/>
        </p:nvSpPr>
        <p:spPr>
          <a:xfrm>
            <a:off x="6248400" y="4221166"/>
            <a:ext cx="10414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A</a:t>
            </a:r>
          </a:p>
        </p:txBody>
      </p:sp>
      <p:sp>
        <p:nvSpPr>
          <p:cNvPr id="393" name="TextBox 392">
            <a:extLst>
              <a:ext uri="{FF2B5EF4-FFF2-40B4-BE49-F238E27FC236}">
                <a16:creationId xmlns:a16="http://schemas.microsoft.com/office/drawing/2014/main" id="{54C6554B-C803-C944-B8FC-E536354EC015}"/>
              </a:ext>
            </a:extLst>
          </p:cNvPr>
          <p:cNvSpPr txBox="1"/>
          <p:nvPr/>
        </p:nvSpPr>
        <p:spPr>
          <a:xfrm>
            <a:off x="7289800" y="42211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2</a:t>
            </a:r>
          </a:p>
        </p:txBody>
      </p:sp>
      <p:sp>
        <p:nvSpPr>
          <p:cNvPr id="394" name="TextBox 393">
            <a:extLst>
              <a:ext uri="{FF2B5EF4-FFF2-40B4-BE49-F238E27FC236}">
                <a16:creationId xmlns:a16="http://schemas.microsoft.com/office/drawing/2014/main" id="{CE2C9B7B-9438-BF48-A229-68CF75BD47D2}"/>
              </a:ext>
            </a:extLst>
          </p:cNvPr>
          <p:cNvSpPr txBox="1"/>
          <p:nvPr/>
        </p:nvSpPr>
        <p:spPr>
          <a:xfrm>
            <a:off x="8255000" y="42211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B</a:t>
            </a:r>
          </a:p>
        </p:txBody>
      </p:sp>
      <p:sp>
        <p:nvSpPr>
          <p:cNvPr id="395" name="TextBox 394">
            <a:extLst>
              <a:ext uri="{FF2B5EF4-FFF2-40B4-BE49-F238E27FC236}">
                <a16:creationId xmlns:a16="http://schemas.microsoft.com/office/drawing/2014/main" id="{C66B6270-0EF7-4F45-A28B-55380FC31798}"/>
              </a:ext>
            </a:extLst>
          </p:cNvPr>
          <p:cNvSpPr txBox="1"/>
          <p:nvPr/>
        </p:nvSpPr>
        <p:spPr>
          <a:xfrm>
            <a:off x="254000" y="44751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3: B advertises → C updates</a:t>
            </a:r>
          </a:p>
        </p:txBody>
      </p:sp>
      <p:sp>
        <p:nvSpPr>
          <p:cNvPr id="396" name="TextBox 395">
            <a:extLst>
              <a:ext uri="{FF2B5EF4-FFF2-40B4-BE49-F238E27FC236}">
                <a16:creationId xmlns:a16="http://schemas.microsoft.com/office/drawing/2014/main" id="{15686B98-4170-6D43-B7DF-AE34D25B4D2A}"/>
              </a:ext>
            </a:extLst>
          </p:cNvPr>
          <p:cNvSpPr txBox="1"/>
          <p:nvPr/>
        </p:nvSpPr>
        <p:spPr>
          <a:xfrm>
            <a:off x="254000" y="4652966"/>
            <a:ext cx="10414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Dest</a:t>
            </a:r>
          </a:p>
        </p:txBody>
      </p:sp>
      <p:sp>
        <p:nvSpPr>
          <p:cNvPr id="397" name="TextBox 396">
            <a:extLst>
              <a:ext uri="{FF2B5EF4-FFF2-40B4-BE49-F238E27FC236}">
                <a16:creationId xmlns:a16="http://schemas.microsoft.com/office/drawing/2014/main" id="{40C2674A-190B-3B42-8156-6620235298A9}"/>
              </a:ext>
            </a:extLst>
          </p:cNvPr>
          <p:cNvSpPr txBox="1"/>
          <p:nvPr/>
        </p:nvSpPr>
        <p:spPr>
          <a:xfrm>
            <a:off x="1295400" y="46529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Cost</a:t>
            </a:r>
          </a:p>
        </p:txBody>
      </p:sp>
      <p:sp>
        <p:nvSpPr>
          <p:cNvPr id="398" name="TextBox 397">
            <a:extLst>
              <a:ext uri="{FF2B5EF4-FFF2-40B4-BE49-F238E27FC236}">
                <a16:creationId xmlns:a16="http://schemas.microsoft.com/office/drawing/2014/main" id="{29D6825C-5591-9547-9DFC-2AE92D3E8C00}"/>
              </a:ext>
            </a:extLst>
          </p:cNvPr>
          <p:cNvSpPr txBox="1"/>
          <p:nvPr/>
        </p:nvSpPr>
        <p:spPr>
          <a:xfrm>
            <a:off x="2260600" y="46529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Next</a:t>
            </a:r>
          </a:p>
        </p:txBody>
      </p:sp>
      <p:sp>
        <p:nvSpPr>
          <p:cNvPr id="399" name="TextBox 398">
            <a:extLst>
              <a:ext uri="{FF2B5EF4-FFF2-40B4-BE49-F238E27FC236}">
                <a16:creationId xmlns:a16="http://schemas.microsoft.com/office/drawing/2014/main" id="{7A138E76-82B9-E74C-8902-5D79127E6EE5}"/>
              </a:ext>
            </a:extLst>
          </p:cNvPr>
          <p:cNvSpPr txBox="1"/>
          <p:nvPr/>
        </p:nvSpPr>
        <p:spPr>
          <a:xfrm>
            <a:off x="254000" y="4818066"/>
            <a:ext cx="10414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400" name="TextBox 399">
            <a:extLst>
              <a:ext uri="{FF2B5EF4-FFF2-40B4-BE49-F238E27FC236}">
                <a16:creationId xmlns:a16="http://schemas.microsoft.com/office/drawing/2014/main" id="{29C296B4-6246-DF42-84F2-4445739549D4}"/>
              </a:ext>
            </a:extLst>
          </p:cNvPr>
          <p:cNvSpPr txBox="1"/>
          <p:nvPr/>
        </p:nvSpPr>
        <p:spPr>
          <a:xfrm>
            <a:off x="1295400" y="48180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0</a:t>
            </a:r>
          </a:p>
        </p:txBody>
      </p:sp>
      <p:sp>
        <p:nvSpPr>
          <p:cNvPr id="401" name="TextBox 400">
            <a:extLst>
              <a:ext uri="{FF2B5EF4-FFF2-40B4-BE49-F238E27FC236}">
                <a16:creationId xmlns:a16="http://schemas.microsoft.com/office/drawing/2014/main" id="{577A598B-239F-4043-A640-F0D0E9215B49}"/>
              </a:ext>
            </a:extLst>
          </p:cNvPr>
          <p:cNvSpPr txBox="1"/>
          <p:nvPr/>
        </p:nvSpPr>
        <p:spPr>
          <a:xfrm>
            <a:off x="2260600" y="48180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a:t>
            </a:r>
          </a:p>
        </p:txBody>
      </p:sp>
      <p:sp>
        <p:nvSpPr>
          <p:cNvPr id="402" name="TextBox 401">
            <a:extLst>
              <a:ext uri="{FF2B5EF4-FFF2-40B4-BE49-F238E27FC236}">
                <a16:creationId xmlns:a16="http://schemas.microsoft.com/office/drawing/2014/main" id="{4174F037-3989-5343-9502-CFDCBAC08A4F}"/>
              </a:ext>
            </a:extLst>
          </p:cNvPr>
          <p:cNvSpPr txBox="1"/>
          <p:nvPr/>
        </p:nvSpPr>
        <p:spPr>
          <a:xfrm>
            <a:off x="254000" y="4995866"/>
            <a:ext cx="10414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A</a:t>
            </a:r>
          </a:p>
        </p:txBody>
      </p:sp>
      <p:sp>
        <p:nvSpPr>
          <p:cNvPr id="403" name="TextBox 402">
            <a:extLst>
              <a:ext uri="{FF2B5EF4-FFF2-40B4-BE49-F238E27FC236}">
                <a16:creationId xmlns:a16="http://schemas.microsoft.com/office/drawing/2014/main" id="{2BEAF61E-3A0F-C842-8D2A-0BAC1B562C43}"/>
              </a:ext>
            </a:extLst>
          </p:cNvPr>
          <p:cNvSpPr txBox="1"/>
          <p:nvPr/>
        </p:nvSpPr>
        <p:spPr>
          <a:xfrm>
            <a:off x="1295400" y="49958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3</a:t>
            </a:r>
          </a:p>
        </p:txBody>
      </p:sp>
      <p:sp>
        <p:nvSpPr>
          <p:cNvPr id="404" name="TextBox 403">
            <a:extLst>
              <a:ext uri="{FF2B5EF4-FFF2-40B4-BE49-F238E27FC236}">
                <a16:creationId xmlns:a16="http://schemas.microsoft.com/office/drawing/2014/main" id="{67C41AB5-E539-684B-9FBC-EFF15C895319}"/>
              </a:ext>
            </a:extLst>
          </p:cNvPr>
          <p:cNvSpPr txBox="1"/>
          <p:nvPr/>
        </p:nvSpPr>
        <p:spPr>
          <a:xfrm>
            <a:off x="2260600" y="49958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C</a:t>
            </a:r>
          </a:p>
        </p:txBody>
      </p:sp>
      <p:sp>
        <p:nvSpPr>
          <p:cNvPr id="405" name="TextBox 404">
            <a:extLst>
              <a:ext uri="{FF2B5EF4-FFF2-40B4-BE49-F238E27FC236}">
                <a16:creationId xmlns:a16="http://schemas.microsoft.com/office/drawing/2014/main" id="{CABC4298-BA2A-A74E-BF0E-71EBCC4BD596}"/>
              </a:ext>
            </a:extLst>
          </p:cNvPr>
          <p:cNvSpPr txBox="1"/>
          <p:nvPr/>
        </p:nvSpPr>
        <p:spPr>
          <a:xfrm>
            <a:off x="6248400" y="44751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3: B advertises → C updates</a:t>
            </a:r>
          </a:p>
        </p:txBody>
      </p:sp>
      <p:sp>
        <p:nvSpPr>
          <p:cNvPr id="406" name="TextBox 405">
            <a:extLst>
              <a:ext uri="{FF2B5EF4-FFF2-40B4-BE49-F238E27FC236}">
                <a16:creationId xmlns:a16="http://schemas.microsoft.com/office/drawing/2014/main" id="{2C6D9D3C-E653-F94E-B733-4EF0B3491C9D}"/>
              </a:ext>
            </a:extLst>
          </p:cNvPr>
          <p:cNvSpPr txBox="1"/>
          <p:nvPr/>
        </p:nvSpPr>
        <p:spPr>
          <a:xfrm>
            <a:off x="6248400" y="4652966"/>
            <a:ext cx="10414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Dest</a:t>
            </a:r>
          </a:p>
        </p:txBody>
      </p:sp>
      <p:sp>
        <p:nvSpPr>
          <p:cNvPr id="407" name="TextBox 406">
            <a:extLst>
              <a:ext uri="{FF2B5EF4-FFF2-40B4-BE49-F238E27FC236}">
                <a16:creationId xmlns:a16="http://schemas.microsoft.com/office/drawing/2014/main" id="{11F3237C-8879-6247-8222-3C5C7CF2913E}"/>
              </a:ext>
            </a:extLst>
          </p:cNvPr>
          <p:cNvSpPr txBox="1"/>
          <p:nvPr/>
        </p:nvSpPr>
        <p:spPr>
          <a:xfrm>
            <a:off x="7289800" y="46529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Cost</a:t>
            </a:r>
          </a:p>
        </p:txBody>
      </p:sp>
      <p:sp>
        <p:nvSpPr>
          <p:cNvPr id="408" name="TextBox 407">
            <a:extLst>
              <a:ext uri="{FF2B5EF4-FFF2-40B4-BE49-F238E27FC236}">
                <a16:creationId xmlns:a16="http://schemas.microsoft.com/office/drawing/2014/main" id="{892134A4-5F96-7149-B813-1635289A0DB3}"/>
              </a:ext>
            </a:extLst>
          </p:cNvPr>
          <p:cNvSpPr txBox="1"/>
          <p:nvPr/>
        </p:nvSpPr>
        <p:spPr>
          <a:xfrm>
            <a:off x="8255000" y="46529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Next</a:t>
            </a:r>
          </a:p>
        </p:txBody>
      </p:sp>
      <p:sp>
        <p:nvSpPr>
          <p:cNvPr id="409" name="TextBox 408">
            <a:extLst>
              <a:ext uri="{FF2B5EF4-FFF2-40B4-BE49-F238E27FC236}">
                <a16:creationId xmlns:a16="http://schemas.microsoft.com/office/drawing/2014/main" id="{A0666A68-683B-A947-ACA0-903C9302D13A}"/>
              </a:ext>
            </a:extLst>
          </p:cNvPr>
          <p:cNvSpPr txBox="1"/>
          <p:nvPr/>
        </p:nvSpPr>
        <p:spPr>
          <a:xfrm>
            <a:off x="6248400" y="4818066"/>
            <a:ext cx="10414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410" name="TextBox 409">
            <a:extLst>
              <a:ext uri="{FF2B5EF4-FFF2-40B4-BE49-F238E27FC236}">
                <a16:creationId xmlns:a16="http://schemas.microsoft.com/office/drawing/2014/main" id="{82F49982-AD40-6D48-A23E-055071C1D15B}"/>
              </a:ext>
            </a:extLst>
          </p:cNvPr>
          <p:cNvSpPr txBox="1"/>
          <p:nvPr/>
        </p:nvSpPr>
        <p:spPr>
          <a:xfrm>
            <a:off x="7289800" y="48180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1</a:t>
            </a:r>
          </a:p>
        </p:txBody>
      </p:sp>
      <p:sp>
        <p:nvSpPr>
          <p:cNvPr id="411" name="TextBox 410">
            <a:extLst>
              <a:ext uri="{FF2B5EF4-FFF2-40B4-BE49-F238E27FC236}">
                <a16:creationId xmlns:a16="http://schemas.microsoft.com/office/drawing/2014/main" id="{DC481A11-993E-784D-9D99-9183902D1462}"/>
              </a:ext>
            </a:extLst>
          </p:cNvPr>
          <p:cNvSpPr txBox="1"/>
          <p:nvPr/>
        </p:nvSpPr>
        <p:spPr>
          <a:xfrm>
            <a:off x="8255000" y="48180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412" name="TextBox 411">
            <a:extLst>
              <a:ext uri="{FF2B5EF4-FFF2-40B4-BE49-F238E27FC236}">
                <a16:creationId xmlns:a16="http://schemas.microsoft.com/office/drawing/2014/main" id="{282C3F58-9C05-A74B-92B5-533901911CFF}"/>
              </a:ext>
            </a:extLst>
          </p:cNvPr>
          <p:cNvSpPr txBox="1"/>
          <p:nvPr/>
        </p:nvSpPr>
        <p:spPr>
          <a:xfrm>
            <a:off x="6248400" y="4995866"/>
            <a:ext cx="10414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a:t>
            </a:r>
          </a:p>
        </p:txBody>
      </p:sp>
      <p:sp>
        <p:nvSpPr>
          <p:cNvPr id="413" name="TextBox 412">
            <a:extLst>
              <a:ext uri="{FF2B5EF4-FFF2-40B4-BE49-F238E27FC236}">
                <a16:creationId xmlns:a16="http://schemas.microsoft.com/office/drawing/2014/main" id="{27AB06F2-BD34-F348-BC07-6A08CC3A13D8}"/>
              </a:ext>
            </a:extLst>
          </p:cNvPr>
          <p:cNvSpPr txBox="1"/>
          <p:nvPr/>
        </p:nvSpPr>
        <p:spPr>
          <a:xfrm>
            <a:off x="7289800" y="4995866"/>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4</a:t>
            </a:r>
          </a:p>
        </p:txBody>
      </p:sp>
      <p:sp>
        <p:nvSpPr>
          <p:cNvPr id="414" name="TextBox 413">
            <a:extLst>
              <a:ext uri="{FF2B5EF4-FFF2-40B4-BE49-F238E27FC236}">
                <a16:creationId xmlns:a16="http://schemas.microsoft.com/office/drawing/2014/main" id="{E4874E46-A3EB-BD44-A854-61F75B13F8BF}"/>
              </a:ext>
            </a:extLst>
          </p:cNvPr>
          <p:cNvSpPr txBox="1"/>
          <p:nvPr/>
        </p:nvSpPr>
        <p:spPr>
          <a:xfrm>
            <a:off x="8255000" y="4995866"/>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B</a:t>
            </a:r>
          </a:p>
        </p:txBody>
      </p:sp>
      <p:sp>
        <p:nvSpPr>
          <p:cNvPr id="415" name="TextBox 414">
            <a:extLst>
              <a:ext uri="{FF2B5EF4-FFF2-40B4-BE49-F238E27FC236}">
                <a16:creationId xmlns:a16="http://schemas.microsoft.com/office/drawing/2014/main" id="{B54CD18A-D059-3940-98D9-6B27317F83A8}"/>
              </a:ext>
            </a:extLst>
          </p:cNvPr>
          <p:cNvSpPr txBox="1"/>
          <p:nvPr/>
        </p:nvSpPr>
        <p:spPr>
          <a:xfrm>
            <a:off x="254000" y="52498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4: C advertises → B updates</a:t>
            </a:r>
          </a:p>
        </p:txBody>
      </p:sp>
      <p:sp>
        <p:nvSpPr>
          <p:cNvPr id="416" name="TextBox 415">
            <a:extLst>
              <a:ext uri="{FF2B5EF4-FFF2-40B4-BE49-F238E27FC236}">
                <a16:creationId xmlns:a16="http://schemas.microsoft.com/office/drawing/2014/main" id="{A1C93560-86E8-704B-ABF1-4A89902677DF}"/>
              </a:ext>
            </a:extLst>
          </p:cNvPr>
          <p:cNvSpPr txBox="1"/>
          <p:nvPr/>
        </p:nvSpPr>
        <p:spPr>
          <a:xfrm>
            <a:off x="254000" y="5427666"/>
            <a:ext cx="10414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Dest</a:t>
            </a:r>
          </a:p>
        </p:txBody>
      </p:sp>
      <p:sp>
        <p:nvSpPr>
          <p:cNvPr id="417" name="TextBox 416">
            <a:extLst>
              <a:ext uri="{FF2B5EF4-FFF2-40B4-BE49-F238E27FC236}">
                <a16:creationId xmlns:a16="http://schemas.microsoft.com/office/drawing/2014/main" id="{0BB7F929-A291-7746-B9B2-F8693A24E1E5}"/>
              </a:ext>
            </a:extLst>
          </p:cNvPr>
          <p:cNvSpPr txBox="1"/>
          <p:nvPr/>
        </p:nvSpPr>
        <p:spPr>
          <a:xfrm>
            <a:off x="1295400" y="54276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Cost</a:t>
            </a:r>
          </a:p>
        </p:txBody>
      </p:sp>
      <p:sp>
        <p:nvSpPr>
          <p:cNvPr id="418" name="TextBox 417">
            <a:extLst>
              <a:ext uri="{FF2B5EF4-FFF2-40B4-BE49-F238E27FC236}">
                <a16:creationId xmlns:a16="http://schemas.microsoft.com/office/drawing/2014/main" id="{E54D8877-4113-6540-A982-8C1C4340B1C1}"/>
              </a:ext>
            </a:extLst>
          </p:cNvPr>
          <p:cNvSpPr txBox="1"/>
          <p:nvPr/>
        </p:nvSpPr>
        <p:spPr>
          <a:xfrm>
            <a:off x="2260600" y="54276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Next</a:t>
            </a:r>
          </a:p>
        </p:txBody>
      </p:sp>
      <p:sp>
        <p:nvSpPr>
          <p:cNvPr id="419" name="TextBox 418">
            <a:extLst>
              <a:ext uri="{FF2B5EF4-FFF2-40B4-BE49-F238E27FC236}">
                <a16:creationId xmlns:a16="http://schemas.microsoft.com/office/drawing/2014/main" id="{3A0AE9DD-AB3D-994D-BB33-4291B931173B}"/>
              </a:ext>
            </a:extLst>
          </p:cNvPr>
          <p:cNvSpPr txBox="1"/>
          <p:nvPr/>
        </p:nvSpPr>
        <p:spPr>
          <a:xfrm>
            <a:off x="254000" y="5592766"/>
            <a:ext cx="10414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420" name="TextBox 419">
            <a:extLst>
              <a:ext uri="{FF2B5EF4-FFF2-40B4-BE49-F238E27FC236}">
                <a16:creationId xmlns:a16="http://schemas.microsoft.com/office/drawing/2014/main" id="{A725B05F-373D-7449-9C8D-B04F7C3E23D5}"/>
              </a:ext>
            </a:extLst>
          </p:cNvPr>
          <p:cNvSpPr txBox="1"/>
          <p:nvPr/>
        </p:nvSpPr>
        <p:spPr>
          <a:xfrm>
            <a:off x="1295400" y="55927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0</a:t>
            </a:r>
          </a:p>
        </p:txBody>
      </p:sp>
      <p:sp>
        <p:nvSpPr>
          <p:cNvPr id="421" name="TextBox 420">
            <a:extLst>
              <a:ext uri="{FF2B5EF4-FFF2-40B4-BE49-F238E27FC236}">
                <a16:creationId xmlns:a16="http://schemas.microsoft.com/office/drawing/2014/main" id="{4FAF0B83-8317-544A-B080-D6254426F18C}"/>
              </a:ext>
            </a:extLst>
          </p:cNvPr>
          <p:cNvSpPr txBox="1"/>
          <p:nvPr/>
        </p:nvSpPr>
        <p:spPr>
          <a:xfrm>
            <a:off x="2260600" y="55927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a:t>
            </a:r>
          </a:p>
        </p:txBody>
      </p:sp>
      <p:sp>
        <p:nvSpPr>
          <p:cNvPr id="422" name="TextBox 421">
            <a:extLst>
              <a:ext uri="{FF2B5EF4-FFF2-40B4-BE49-F238E27FC236}">
                <a16:creationId xmlns:a16="http://schemas.microsoft.com/office/drawing/2014/main" id="{90D6FE3E-D649-ED46-9A68-A604EE0FCB3F}"/>
              </a:ext>
            </a:extLst>
          </p:cNvPr>
          <p:cNvSpPr txBox="1"/>
          <p:nvPr/>
        </p:nvSpPr>
        <p:spPr>
          <a:xfrm>
            <a:off x="254000" y="5770566"/>
            <a:ext cx="10414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a:t>
            </a:r>
          </a:p>
        </p:txBody>
      </p:sp>
      <p:sp>
        <p:nvSpPr>
          <p:cNvPr id="423" name="TextBox 422">
            <a:extLst>
              <a:ext uri="{FF2B5EF4-FFF2-40B4-BE49-F238E27FC236}">
                <a16:creationId xmlns:a16="http://schemas.microsoft.com/office/drawing/2014/main" id="{F01EDD6D-3F6B-344A-ABBD-0A1932AC70AA}"/>
              </a:ext>
            </a:extLst>
          </p:cNvPr>
          <p:cNvSpPr txBox="1"/>
          <p:nvPr/>
        </p:nvSpPr>
        <p:spPr>
          <a:xfrm>
            <a:off x="1295400" y="5770566"/>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5</a:t>
            </a:r>
          </a:p>
        </p:txBody>
      </p:sp>
      <p:sp>
        <p:nvSpPr>
          <p:cNvPr id="424" name="TextBox 423">
            <a:extLst>
              <a:ext uri="{FF2B5EF4-FFF2-40B4-BE49-F238E27FC236}">
                <a16:creationId xmlns:a16="http://schemas.microsoft.com/office/drawing/2014/main" id="{63290FA6-557D-C243-8D3E-D627898FF06F}"/>
              </a:ext>
            </a:extLst>
          </p:cNvPr>
          <p:cNvSpPr txBox="1"/>
          <p:nvPr/>
        </p:nvSpPr>
        <p:spPr>
          <a:xfrm>
            <a:off x="2260600" y="5770566"/>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C</a:t>
            </a:r>
          </a:p>
        </p:txBody>
      </p:sp>
      <p:sp>
        <p:nvSpPr>
          <p:cNvPr id="425" name="TextBox 424">
            <a:extLst>
              <a:ext uri="{FF2B5EF4-FFF2-40B4-BE49-F238E27FC236}">
                <a16:creationId xmlns:a16="http://schemas.microsoft.com/office/drawing/2014/main" id="{816ED5B5-7648-AC41-8B86-3BE62A5326C7}"/>
              </a:ext>
            </a:extLst>
          </p:cNvPr>
          <p:cNvSpPr txBox="1"/>
          <p:nvPr/>
        </p:nvSpPr>
        <p:spPr>
          <a:xfrm>
            <a:off x="6248400" y="52498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4: C advertises → B updates</a:t>
            </a:r>
          </a:p>
        </p:txBody>
      </p:sp>
      <p:sp>
        <p:nvSpPr>
          <p:cNvPr id="426" name="TextBox 425">
            <a:extLst>
              <a:ext uri="{FF2B5EF4-FFF2-40B4-BE49-F238E27FC236}">
                <a16:creationId xmlns:a16="http://schemas.microsoft.com/office/drawing/2014/main" id="{C5CA5910-A696-6643-B9AE-4134670F1C7D}"/>
              </a:ext>
            </a:extLst>
          </p:cNvPr>
          <p:cNvSpPr txBox="1"/>
          <p:nvPr/>
        </p:nvSpPr>
        <p:spPr>
          <a:xfrm>
            <a:off x="6248400" y="5427666"/>
            <a:ext cx="10414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Dest</a:t>
            </a:r>
          </a:p>
        </p:txBody>
      </p:sp>
      <p:sp>
        <p:nvSpPr>
          <p:cNvPr id="427" name="TextBox 426">
            <a:extLst>
              <a:ext uri="{FF2B5EF4-FFF2-40B4-BE49-F238E27FC236}">
                <a16:creationId xmlns:a16="http://schemas.microsoft.com/office/drawing/2014/main" id="{23CC111A-01E2-E24C-9AED-2436F70BFCDF}"/>
              </a:ext>
            </a:extLst>
          </p:cNvPr>
          <p:cNvSpPr txBox="1"/>
          <p:nvPr/>
        </p:nvSpPr>
        <p:spPr>
          <a:xfrm>
            <a:off x="7289800" y="54276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Cost</a:t>
            </a:r>
          </a:p>
        </p:txBody>
      </p:sp>
      <p:sp>
        <p:nvSpPr>
          <p:cNvPr id="428" name="TextBox 427">
            <a:extLst>
              <a:ext uri="{FF2B5EF4-FFF2-40B4-BE49-F238E27FC236}">
                <a16:creationId xmlns:a16="http://schemas.microsoft.com/office/drawing/2014/main" id="{7128BA20-E6C1-5C41-BDD1-12E630E9B682}"/>
              </a:ext>
            </a:extLst>
          </p:cNvPr>
          <p:cNvSpPr txBox="1"/>
          <p:nvPr/>
        </p:nvSpPr>
        <p:spPr>
          <a:xfrm>
            <a:off x="8255000" y="5427666"/>
            <a:ext cx="965200" cy="165100"/>
          </a:xfrm>
          <a:prstGeom prst="rect">
            <a:avLst/>
          </a:prstGeom>
          <a:solidFill>
            <a:srgbClr val="C8DDF0"/>
          </a:solidFill>
          <a:ln>
            <a:noFill/>
          </a:ln>
        </p:spPr>
        <p:txBody>
          <a:bodyPr vertOverflow="overflow" vert="horz" wrap="none" rtlCol="0" anchor="ctr" anchorCtr="0">
            <a:noAutofit/>
          </a:bodyPr>
          <a:lstStyle/>
          <a:p>
            <a:pPr algn="l"/>
            <a:r>
              <a:rPr lang="en-US" sz="1100" b="1">
                <a:solidFill>
                  <a:srgbClr val="1F3864"/>
                </a:solidFill>
              </a:rPr>
              <a:t>Next</a:t>
            </a:r>
          </a:p>
        </p:txBody>
      </p:sp>
      <p:sp>
        <p:nvSpPr>
          <p:cNvPr id="429" name="TextBox 428">
            <a:extLst>
              <a:ext uri="{FF2B5EF4-FFF2-40B4-BE49-F238E27FC236}">
                <a16:creationId xmlns:a16="http://schemas.microsoft.com/office/drawing/2014/main" id="{12E5C403-5126-614A-8635-A28B4D5038B0}"/>
              </a:ext>
            </a:extLst>
          </p:cNvPr>
          <p:cNvSpPr txBox="1"/>
          <p:nvPr/>
        </p:nvSpPr>
        <p:spPr>
          <a:xfrm>
            <a:off x="6248400" y="5592766"/>
            <a:ext cx="10414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430" name="TextBox 429">
            <a:extLst>
              <a:ext uri="{FF2B5EF4-FFF2-40B4-BE49-F238E27FC236}">
                <a16:creationId xmlns:a16="http://schemas.microsoft.com/office/drawing/2014/main" id="{2ACEADD0-B6B5-CF43-B1E2-3705145EC757}"/>
              </a:ext>
            </a:extLst>
          </p:cNvPr>
          <p:cNvSpPr txBox="1"/>
          <p:nvPr/>
        </p:nvSpPr>
        <p:spPr>
          <a:xfrm>
            <a:off x="7289800" y="55927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1</a:t>
            </a:r>
          </a:p>
        </p:txBody>
      </p:sp>
      <p:sp>
        <p:nvSpPr>
          <p:cNvPr id="431" name="TextBox 430">
            <a:extLst>
              <a:ext uri="{FF2B5EF4-FFF2-40B4-BE49-F238E27FC236}">
                <a16:creationId xmlns:a16="http://schemas.microsoft.com/office/drawing/2014/main" id="{99B1418A-9278-A743-A6AA-35BA5FB217B9}"/>
              </a:ext>
            </a:extLst>
          </p:cNvPr>
          <p:cNvSpPr txBox="1"/>
          <p:nvPr/>
        </p:nvSpPr>
        <p:spPr>
          <a:xfrm>
            <a:off x="8255000" y="5592766"/>
            <a:ext cx="965200" cy="177800"/>
          </a:xfrm>
          <a:prstGeom prst="rect">
            <a:avLst/>
          </a:prstGeom>
          <a:solidFill>
            <a:srgbClr val="F5F5F5"/>
          </a:solidFill>
          <a:ln>
            <a:noFill/>
          </a:ln>
        </p:spPr>
        <p:txBody>
          <a:bodyPr vertOverflow="overflow" vert="horz" wrap="none" rtlCol="0" anchor="ctr" anchorCtr="0">
            <a:noAutofit/>
          </a:bodyPr>
          <a:lstStyle/>
          <a:p>
            <a:pPr algn="l"/>
            <a:r>
              <a:rPr lang="en-US" sz="1400">
                <a:solidFill>
                  <a:srgbClr val="111111"/>
                </a:solidFill>
              </a:rPr>
              <a:t>B</a:t>
            </a:r>
          </a:p>
        </p:txBody>
      </p:sp>
      <p:sp>
        <p:nvSpPr>
          <p:cNvPr id="432" name="TextBox 431">
            <a:extLst>
              <a:ext uri="{FF2B5EF4-FFF2-40B4-BE49-F238E27FC236}">
                <a16:creationId xmlns:a16="http://schemas.microsoft.com/office/drawing/2014/main" id="{6F8B63E7-693A-C14B-A602-3086C4780FAA}"/>
              </a:ext>
            </a:extLst>
          </p:cNvPr>
          <p:cNvSpPr txBox="1"/>
          <p:nvPr/>
        </p:nvSpPr>
        <p:spPr>
          <a:xfrm>
            <a:off x="6248400" y="5770566"/>
            <a:ext cx="10414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A</a:t>
            </a:r>
          </a:p>
        </p:txBody>
      </p:sp>
      <p:sp>
        <p:nvSpPr>
          <p:cNvPr id="433" name="TextBox 432">
            <a:extLst>
              <a:ext uri="{FF2B5EF4-FFF2-40B4-BE49-F238E27FC236}">
                <a16:creationId xmlns:a16="http://schemas.microsoft.com/office/drawing/2014/main" id="{3116C2B4-4CA5-E543-9BB4-03773827904C}"/>
              </a:ext>
            </a:extLst>
          </p:cNvPr>
          <p:cNvSpPr txBox="1"/>
          <p:nvPr/>
        </p:nvSpPr>
        <p:spPr>
          <a:xfrm>
            <a:off x="7289800" y="57705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4</a:t>
            </a:r>
          </a:p>
        </p:txBody>
      </p:sp>
      <p:sp>
        <p:nvSpPr>
          <p:cNvPr id="434" name="TextBox 433">
            <a:extLst>
              <a:ext uri="{FF2B5EF4-FFF2-40B4-BE49-F238E27FC236}">
                <a16:creationId xmlns:a16="http://schemas.microsoft.com/office/drawing/2014/main" id="{292C2815-07BF-7D43-9B31-8A170A57DCA0}"/>
              </a:ext>
            </a:extLst>
          </p:cNvPr>
          <p:cNvSpPr txBox="1"/>
          <p:nvPr/>
        </p:nvSpPr>
        <p:spPr>
          <a:xfrm>
            <a:off x="8255000" y="5770566"/>
            <a:ext cx="965200" cy="177800"/>
          </a:xfrm>
          <a:prstGeom prst="rect">
            <a:avLst/>
          </a:prstGeom>
          <a:solidFill>
            <a:srgbClr val="FFFFFF"/>
          </a:solidFill>
          <a:ln>
            <a:noFill/>
          </a:ln>
        </p:spPr>
        <p:txBody>
          <a:bodyPr vertOverflow="overflow" vert="horz" wrap="none" rtlCol="0" anchor="ctr" anchorCtr="0">
            <a:noAutofit/>
          </a:bodyPr>
          <a:lstStyle/>
          <a:p>
            <a:pPr algn="l"/>
            <a:r>
              <a:rPr lang="en-US" sz="1400">
                <a:solidFill>
                  <a:srgbClr val="111111"/>
                </a:solidFill>
              </a:rPr>
              <a:t>B</a:t>
            </a:r>
          </a:p>
        </p:txBody>
      </p:sp>
      <p:sp>
        <p:nvSpPr>
          <p:cNvPr id="435" name="TextBox 434">
            <a:extLst>
              <a:ext uri="{FF2B5EF4-FFF2-40B4-BE49-F238E27FC236}">
                <a16:creationId xmlns:a16="http://schemas.microsoft.com/office/drawing/2014/main" id="{B3BF83A3-528E-D647-A6D8-8C8C5382874C}"/>
              </a:ext>
            </a:extLst>
          </p:cNvPr>
          <p:cNvSpPr txBox="1"/>
          <p:nvPr/>
        </p:nvSpPr>
        <p:spPr>
          <a:xfrm>
            <a:off x="254000" y="60245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5: B advertises → C updates</a:t>
            </a:r>
          </a:p>
        </p:txBody>
      </p:sp>
      <p:sp>
        <p:nvSpPr>
          <p:cNvPr id="445" name="TextBox 444">
            <a:extLst>
              <a:ext uri="{FF2B5EF4-FFF2-40B4-BE49-F238E27FC236}">
                <a16:creationId xmlns:a16="http://schemas.microsoft.com/office/drawing/2014/main" id="{AB396E9A-564C-3F4F-8A56-D29333ABE434}"/>
              </a:ext>
            </a:extLst>
          </p:cNvPr>
          <p:cNvSpPr txBox="1"/>
          <p:nvPr/>
        </p:nvSpPr>
        <p:spPr>
          <a:xfrm>
            <a:off x="6248400" y="6024566"/>
            <a:ext cx="5740400" cy="177800"/>
          </a:xfrm>
          <a:prstGeom prst="rect">
            <a:avLst/>
          </a:prstGeom>
          <a:solidFill>
            <a:srgbClr val="0E2841"/>
          </a:solidFill>
          <a:ln>
            <a:noFill/>
          </a:ln>
        </p:spPr>
        <p:txBody>
          <a:bodyPr vertOverflow="overflow" vert="horz" wrap="none" rtlCol="0" anchor="ctr" anchorCtr="0">
            <a:noAutofit/>
          </a:bodyPr>
          <a:lstStyle/>
          <a:p>
            <a:pPr algn="l"/>
            <a:r>
              <a:rPr lang="en-US" sz="1100" b="1">
                <a:solidFill>
                  <a:srgbClr val="FFFFFF"/>
                </a:solidFill>
              </a:rPr>
              <a:t>Round 5: B advertises → C updates</a:t>
            </a:r>
          </a:p>
        </p:txBody>
      </p:sp>
      <p:sp>
        <p:nvSpPr>
          <p:cNvPr id="462" name="TextBox 461">
            <a:extLst>
              <a:ext uri="{FF2B5EF4-FFF2-40B4-BE49-F238E27FC236}">
                <a16:creationId xmlns:a16="http://schemas.microsoft.com/office/drawing/2014/main" id="{C7FF71C9-E398-014B-BFD9-05ACC90E5AFA}"/>
              </a:ext>
            </a:extLst>
          </p:cNvPr>
          <p:cNvSpPr txBox="1"/>
          <p:nvPr/>
        </p:nvSpPr>
        <p:spPr>
          <a:xfrm>
            <a:off x="254000" y="6362700"/>
            <a:ext cx="10414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a:t>
            </a:r>
          </a:p>
        </p:txBody>
      </p:sp>
      <p:sp>
        <p:nvSpPr>
          <p:cNvPr id="463" name="TextBox 462">
            <a:extLst>
              <a:ext uri="{FF2B5EF4-FFF2-40B4-BE49-F238E27FC236}">
                <a16:creationId xmlns:a16="http://schemas.microsoft.com/office/drawing/2014/main" id="{EBC0C205-AA17-7440-A75A-694B8389B099}"/>
              </a:ext>
            </a:extLst>
          </p:cNvPr>
          <p:cNvSpPr txBox="1"/>
          <p:nvPr/>
        </p:nvSpPr>
        <p:spPr>
          <a:xfrm>
            <a:off x="1295400" y="6362700"/>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t>
            </a:r>
          </a:p>
        </p:txBody>
      </p:sp>
      <p:sp>
        <p:nvSpPr>
          <p:cNvPr id="464" name="TextBox 463">
            <a:extLst>
              <a:ext uri="{FF2B5EF4-FFF2-40B4-BE49-F238E27FC236}">
                <a16:creationId xmlns:a16="http://schemas.microsoft.com/office/drawing/2014/main" id="{76D5A5EA-70F1-8040-9A7C-0DB7C63375A8}"/>
              </a:ext>
            </a:extLst>
          </p:cNvPr>
          <p:cNvSpPr txBox="1"/>
          <p:nvPr/>
        </p:nvSpPr>
        <p:spPr>
          <a:xfrm>
            <a:off x="2260600" y="6362700"/>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t>
            </a:r>
          </a:p>
        </p:txBody>
      </p:sp>
      <p:sp>
        <p:nvSpPr>
          <p:cNvPr id="472" name="TextBox 471">
            <a:extLst>
              <a:ext uri="{FF2B5EF4-FFF2-40B4-BE49-F238E27FC236}">
                <a16:creationId xmlns:a16="http://schemas.microsoft.com/office/drawing/2014/main" id="{42F458A8-5FC5-CB47-8A9C-D5C293FE85BA}"/>
              </a:ext>
            </a:extLst>
          </p:cNvPr>
          <p:cNvSpPr txBox="1"/>
          <p:nvPr/>
        </p:nvSpPr>
        <p:spPr>
          <a:xfrm>
            <a:off x="6248400" y="6362700"/>
            <a:ext cx="10414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a:t>
            </a:r>
          </a:p>
        </p:txBody>
      </p:sp>
      <p:sp>
        <p:nvSpPr>
          <p:cNvPr id="473" name="TextBox 472">
            <a:extLst>
              <a:ext uri="{FF2B5EF4-FFF2-40B4-BE49-F238E27FC236}">
                <a16:creationId xmlns:a16="http://schemas.microsoft.com/office/drawing/2014/main" id="{8518D909-AD9D-874F-B479-E7165A13D3D3}"/>
              </a:ext>
            </a:extLst>
          </p:cNvPr>
          <p:cNvSpPr txBox="1"/>
          <p:nvPr/>
        </p:nvSpPr>
        <p:spPr>
          <a:xfrm>
            <a:off x="7289800" y="6362700"/>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t>
            </a:r>
          </a:p>
        </p:txBody>
      </p:sp>
      <p:sp>
        <p:nvSpPr>
          <p:cNvPr id="474" name="TextBox 473">
            <a:extLst>
              <a:ext uri="{FF2B5EF4-FFF2-40B4-BE49-F238E27FC236}">
                <a16:creationId xmlns:a16="http://schemas.microsoft.com/office/drawing/2014/main" id="{B55DC46B-2A14-FB4A-B411-7199EF8FDCA8}"/>
              </a:ext>
            </a:extLst>
          </p:cNvPr>
          <p:cNvSpPr txBox="1"/>
          <p:nvPr/>
        </p:nvSpPr>
        <p:spPr>
          <a:xfrm>
            <a:off x="8255000" y="6362700"/>
            <a:ext cx="965200" cy="177800"/>
          </a:xfrm>
          <a:prstGeom prst="rect">
            <a:avLst/>
          </a:prstGeom>
          <a:solidFill>
            <a:srgbClr val="FFE8A0"/>
          </a:solidFill>
          <a:ln>
            <a:noFill/>
          </a:ln>
        </p:spPr>
        <p:txBody>
          <a:bodyPr vertOverflow="overflow" vert="horz" wrap="none" rtlCol="0" anchor="ctr" anchorCtr="0">
            <a:noAutofit/>
          </a:bodyPr>
          <a:lstStyle/>
          <a:p>
            <a:pPr algn="l"/>
            <a:r>
              <a:rPr lang="en-US" sz="1400" b="1">
                <a:solidFill>
                  <a:srgbClr val="8B2500"/>
                </a:solidFill>
              </a:rPr>
              <a:t>—</a:t>
            </a:r>
          </a:p>
        </p:txBody>
      </p:sp>
      <p:sp>
        <p:nvSpPr>
          <p:cNvPr id="475" name="TextBox 474">
            <a:extLst>
              <a:ext uri="{FF2B5EF4-FFF2-40B4-BE49-F238E27FC236}">
                <a16:creationId xmlns:a16="http://schemas.microsoft.com/office/drawing/2014/main" id="{FAEF4888-85EF-A54A-B749-641194D01FE1}"/>
              </a:ext>
            </a:extLst>
          </p:cNvPr>
          <p:cNvSpPr txBox="1"/>
          <p:nvPr/>
        </p:nvSpPr>
        <p:spPr>
          <a:xfrm>
            <a:off x="254000" y="6578600"/>
            <a:ext cx="11684000" cy="254000"/>
          </a:xfrm>
          <a:prstGeom prst="rect">
            <a:avLst/>
          </a:prstGeom>
          <a:solidFill>
            <a:srgbClr val="E97132"/>
          </a:solidFill>
          <a:ln>
            <a:noFill/>
          </a:ln>
        </p:spPr>
        <p:txBody>
          <a:bodyPr vertOverflow="overflow" vert="horz" wrap="square" rtlCol="0" anchor="ctr" anchorCtr="0">
            <a:noAutofit/>
          </a:bodyPr>
          <a:lstStyle/>
          <a:p>
            <a:pPr algn="l"/>
            <a:r>
              <a:rPr lang="en-US" sz="1400">
                <a:solidFill>
                  <a:srgbClr val="FFFFFF"/>
                </a:solidFill>
              </a:rPr>
              <a:t>Each round cost(A) grows by 1 (B: 1→∞→3→5→∞, C: 2→2→4→6→∞) — neither node learns the link is truly broken</a:t>
            </a:r>
          </a:p>
        </p:txBody>
      </p:sp>
      <p:sp>
        <p:nvSpPr>
          <p:cNvPr id="478" name="Title 477">
            <a:extLst>
              <a:ext uri="{FF2B5EF4-FFF2-40B4-BE49-F238E27FC236}">
                <a16:creationId xmlns:a16="http://schemas.microsoft.com/office/drawing/2014/main" id="{F42D0A85-2E90-36BE-EA20-63CDD310B7BE}"/>
              </a:ext>
            </a:extLst>
          </p:cNvPr>
          <p:cNvSpPr>
            <a:spLocks noGrp="1"/>
          </p:cNvSpPr>
          <p:nvPr>
            <p:ph type="title"/>
          </p:nvPr>
        </p:nvSpPr>
        <p:spPr>
          <a:xfrm>
            <a:off x="415600" y="59430"/>
            <a:ext cx="11360800" cy="763600"/>
          </a:xfrm>
        </p:spPr>
        <p:txBody>
          <a:bodyPr/>
          <a:lstStyle/>
          <a:p>
            <a:r>
              <a:rPr lang="en-US" dirty="0"/>
              <a:t>Count-to-infinity Problem</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D802426-3C81-3ECD-7433-3A3FCDA19AE5}"/>
                  </a:ext>
                </a:extLst>
              </p14:cNvPr>
              <p14:cNvContentPartPr/>
              <p14:nvPr/>
            </p14:nvContentPartPr>
            <p14:xfrm>
              <a:off x="1461600" y="1683720"/>
              <a:ext cx="683640" cy="1371960"/>
            </p14:xfrm>
          </p:contentPart>
        </mc:Choice>
        <mc:Fallback xmlns="">
          <p:pic>
            <p:nvPicPr>
              <p:cNvPr id="2" name="Ink 1">
                <a:extLst>
                  <a:ext uri="{FF2B5EF4-FFF2-40B4-BE49-F238E27FC236}">
                    <a16:creationId xmlns:a16="http://schemas.microsoft.com/office/drawing/2014/main" id="{2D802426-3C81-3ECD-7433-3A3FCDA19AE5}"/>
                  </a:ext>
                </a:extLst>
              </p:cNvPr>
              <p:cNvPicPr/>
              <p:nvPr/>
            </p:nvPicPr>
            <p:blipFill>
              <a:blip r:embed="rId3"/>
              <a:stretch>
                <a:fillRect/>
              </a:stretch>
            </p:blipFill>
            <p:spPr>
              <a:xfrm>
                <a:off x="1452240" y="1674360"/>
                <a:ext cx="702360" cy="1390680"/>
              </a:xfrm>
              <a:prstGeom prst="rect">
                <a:avLst/>
              </a:prstGeom>
            </p:spPr>
          </p:pic>
        </mc:Fallback>
      </mc:AlternateContent>
    </p:spTree>
    <p:extLst>
      <p:ext uri="{BB962C8B-B14F-4D97-AF65-F5344CB8AC3E}">
        <p14:creationId xmlns:p14="http://schemas.microsoft.com/office/powerpoint/2010/main" val="34110906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4DA50-DC8C-3B83-B6A8-1BF3E668F3B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DCF6A11-BB88-B499-DDB2-F795062ADC17}"/>
              </a:ext>
            </a:extLst>
          </p:cNvPr>
          <p:cNvSpPr>
            <a:spLocks noGrp="1"/>
          </p:cNvSpPr>
          <p:nvPr>
            <p:ph type="body" idx="1"/>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CB2EF71-0CAF-FB98-643F-6BCE2D1A0CD5}"/>
                  </a:ext>
                </a:extLst>
              </p14:cNvPr>
              <p14:cNvContentPartPr/>
              <p14:nvPr/>
            </p14:nvContentPartPr>
            <p14:xfrm>
              <a:off x="163800" y="348120"/>
              <a:ext cx="11367720" cy="6203160"/>
            </p14:xfrm>
          </p:contentPart>
        </mc:Choice>
        <mc:Fallback xmlns="">
          <p:pic>
            <p:nvPicPr>
              <p:cNvPr id="4" name="Ink 3">
                <a:extLst>
                  <a:ext uri="{FF2B5EF4-FFF2-40B4-BE49-F238E27FC236}">
                    <a16:creationId xmlns:a16="http://schemas.microsoft.com/office/drawing/2014/main" id="{1CB2EF71-0CAF-FB98-643F-6BCE2D1A0CD5}"/>
                  </a:ext>
                </a:extLst>
              </p:cNvPr>
              <p:cNvPicPr/>
              <p:nvPr/>
            </p:nvPicPr>
            <p:blipFill>
              <a:blip r:embed="rId3"/>
              <a:stretch>
                <a:fillRect/>
              </a:stretch>
            </p:blipFill>
            <p:spPr>
              <a:xfrm>
                <a:off x="154440" y="338760"/>
                <a:ext cx="11386440" cy="6221880"/>
              </a:xfrm>
              <a:prstGeom prst="rect">
                <a:avLst/>
              </a:prstGeom>
            </p:spPr>
          </p:pic>
        </mc:Fallback>
      </mc:AlternateContent>
    </p:spTree>
    <p:extLst>
      <p:ext uri="{BB962C8B-B14F-4D97-AF65-F5344CB8AC3E}">
        <p14:creationId xmlns:p14="http://schemas.microsoft.com/office/powerpoint/2010/main" val="86901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2D1CAC-89B6-92C2-7208-F69142F6F093}"/>
              </a:ext>
            </a:extLst>
          </p:cNvPr>
          <p:cNvSpPr>
            <a:spLocks noGrp="1"/>
          </p:cNvSpPr>
          <p:nvPr>
            <p:ph type="title"/>
          </p:nvPr>
        </p:nvSpPr>
        <p:spPr/>
        <p:txBody>
          <a:bodyPr/>
          <a:lstStyle/>
          <a:p>
            <a:r>
              <a:rPr lang="en-US" dirty="0"/>
              <a:t>How to Handle </a:t>
            </a:r>
            <a:r>
              <a:rPr lang="en-US" i="1" dirty="0"/>
              <a:t>Count to Infinity P</a:t>
            </a:r>
            <a:r>
              <a:rPr lang="en-US" dirty="0"/>
              <a:t>roblem?</a:t>
            </a:r>
          </a:p>
        </p:txBody>
      </p:sp>
      <p:sp>
        <p:nvSpPr>
          <p:cNvPr id="2" name="Content Placeholder 1">
            <a:extLst>
              <a:ext uri="{FF2B5EF4-FFF2-40B4-BE49-F238E27FC236}">
                <a16:creationId xmlns:a16="http://schemas.microsoft.com/office/drawing/2014/main" id="{757FB3D2-57A2-F455-3B9A-1572BA4566BB}"/>
              </a:ext>
            </a:extLst>
          </p:cNvPr>
          <p:cNvSpPr>
            <a:spLocks noGrp="1"/>
          </p:cNvSpPr>
          <p:nvPr>
            <p:ph type="body" idx="1"/>
          </p:nvPr>
        </p:nvSpPr>
        <p:spPr>
          <a:xfrm>
            <a:off x="0" y="1117558"/>
            <a:ext cx="11360800" cy="4555200"/>
          </a:xfrm>
        </p:spPr>
        <p:txBody>
          <a:bodyPr/>
          <a:lstStyle/>
          <a:p>
            <a:r>
              <a:rPr lang="en-US" dirty="0"/>
              <a:t>Split horizon </a:t>
            </a:r>
          </a:p>
          <a:p>
            <a:pPr lvl="1"/>
            <a:r>
              <a:rPr lang="en-US" dirty="0"/>
              <a:t>Don’t announce the route back to the next hop</a:t>
            </a:r>
          </a:p>
          <a:p>
            <a:pPr lvl="1"/>
            <a:r>
              <a:rPr lang="en-US" dirty="0">
                <a:solidFill>
                  <a:srgbClr val="C00000"/>
                </a:solidFill>
              </a:rPr>
              <a:t>Does it always work?</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5ADB5BCB-0124-135E-520F-E3FA949E6342}"/>
                  </a:ext>
                </a:extLst>
              </p14:cNvPr>
              <p14:cNvContentPartPr/>
              <p14:nvPr/>
            </p14:nvContentPartPr>
            <p14:xfrm>
              <a:off x="8558618" y="1155538"/>
              <a:ext cx="466920" cy="30960"/>
            </p14:xfrm>
          </p:contentPart>
        </mc:Choice>
        <mc:Fallback xmlns="">
          <p:pic>
            <p:nvPicPr>
              <p:cNvPr id="9" name="Ink 8">
                <a:extLst>
                  <a:ext uri="{FF2B5EF4-FFF2-40B4-BE49-F238E27FC236}">
                    <a16:creationId xmlns:a16="http://schemas.microsoft.com/office/drawing/2014/main" id="{5ADB5BCB-0124-135E-520F-E3FA949E6342}"/>
                  </a:ext>
                </a:extLst>
              </p:cNvPr>
              <p:cNvPicPr/>
              <p:nvPr/>
            </p:nvPicPr>
            <p:blipFill>
              <a:blip r:embed="rId3"/>
              <a:stretch>
                <a:fillRect/>
              </a:stretch>
            </p:blipFill>
            <p:spPr>
              <a:xfrm>
                <a:off x="8543138" y="1140058"/>
                <a:ext cx="49752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70DFF782-4516-4B62-0A9F-8B95A4769E93}"/>
                  </a:ext>
                </a:extLst>
              </p14:cNvPr>
              <p14:cNvContentPartPr/>
              <p14:nvPr/>
            </p14:nvContentPartPr>
            <p14:xfrm>
              <a:off x="9269978" y="1010458"/>
              <a:ext cx="413640" cy="222120"/>
            </p14:xfrm>
          </p:contentPart>
        </mc:Choice>
        <mc:Fallback xmlns="">
          <p:pic>
            <p:nvPicPr>
              <p:cNvPr id="12" name="Ink 11">
                <a:extLst>
                  <a:ext uri="{FF2B5EF4-FFF2-40B4-BE49-F238E27FC236}">
                    <a16:creationId xmlns:a16="http://schemas.microsoft.com/office/drawing/2014/main" id="{70DFF782-4516-4B62-0A9F-8B95A4769E93}"/>
                  </a:ext>
                </a:extLst>
              </p:cNvPr>
              <p:cNvPicPr/>
              <p:nvPr/>
            </p:nvPicPr>
            <p:blipFill>
              <a:blip r:embed="rId5"/>
              <a:stretch>
                <a:fillRect/>
              </a:stretch>
            </p:blipFill>
            <p:spPr>
              <a:xfrm>
                <a:off x="9254485" y="994978"/>
                <a:ext cx="444267"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1A61CFA7-E091-1F8D-4B3E-16225CB1F108}"/>
                  </a:ext>
                </a:extLst>
              </p14:cNvPr>
              <p14:cNvContentPartPr/>
              <p14:nvPr/>
            </p14:nvContentPartPr>
            <p14:xfrm>
              <a:off x="7220138" y="1048618"/>
              <a:ext cx="1071360" cy="268200"/>
            </p14:xfrm>
          </p:contentPart>
        </mc:Choice>
        <mc:Fallback xmlns="">
          <p:pic>
            <p:nvPicPr>
              <p:cNvPr id="13" name="Ink 12">
                <a:extLst>
                  <a:ext uri="{FF2B5EF4-FFF2-40B4-BE49-F238E27FC236}">
                    <a16:creationId xmlns:a16="http://schemas.microsoft.com/office/drawing/2014/main" id="{1A61CFA7-E091-1F8D-4B3E-16225CB1F108}"/>
                  </a:ext>
                </a:extLst>
              </p:cNvPr>
              <p:cNvPicPr/>
              <p:nvPr/>
            </p:nvPicPr>
            <p:blipFill>
              <a:blip r:embed="rId7"/>
              <a:stretch>
                <a:fillRect/>
              </a:stretch>
            </p:blipFill>
            <p:spPr>
              <a:xfrm>
                <a:off x="7204653" y="1033138"/>
                <a:ext cx="110197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76BBCD72-C517-153D-42B8-CCD77B3044E4}"/>
                  </a:ext>
                </a:extLst>
              </p14:cNvPr>
              <p14:cNvContentPartPr/>
              <p14:nvPr/>
            </p14:nvContentPartPr>
            <p14:xfrm>
              <a:off x="9575978" y="1002538"/>
              <a:ext cx="1491480" cy="230040"/>
            </p14:xfrm>
          </p:contentPart>
        </mc:Choice>
        <mc:Fallback xmlns="">
          <p:pic>
            <p:nvPicPr>
              <p:cNvPr id="20" name="Ink 19">
                <a:extLst>
                  <a:ext uri="{FF2B5EF4-FFF2-40B4-BE49-F238E27FC236}">
                    <a16:creationId xmlns:a16="http://schemas.microsoft.com/office/drawing/2014/main" id="{76BBCD72-C517-153D-42B8-CCD77B3044E4}"/>
                  </a:ext>
                </a:extLst>
              </p:cNvPr>
              <p:cNvPicPr/>
              <p:nvPr/>
            </p:nvPicPr>
            <p:blipFill>
              <a:blip r:embed="rId9"/>
              <a:stretch>
                <a:fillRect/>
              </a:stretch>
            </p:blipFill>
            <p:spPr>
              <a:xfrm>
                <a:off x="9560494" y="987034"/>
                <a:ext cx="1522087" cy="260688"/>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44CDC026-6C89-F4B0-9F7E-866B5A6F9C8E}"/>
                  </a:ext>
                </a:extLst>
              </p14:cNvPr>
              <p14:cNvContentPartPr/>
              <p14:nvPr/>
            </p14:nvContentPartPr>
            <p14:xfrm>
              <a:off x="7611098" y="1056178"/>
              <a:ext cx="275040" cy="298800"/>
            </p14:xfrm>
          </p:contentPart>
        </mc:Choice>
        <mc:Fallback xmlns="">
          <p:pic>
            <p:nvPicPr>
              <p:cNvPr id="23" name="Ink 22">
                <a:extLst>
                  <a:ext uri="{FF2B5EF4-FFF2-40B4-BE49-F238E27FC236}">
                    <a16:creationId xmlns:a16="http://schemas.microsoft.com/office/drawing/2014/main" id="{44CDC026-6C89-F4B0-9F7E-866B5A6F9C8E}"/>
                  </a:ext>
                </a:extLst>
              </p:cNvPr>
              <p:cNvPicPr/>
              <p:nvPr/>
            </p:nvPicPr>
            <p:blipFill>
              <a:blip r:embed="rId11"/>
              <a:stretch>
                <a:fillRect/>
              </a:stretch>
            </p:blipFill>
            <p:spPr>
              <a:xfrm>
                <a:off x="7595598" y="1040679"/>
                <a:ext cx="305680" cy="329437"/>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55BC3B00-6A55-A259-B10D-628A85C04FE5}"/>
                  </a:ext>
                </a:extLst>
              </p14:cNvPr>
              <p14:cNvContentPartPr/>
              <p14:nvPr/>
            </p14:nvContentPartPr>
            <p14:xfrm>
              <a:off x="9277898" y="1010458"/>
              <a:ext cx="207000" cy="207000"/>
            </p14:xfrm>
          </p:contentPart>
        </mc:Choice>
        <mc:Fallback xmlns="">
          <p:pic>
            <p:nvPicPr>
              <p:cNvPr id="24" name="Ink 23">
                <a:extLst>
                  <a:ext uri="{FF2B5EF4-FFF2-40B4-BE49-F238E27FC236}">
                    <a16:creationId xmlns:a16="http://schemas.microsoft.com/office/drawing/2014/main" id="{55BC3B00-6A55-A259-B10D-628A85C04FE5}"/>
                  </a:ext>
                </a:extLst>
              </p:cNvPr>
              <p:cNvPicPr/>
              <p:nvPr/>
            </p:nvPicPr>
            <p:blipFill>
              <a:blip r:embed="rId13"/>
              <a:stretch>
                <a:fillRect/>
              </a:stretch>
            </p:blipFill>
            <p:spPr>
              <a:xfrm>
                <a:off x="9262418" y="994978"/>
                <a:ext cx="23760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3" name="Ink 32">
                <a:extLst>
                  <a:ext uri="{FF2B5EF4-FFF2-40B4-BE49-F238E27FC236}">
                    <a16:creationId xmlns:a16="http://schemas.microsoft.com/office/drawing/2014/main" id="{EEE2D4F3-DEC1-35B3-E90B-412FD5BA45DE}"/>
                  </a:ext>
                </a:extLst>
              </p14:cNvPr>
              <p14:cNvContentPartPr/>
              <p14:nvPr/>
            </p14:nvContentPartPr>
            <p14:xfrm>
              <a:off x="10884938" y="1002538"/>
              <a:ext cx="244080" cy="237600"/>
            </p14:xfrm>
          </p:contentPart>
        </mc:Choice>
        <mc:Fallback xmlns="">
          <p:pic>
            <p:nvPicPr>
              <p:cNvPr id="33" name="Ink 32">
                <a:extLst>
                  <a:ext uri="{FF2B5EF4-FFF2-40B4-BE49-F238E27FC236}">
                    <a16:creationId xmlns:a16="http://schemas.microsoft.com/office/drawing/2014/main" id="{EEE2D4F3-DEC1-35B3-E90B-412FD5BA45DE}"/>
                  </a:ext>
                </a:extLst>
              </p:cNvPr>
              <p:cNvPicPr/>
              <p:nvPr/>
            </p:nvPicPr>
            <p:blipFill>
              <a:blip r:embed="rId15"/>
              <a:stretch>
                <a:fillRect/>
              </a:stretch>
            </p:blipFill>
            <p:spPr>
              <a:xfrm>
                <a:off x="10869481" y="987035"/>
                <a:ext cx="274635" cy="268246"/>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4" name="Ink 33">
                <a:extLst>
                  <a:ext uri="{FF2B5EF4-FFF2-40B4-BE49-F238E27FC236}">
                    <a16:creationId xmlns:a16="http://schemas.microsoft.com/office/drawing/2014/main" id="{048B1F9B-06FA-A566-246F-464565535F40}"/>
                  </a:ext>
                </a:extLst>
              </p14:cNvPr>
              <p14:cNvContentPartPr/>
              <p14:nvPr/>
            </p14:nvContentPartPr>
            <p14:xfrm>
              <a:off x="10037498" y="994978"/>
              <a:ext cx="242640" cy="290880"/>
            </p14:xfrm>
          </p:contentPart>
        </mc:Choice>
        <mc:Fallback xmlns="">
          <p:pic>
            <p:nvPicPr>
              <p:cNvPr id="34" name="Ink 33">
                <a:extLst>
                  <a:ext uri="{FF2B5EF4-FFF2-40B4-BE49-F238E27FC236}">
                    <a16:creationId xmlns:a16="http://schemas.microsoft.com/office/drawing/2014/main" id="{048B1F9B-06FA-A566-246F-464565535F40}"/>
                  </a:ext>
                </a:extLst>
              </p:cNvPr>
              <p:cNvPicPr/>
              <p:nvPr/>
            </p:nvPicPr>
            <p:blipFill>
              <a:blip r:embed="rId17"/>
              <a:stretch>
                <a:fillRect/>
              </a:stretch>
            </p:blipFill>
            <p:spPr>
              <a:xfrm>
                <a:off x="10022018" y="979498"/>
                <a:ext cx="27324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5" name="Ink 34">
                <a:extLst>
                  <a:ext uri="{FF2B5EF4-FFF2-40B4-BE49-F238E27FC236}">
                    <a16:creationId xmlns:a16="http://schemas.microsoft.com/office/drawing/2014/main" id="{D85CFDD4-BDC5-B170-CAB2-BD33712FEA59}"/>
                  </a:ext>
                </a:extLst>
              </p14:cNvPr>
              <p14:cNvContentPartPr/>
              <p14:nvPr/>
            </p14:nvContentPartPr>
            <p14:xfrm>
              <a:off x="10058018" y="995698"/>
              <a:ext cx="54000" cy="252000"/>
            </p14:xfrm>
          </p:contentPart>
        </mc:Choice>
        <mc:Fallback xmlns="">
          <p:pic>
            <p:nvPicPr>
              <p:cNvPr id="35" name="Ink 34">
                <a:extLst>
                  <a:ext uri="{FF2B5EF4-FFF2-40B4-BE49-F238E27FC236}">
                    <a16:creationId xmlns:a16="http://schemas.microsoft.com/office/drawing/2014/main" id="{D85CFDD4-BDC5-B170-CAB2-BD33712FEA59}"/>
                  </a:ext>
                </a:extLst>
              </p:cNvPr>
              <p:cNvPicPr/>
              <p:nvPr/>
            </p:nvPicPr>
            <p:blipFill>
              <a:blip r:embed="rId19"/>
              <a:stretch>
                <a:fillRect/>
              </a:stretch>
            </p:blipFill>
            <p:spPr>
              <a:xfrm>
                <a:off x="10042538" y="980218"/>
                <a:ext cx="8460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6" name="Ink 35">
                <a:extLst>
                  <a:ext uri="{FF2B5EF4-FFF2-40B4-BE49-F238E27FC236}">
                    <a16:creationId xmlns:a16="http://schemas.microsoft.com/office/drawing/2014/main" id="{63284195-E40A-DE76-1CF7-4C37D5618A0D}"/>
                  </a:ext>
                </a:extLst>
              </p14:cNvPr>
              <p14:cNvContentPartPr/>
              <p14:nvPr/>
            </p14:nvContentPartPr>
            <p14:xfrm>
              <a:off x="8444138" y="1147978"/>
              <a:ext cx="627480" cy="61560"/>
            </p14:xfrm>
          </p:contentPart>
        </mc:Choice>
        <mc:Fallback xmlns="">
          <p:pic>
            <p:nvPicPr>
              <p:cNvPr id="36" name="Ink 35">
                <a:extLst>
                  <a:ext uri="{FF2B5EF4-FFF2-40B4-BE49-F238E27FC236}">
                    <a16:creationId xmlns:a16="http://schemas.microsoft.com/office/drawing/2014/main" id="{63284195-E40A-DE76-1CF7-4C37D5618A0D}"/>
                  </a:ext>
                </a:extLst>
              </p:cNvPr>
              <p:cNvPicPr/>
              <p:nvPr/>
            </p:nvPicPr>
            <p:blipFill>
              <a:blip r:embed="rId21"/>
              <a:stretch>
                <a:fillRect/>
              </a:stretch>
            </p:blipFill>
            <p:spPr>
              <a:xfrm>
                <a:off x="8428667" y="1132498"/>
                <a:ext cx="658062"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9" name="Ink 38">
                <a:extLst>
                  <a:ext uri="{FF2B5EF4-FFF2-40B4-BE49-F238E27FC236}">
                    <a16:creationId xmlns:a16="http://schemas.microsoft.com/office/drawing/2014/main" id="{38D05423-A953-EFDC-9354-CA4AFADB01EE}"/>
                  </a:ext>
                </a:extLst>
              </p14:cNvPr>
              <p14:cNvContentPartPr/>
              <p14:nvPr/>
            </p14:nvContentPartPr>
            <p14:xfrm>
              <a:off x="9514778" y="1109818"/>
              <a:ext cx="1254960" cy="69120"/>
            </p14:xfrm>
          </p:contentPart>
        </mc:Choice>
        <mc:Fallback xmlns="">
          <p:pic>
            <p:nvPicPr>
              <p:cNvPr id="39" name="Ink 38">
                <a:extLst>
                  <a:ext uri="{FF2B5EF4-FFF2-40B4-BE49-F238E27FC236}">
                    <a16:creationId xmlns:a16="http://schemas.microsoft.com/office/drawing/2014/main" id="{38D05423-A953-EFDC-9354-CA4AFADB01EE}"/>
                  </a:ext>
                </a:extLst>
              </p:cNvPr>
              <p:cNvPicPr/>
              <p:nvPr/>
            </p:nvPicPr>
            <p:blipFill>
              <a:blip r:embed="rId23"/>
              <a:stretch>
                <a:fillRect/>
              </a:stretch>
            </p:blipFill>
            <p:spPr>
              <a:xfrm>
                <a:off x="9499294" y="1094338"/>
                <a:ext cx="1285569"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 name="Ink 3">
                <a:extLst>
                  <a:ext uri="{FF2B5EF4-FFF2-40B4-BE49-F238E27FC236}">
                    <a16:creationId xmlns:a16="http://schemas.microsoft.com/office/drawing/2014/main" id="{5CE4E514-0138-22DE-8AFC-116DE7AABFCA}"/>
                  </a:ext>
                </a:extLst>
              </p14:cNvPr>
              <p14:cNvContentPartPr/>
              <p14:nvPr/>
            </p14:nvContentPartPr>
            <p14:xfrm>
              <a:off x="547920" y="1146240"/>
              <a:ext cx="10575000" cy="3009960"/>
            </p14:xfrm>
          </p:contentPart>
        </mc:Choice>
        <mc:Fallback xmlns="">
          <p:pic>
            <p:nvPicPr>
              <p:cNvPr id="4" name="Ink 3">
                <a:extLst>
                  <a:ext uri="{FF2B5EF4-FFF2-40B4-BE49-F238E27FC236}">
                    <a16:creationId xmlns:a16="http://schemas.microsoft.com/office/drawing/2014/main" id="{5CE4E514-0138-22DE-8AFC-116DE7AABFCA}"/>
                  </a:ext>
                </a:extLst>
              </p:cNvPr>
              <p:cNvPicPr/>
              <p:nvPr/>
            </p:nvPicPr>
            <p:blipFill>
              <a:blip r:embed="rId25"/>
              <a:stretch>
                <a:fillRect/>
              </a:stretch>
            </p:blipFill>
            <p:spPr>
              <a:xfrm>
                <a:off x="538560" y="1136880"/>
                <a:ext cx="10593720" cy="3028680"/>
              </a:xfrm>
              <a:prstGeom prst="rect">
                <a:avLst/>
              </a:prstGeom>
            </p:spPr>
          </p:pic>
        </mc:Fallback>
      </mc:AlternateContent>
    </p:spTree>
    <p:extLst>
      <p:ext uri="{BB962C8B-B14F-4D97-AF65-F5344CB8AC3E}">
        <p14:creationId xmlns:p14="http://schemas.microsoft.com/office/powerpoint/2010/main" val="264569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2D1CAC-89B6-92C2-7208-F69142F6F093}"/>
              </a:ext>
            </a:extLst>
          </p:cNvPr>
          <p:cNvSpPr>
            <a:spLocks noGrp="1"/>
          </p:cNvSpPr>
          <p:nvPr>
            <p:ph type="title"/>
          </p:nvPr>
        </p:nvSpPr>
        <p:spPr/>
        <p:txBody>
          <a:bodyPr/>
          <a:lstStyle/>
          <a:p>
            <a:r>
              <a:rPr lang="en-US" dirty="0"/>
              <a:t>How to Handle </a:t>
            </a:r>
            <a:r>
              <a:rPr lang="en-US" i="1" dirty="0"/>
              <a:t>Count to Infinity P</a:t>
            </a:r>
            <a:r>
              <a:rPr lang="en-US" dirty="0"/>
              <a:t>roblem?</a:t>
            </a:r>
          </a:p>
        </p:txBody>
      </p:sp>
      <p:sp>
        <p:nvSpPr>
          <p:cNvPr id="2" name="Content Placeholder 1">
            <a:extLst>
              <a:ext uri="{FF2B5EF4-FFF2-40B4-BE49-F238E27FC236}">
                <a16:creationId xmlns:a16="http://schemas.microsoft.com/office/drawing/2014/main" id="{757FB3D2-57A2-F455-3B9A-1572BA4566BB}"/>
              </a:ext>
            </a:extLst>
          </p:cNvPr>
          <p:cNvSpPr>
            <a:spLocks noGrp="1"/>
          </p:cNvSpPr>
          <p:nvPr>
            <p:ph type="body" idx="1"/>
          </p:nvPr>
        </p:nvSpPr>
        <p:spPr>
          <a:xfrm>
            <a:off x="0" y="1117558"/>
            <a:ext cx="11360800" cy="4555200"/>
          </a:xfrm>
        </p:spPr>
        <p:txBody>
          <a:bodyPr/>
          <a:lstStyle/>
          <a:p>
            <a:r>
              <a:rPr lang="en-US" dirty="0"/>
              <a:t>Split horizon </a:t>
            </a:r>
          </a:p>
          <a:p>
            <a:pPr lvl="1"/>
            <a:r>
              <a:rPr lang="en-US" dirty="0"/>
              <a:t>Don’t announce the route back to the next hop</a:t>
            </a:r>
          </a:p>
          <a:p>
            <a:pPr lvl="1"/>
            <a:r>
              <a:rPr lang="en-US" dirty="0">
                <a:solidFill>
                  <a:srgbClr val="C00000"/>
                </a:solidFill>
              </a:rPr>
              <a:t>Does it always work?</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5ADB5BCB-0124-135E-520F-E3FA949E6342}"/>
                  </a:ext>
                </a:extLst>
              </p14:cNvPr>
              <p14:cNvContentPartPr/>
              <p14:nvPr/>
            </p14:nvContentPartPr>
            <p14:xfrm>
              <a:off x="8558618" y="1155538"/>
              <a:ext cx="466920" cy="30960"/>
            </p14:xfrm>
          </p:contentPart>
        </mc:Choice>
        <mc:Fallback xmlns="">
          <p:pic>
            <p:nvPicPr>
              <p:cNvPr id="9" name="Ink 8">
                <a:extLst>
                  <a:ext uri="{FF2B5EF4-FFF2-40B4-BE49-F238E27FC236}">
                    <a16:creationId xmlns:a16="http://schemas.microsoft.com/office/drawing/2014/main" id="{5ADB5BCB-0124-135E-520F-E3FA949E6342}"/>
                  </a:ext>
                </a:extLst>
              </p:cNvPr>
              <p:cNvPicPr/>
              <p:nvPr/>
            </p:nvPicPr>
            <p:blipFill>
              <a:blip r:embed="rId3"/>
              <a:stretch>
                <a:fillRect/>
              </a:stretch>
            </p:blipFill>
            <p:spPr>
              <a:xfrm>
                <a:off x="8543138" y="1140058"/>
                <a:ext cx="49752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70DFF782-4516-4B62-0A9F-8B95A4769E93}"/>
                  </a:ext>
                </a:extLst>
              </p14:cNvPr>
              <p14:cNvContentPartPr/>
              <p14:nvPr/>
            </p14:nvContentPartPr>
            <p14:xfrm>
              <a:off x="9269978" y="1010458"/>
              <a:ext cx="413640" cy="222120"/>
            </p14:xfrm>
          </p:contentPart>
        </mc:Choice>
        <mc:Fallback xmlns="">
          <p:pic>
            <p:nvPicPr>
              <p:cNvPr id="12" name="Ink 11">
                <a:extLst>
                  <a:ext uri="{FF2B5EF4-FFF2-40B4-BE49-F238E27FC236}">
                    <a16:creationId xmlns:a16="http://schemas.microsoft.com/office/drawing/2014/main" id="{70DFF782-4516-4B62-0A9F-8B95A4769E93}"/>
                  </a:ext>
                </a:extLst>
              </p:cNvPr>
              <p:cNvPicPr/>
              <p:nvPr/>
            </p:nvPicPr>
            <p:blipFill>
              <a:blip r:embed="rId5"/>
              <a:stretch>
                <a:fillRect/>
              </a:stretch>
            </p:blipFill>
            <p:spPr>
              <a:xfrm>
                <a:off x="9254485" y="994978"/>
                <a:ext cx="444267"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1A61CFA7-E091-1F8D-4B3E-16225CB1F108}"/>
                  </a:ext>
                </a:extLst>
              </p14:cNvPr>
              <p14:cNvContentPartPr/>
              <p14:nvPr/>
            </p14:nvContentPartPr>
            <p14:xfrm>
              <a:off x="7220138" y="1048618"/>
              <a:ext cx="1071360" cy="268200"/>
            </p14:xfrm>
          </p:contentPart>
        </mc:Choice>
        <mc:Fallback xmlns="">
          <p:pic>
            <p:nvPicPr>
              <p:cNvPr id="13" name="Ink 12">
                <a:extLst>
                  <a:ext uri="{FF2B5EF4-FFF2-40B4-BE49-F238E27FC236}">
                    <a16:creationId xmlns:a16="http://schemas.microsoft.com/office/drawing/2014/main" id="{1A61CFA7-E091-1F8D-4B3E-16225CB1F108}"/>
                  </a:ext>
                </a:extLst>
              </p:cNvPr>
              <p:cNvPicPr/>
              <p:nvPr/>
            </p:nvPicPr>
            <p:blipFill>
              <a:blip r:embed="rId7"/>
              <a:stretch>
                <a:fillRect/>
              </a:stretch>
            </p:blipFill>
            <p:spPr>
              <a:xfrm>
                <a:off x="7204653" y="1033138"/>
                <a:ext cx="110197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76BBCD72-C517-153D-42B8-CCD77B3044E4}"/>
                  </a:ext>
                </a:extLst>
              </p14:cNvPr>
              <p14:cNvContentPartPr/>
              <p14:nvPr/>
            </p14:nvContentPartPr>
            <p14:xfrm>
              <a:off x="9575978" y="1002538"/>
              <a:ext cx="1491480" cy="230040"/>
            </p14:xfrm>
          </p:contentPart>
        </mc:Choice>
        <mc:Fallback xmlns="">
          <p:pic>
            <p:nvPicPr>
              <p:cNvPr id="20" name="Ink 19">
                <a:extLst>
                  <a:ext uri="{FF2B5EF4-FFF2-40B4-BE49-F238E27FC236}">
                    <a16:creationId xmlns:a16="http://schemas.microsoft.com/office/drawing/2014/main" id="{76BBCD72-C517-153D-42B8-CCD77B3044E4}"/>
                  </a:ext>
                </a:extLst>
              </p:cNvPr>
              <p:cNvPicPr/>
              <p:nvPr/>
            </p:nvPicPr>
            <p:blipFill>
              <a:blip r:embed="rId9"/>
              <a:stretch>
                <a:fillRect/>
              </a:stretch>
            </p:blipFill>
            <p:spPr>
              <a:xfrm>
                <a:off x="9560494" y="987034"/>
                <a:ext cx="1522087" cy="260688"/>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44CDC026-6C89-F4B0-9F7E-866B5A6F9C8E}"/>
                  </a:ext>
                </a:extLst>
              </p14:cNvPr>
              <p14:cNvContentPartPr/>
              <p14:nvPr/>
            </p14:nvContentPartPr>
            <p14:xfrm>
              <a:off x="7611098" y="1056178"/>
              <a:ext cx="275040" cy="298800"/>
            </p14:xfrm>
          </p:contentPart>
        </mc:Choice>
        <mc:Fallback xmlns="">
          <p:pic>
            <p:nvPicPr>
              <p:cNvPr id="23" name="Ink 22">
                <a:extLst>
                  <a:ext uri="{FF2B5EF4-FFF2-40B4-BE49-F238E27FC236}">
                    <a16:creationId xmlns:a16="http://schemas.microsoft.com/office/drawing/2014/main" id="{44CDC026-6C89-F4B0-9F7E-866B5A6F9C8E}"/>
                  </a:ext>
                </a:extLst>
              </p:cNvPr>
              <p:cNvPicPr/>
              <p:nvPr/>
            </p:nvPicPr>
            <p:blipFill>
              <a:blip r:embed="rId11"/>
              <a:stretch>
                <a:fillRect/>
              </a:stretch>
            </p:blipFill>
            <p:spPr>
              <a:xfrm>
                <a:off x="7595598" y="1040679"/>
                <a:ext cx="305680" cy="329437"/>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55BC3B00-6A55-A259-B10D-628A85C04FE5}"/>
                  </a:ext>
                </a:extLst>
              </p14:cNvPr>
              <p14:cNvContentPartPr/>
              <p14:nvPr/>
            </p14:nvContentPartPr>
            <p14:xfrm>
              <a:off x="9277898" y="1010458"/>
              <a:ext cx="207000" cy="207000"/>
            </p14:xfrm>
          </p:contentPart>
        </mc:Choice>
        <mc:Fallback xmlns="">
          <p:pic>
            <p:nvPicPr>
              <p:cNvPr id="24" name="Ink 23">
                <a:extLst>
                  <a:ext uri="{FF2B5EF4-FFF2-40B4-BE49-F238E27FC236}">
                    <a16:creationId xmlns:a16="http://schemas.microsoft.com/office/drawing/2014/main" id="{55BC3B00-6A55-A259-B10D-628A85C04FE5}"/>
                  </a:ext>
                </a:extLst>
              </p:cNvPr>
              <p:cNvPicPr/>
              <p:nvPr/>
            </p:nvPicPr>
            <p:blipFill>
              <a:blip r:embed="rId13"/>
              <a:stretch>
                <a:fillRect/>
              </a:stretch>
            </p:blipFill>
            <p:spPr>
              <a:xfrm>
                <a:off x="9262418" y="994978"/>
                <a:ext cx="23760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3" name="Ink 32">
                <a:extLst>
                  <a:ext uri="{FF2B5EF4-FFF2-40B4-BE49-F238E27FC236}">
                    <a16:creationId xmlns:a16="http://schemas.microsoft.com/office/drawing/2014/main" id="{EEE2D4F3-DEC1-35B3-E90B-412FD5BA45DE}"/>
                  </a:ext>
                </a:extLst>
              </p14:cNvPr>
              <p14:cNvContentPartPr/>
              <p14:nvPr/>
            </p14:nvContentPartPr>
            <p14:xfrm>
              <a:off x="10884938" y="1002538"/>
              <a:ext cx="244080" cy="237600"/>
            </p14:xfrm>
          </p:contentPart>
        </mc:Choice>
        <mc:Fallback xmlns="">
          <p:pic>
            <p:nvPicPr>
              <p:cNvPr id="33" name="Ink 32">
                <a:extLst>
                  <a:ext uri="{FF2B5EF4-FFF2-40B4-BE49-F238E27FC236}">
                    <a16:creationId xmlns:a16="http://schemas.microsoft.com/office/drawing/2014/main" id="{EEE2D4F3-DEC1-35B3-E90B-412FD5BA45DE}"/>
                  </a:ext>
                </a:extLst>
              </p:cNvPr>
              <p:cNvPicPr/>
              <p:nvPr/>
            </p:nvPicPr>
            <p:blipFill>
              <a:blip r:embed="rId15"/>
              <a:stretch>
                <a:fillRect/>
              </a:stretch>
            </p:blipFill>
            <p:spPr>
              <a:xfrm>
                <a:off x="10869481" y="987035"/>
                <a:ext cx="274635" cy="268246"/>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4" name="Ink 33">
                <a:extLst>
                  <a:ext uri="{FF2B5EF4-FFF2-40B4-BE49-F238E27FC236}">
                    <a16:creationId xmlns:a16="http://schemas.microsoft.com/office/drawing/2014/main" id="{048B1F9B-06FA-A566-246F-464565535F40}"/>
                  </a:ext>
                </a:extLst>
              </p14:cNvPr>
              <p14:cNvContentPartPr/>
              <p14:nvPr/>
            </p14:nvContentPartPr>
            <p14:xfrm>
              <a:off x="10037498" y="994978"/>
              <a:ext cx="242640" cy="290880"/>
            </p14:xfrm>
          </p:contentPart>
        </mc:Choice>
        <mc:Fallback xmlns="">
          <p:pic>
            <p:nvPicPr>
              <p:cNvPr id="34" name="Ink 33">
                <a:extLst>
                  <a:ext uri="{FF2B5EF4-FFF2-40B4-BE49-F238E27FC236}">
                    <a16:creationId xmlns:a16="http://schemas.microsoft.com/office/drawing/2014/main" id="{048B1F9B-06FA-A566-246F-464565535F40}"/>
                  </a:ext>
                </a:extLst>
              </p:cNvPr>
              <p:cNvPicPr/>
              <p:nvPr/>
            </p:nvPicPr>
            <p:blipFill>
              <a:blip r:embed="rId17"/>
              <a:stretch>
                <a:fillRect/>
              </a:stretch>
            </p:blipFill>
            <p:spPr>
              <a:xfrm>
                <a:off x="10022018" y="979498"/>
                <a:ext cx="27324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5" name="Ink 34">
                <a:extLst>
                  <a:ext uri="{FF2B5EF4-FFF2-40B4-BE49-F238E27FC236}">
                    <a16:creationId xmlns:a16="http://schemas.microsoft.com/office/drawing/2014/main" id="{D85CFDD4-BDC5-B170-CAB2-BD33712FEA59}"/>
                  </a:ext>
                </a:extLst>
              </p14:cNvPr>
              <p14:cNvContentPartPr/>
              <p14:nvPr/>
            </p14:nvContentPartPr>
            <p14:xfrm>
              <a:off x="10058018" y="995698"/>
              <a:ext cx="54000" cy="252000"/>
            </p14:xfrm>
          </p:contentPart>
        </mc:Choice>
        <mc:Fallback xmlns="">
          <p:pic>
            <p:nvPicPr>
              <p:cNvPr id="35" name="Ink 34">
                <a:extLst>
                  <a:ext uri="{FF2B5EF4-FFF2-40B4-BE49-F238E27FC236}">
                    <a16:creationId xmlns:a16="http://schemas.microsoft.com/office/drawing/2014/main" id="{D85CFDD4-BDC5-B170-CAB2-BD33712FEA59}"/>
                  </a:ext>
                </a:extLst>
              </p:cNvPr>
              <p:cNvPicPr/>
              <p:nvPr/>
            </p:nvPicPr>
            <p:blipFill>
              <a:blip r:embed="rId19"/>
              <a:stretch>
                <a:fillRect/>
              </a:stretch>
            </p:blipFill>
            <p:spPr>
              <a:xfrm>
                <a:off x="10042538" y="980218"/>
                <a:ext cx="8460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6" name="Ink 35">
                <a:extLst>
                  <a:ext uri="{FF2B5EF4-FFF2-40B4-BE49-F238E27FC236}">
                    <a16:creationId xmlns:a16="http://schemas.microsoft.com/office/drawing/2014/main" id="{63284195-E40A-DE76-1CF7-4C37D5618A0D}"/>
                  </a:ext>
                </a:extLst>
              </p14:cNvPr>
              <p14:cNvContentPartPr/>
              <p14:nvPr/>
            </p14:nvContentPartPr>
            <p14:xfrm>
              <a:off x="8444138" y="1147978"/>
              <a:ext cx="627480" cy="61560"/>
            </p14:xfrm>
          </p:contentPart>
        </mc:Choice>
        <mc:Fallback xmlns="">
          <p:pic>
            <p:nvPicPr>
              <p:cNvPr id="36" name="Ink 35">
                <a:extLst>
                  <a:ext uri="{FF2B5EF4-FFF2-40B4-BE49-F238E27FC236}">
                    <a16:creationId xmlns:a16="http://schemas.microsoft.com/office/drawing/2014/main" id="{63284195-E40A-DE76-1CF7-4C37D5618A0D}"/>
                  </a:ext>
                </a:extLst>
              </p:cNvPr>
              <p:cNvPicPr/>
              <p:nvPr/>
            </p:nvPicPr>
            <p:blipFill>
              <a:blip r:embed="rId21"/>
              <a:stretch>
                <a:fillRect/>
              </a:stretch>
            </p:blipFill>
            <p:spPr>
              <a:xfrm>
                <a:off x="8428667" y="1132498"/>
                <a:ext cx="658062"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9" name="Ink 38">
                <a:extLst>
                  <a:ext uri="{FF2B5EF4-FFF2-40B4-BE49-F238E27FC236}">
                    <a16:creationId xmlns:a16="http://schemas.microsoft.com/office/drawing/2014/main" id="{38D05423-A953-EFDC-9354-CA4AFADB01EE}"/>
                  </a:ext>
                </a:extLst>
              </p14:cNvPr>
              <p14:cNvContentPartPr/>
              <p14:nvPr/>
            </p14:nvContentPartPr>
            <p14:xfrm>
              <a:off x="9514778" y="1109818"/>
              <a:ext cx="1254960" cy="69120"/>
            </p14:xfrm>
          </p:contentPart>
        </mc:Choice>
        <mc:Fallback xmlns="">
          <p:pic>
            <p:nvPicPr>
              <p:cNvPr id="39" name="Ink 38">
                <a:extLst>
                  <a:ext uri="{FF2B5EF4-FFF2-40B4-BE49-F238E27FC236}">
                    <a16:creationId xmlns:a16="http://schemas.microsoft.com/office/drawing/2014/main" id="{38D05423-A953-EFDC-9354-CA4AFADB01EE}"/>
                  </a:ext>
                </a:extLst>
              </p:cNvPr>
              <p:cNvPicPr/>
              <p:nvPr/>
            </p:nvPicPr>
            <p:blipFill>
              <a:blip r:embed="rId23"/>
              <a:stretch>
                <a:fillRect/>
              </a:stretch>
            </p:blipFill>
            <p:spPr>
              <a:xfrm>
                <a:off x="9499294" y="1094338"/>
                <a:ext cx="1285569"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 name="Ink 3">
                <a:extLst>
                  <a:ext uri="{FF2B5EF4-FFF2-40B4-BE49-F238E27FC236}">
                    <a16:creationId xmlns:a16="http://schemas.microsoft.com/office/drawing/2014/main" id="{5CE4E514-0138-22DE-8AFC-116DE7AABFCA}"/>
                  </a:ext>
                </a:extLst>
              </p14:cNvPr>
              <p14:cNvContentPartPr/>
              <p14:nvPr/>
            </p14:nvContentPartPr>
            <p14:xfrm>
              <a:off x="471656" y="5105652"/>
              <a:ext cx="10575000" cy="3009960"/>
            </p14:xfrm>
          </p:contentPart>
        </mc:Choice>
        <mc:Fallback xmlns="">
          <p:pic>
            <p:nvPicPr>
              <p:cNvPr id="4" name="Ink 3">
                <a:extLst>
                  <a:ext uri="{FF2B5EF4-FFF2-40B4-BE49-F238E27FC236}">
                    <a16:creationId xmlns:a16="http://schemas.microsoft.com/office/drawing/2014/main" id="{5CE4E514-0138-22DE-8AFC-116DE7AABFCA}"/>
                  </a:ext>
                </a:extLst>
              </p:cNvPr>
              <p:cNvPicPr/>
              <p:nvPr/>
            </p:nvPicPr>
            <p:blipFill>
              <a:blip r:embed="rId25"/>
              <a:stretch>
                <a:fillRect/>
              </a:stretch>
            </p:blipFill>
            <p:spPr>
              <a:xfrm>
                <a:off x="462296" y="5096292"/>
                <a:ext cx="10593720" cy="3028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 name="Ink 4">
                <a:extLst>
                  <a:ext uri="{FF2B5EF4-FFF2-40B4-BE49-F238E27FC236}">
                    <a16:creationId xmlns:a16="http://schemas.microsoft.com/office/drawing/2014/main" id="{90788283-2B3D-0495-80EF-01723F889FEF}"/>
                  </a:ext>
                </a:extLst>
              </p14:cNvPr>
              <p14:cNvContentPartPr/>
              <p14:nvPr/>
            </p14:nvContentPartPr>
            <p14:xfrm>
              <a:off x="7561080" y="2691720"/>
              <a:ext cx="241200" cy="747720"/>
            </p14:xfrm>
          </p:contentPart>
        </mc:Choice>
        <mc:Fallback xmlns="">
          <p:pic>
            <p:nvPicPr>
              <p:cNvPr id="5" name="Ink 4">
                <a:extLst>
                  <a:ext uri="{FF2B5EF4-FFF2-40B4-BE49-F238E27FC236}">
                    <a16:creationId xmlns:a16="http://schemas.microsoft.com/office/drawing/2014/main" id="{90788283-2B3D-0495-80EF-01723F889FEF}"/>
                  </a:ext>
                </a:extLst>
              </p:cNvPr>
              <p:cNvPicPr/>
              <p:nvPr/>
            </p:nvPicPr>
            <p:blipFill>
              <a:blip r:embed="rId27"/>
              <a:stretch>
                <a:fillRect/>
              </a:stretch>
            </p:blipFill>
            <p:spPr>
              <a:xfrm>
                <a:off x="7551720" y="2682360"/>
                <a:ext cx="259920" cy="766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 name="Ink 5">
                <a:extLst>
                  <a:ext uri="{FF2B5EF4-FFF2-40B4-BE49-F238E27FC236}">
                    <a16:creationId xmlns:a16="http://schemas.microsoft.com/office/drawing/2014/main" id="{83AD715C-3EA5-DEB2-73A3-A94EF5C19491}"/>
                  </a:ext>
                </a:extLst>
              </p14:cNvPr>
              <p14:cNvContentPartPr/>
              <p14:nvPr/>
            </p14:nvContentPartPr>
            <p14:xfrm>
              <a:off x="826920" y="455400"/>
              <a:ext cx="10469880" cy="3756960"/>
            </p14:xfrm>
          </p:contentPart>
        </mc:Choice>
        <mc:Fallback xmlns="">
          <p:pic>
            <p:nvPicPr>
              <p:cNvPr id="6" name="Ink 5">
                <a:extLst>
                  <a:ext uri="{FF2B5EF4-FFF2-40B4-BE49-F238E27FC236}">
                    <a16:creationId xmlns:a16="http://schemas.microsoft.com/office/drawing/2014/main" id="{83AD715C-3EA5-DEB2-73A3-A94EF5C19491}"/>
                  </a:ext>
                </a:extLst>
              </p:cNvPr>
              <p:cNvPicPr/>
              <p:nvPr/>
            </p:nvPicPr>
            <p:blipFill>
              <a:blip r:embed="rId29"/>
              <a:stretch>
                <a:fillRect/>
              </a:stretch>
            </p:blipFill>
            <p:spPr>
              <a:xfrm>
                <a:off x="817560" y="446040"/>
                <a:ext cx="10488600" cy="3775680"/>
              </a:xfrm>
              <a:prstGeom prst="rect">
                <a:avLst/>
              </a:prstGeom>
            </p:spPr>
          </p:pic>
        </mc:Fallback>
      </mc:AlternateContent>
    </p:spTree>
    <p:extLst>
      <p:ext uri="{BB962C8B-B14F-4D97-AF65-F5344CB8AC3E}">
        <p14:creationId xmlns:p14="http://schemas.microsoft.com/office/powerpoint/2010/main" val="3146701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2D1CAC-89B6-92C2-7208-F69142F6F093}"/>
              </a:ext>
            </a:extLst>
          </p:cNvPr>
          <p:cNvSpPr>
            <a:spLocks noGrp="1"/>
          </p:cNvSpPr>
          <p:nvPr>
            <p:ph type="title"/>
          </p:nvPr>
        </p:nvSpPr>
        <p:spPr/>
        <p:txBody>
          <a:bodyPr/>
          <a:lstStyle/>
          <a:p>
            <a:r>
              <a:rPr lang="en-US"/>
              <a:t>How to Handle </a:t>
            </a:r>
            <a:r>
              <a:rPr lang="en-US" i="1"/>
              <a:t>Count to Infinity P</a:t>
            </a:r>
            <a:r>
              <a:rPr lang="en-US"/>
              <a:t>roblem?</a:t>
            </a:r>
          </a:p>
        </p:txBody>
      </p:sp>
      <p:sp>
        <p:nvSpPr>
          <p:cNvPr id="2" name="Content Placeholder 1">
            <a:extLst>
              <a:ext uri="{FF2B5EF4-FFF2-40B4-BE49-F238E27FC236}">
                <a16:creationId xmlns:a16="http://schemas.microsoft.com/office/drawing/2014/main" id="{757FB3D2-57A2-F455-3B9A-1572BA4566BB}"/>
              </a:ext>
            </a:extLst>
          </p:cNvPr>
          <p:cNvSpPr>
            <a:spLocks noGrp="1"/>
          </p:cNvSpPr>
          <p:nvPr>
            <p:ph type="body" idx="1"/>
          </p:nvPr>
        </p:nvSpPr>
        <p:spPr>
          <a:xfrm>
            <a:off x="274086" y="1253605"/>
            <a:ext cx="11360800" cy="4555200"/>
          </a:xfrm>
        </p:spPr>
        <p:txBody>
          <a:bodyPr/>
          <a:lstStyle/>
          <a:p>
            <a:r>
              <a:rPr lang="en-US"/>
              <a:t>Split horizon </a:t>
            </a:r>
          </a:p>
          <a:p>
            <a:pPr lvl="1"/>
            <a:r>
              <a:rPr lang="en-US"/>
              <a:t>Don’t announce the route back to the next hop</a:t>
            </a:r>
          </a:p>
          <a:p>
            <a:r>
              <a:rPr lang="en-US"/>
              <a:t>Make infinity smaller </a:t>
            </a:r>
          </a:p>
          <a:p>
            <a:pPr lvl="1"/>
            <a:r>
              <a:rPr lang="en-US"/>
              <a:t>Routing Information Protocol (RIP): Based on hop count </a:t>
            </a:r>
          </a:p>
          <a:p>
            <a:pPr lvl="1"/>
            <a:r>
              <a:rPr lang="en-US"/>
              <a:t>Used a maximum length of 15</a:t>
            </a:r>
          </a:p>
          <a:p>
            <a:pPr lvl="1"/>
            <a:r>
              <a:rPr lang="en-US" b="1"/>
              <a:t>Limitation</a:t>
            </a:r>
            <a:r>
              <a:rPr lang="en-US"/>
              <a:t>: Doesn’t work for cases when actual path length is greater than 15</a:t>
            </a:r>
          </a:p>
          <a:p>
            <a:pPr lvl="1"/>
            <a:endParaRPr lang="en-US"/>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9E60173-9FC6-30F8-167E-3E4A6C6ECFBE}"/>
                  </a:ext>
                </a:extLst>
              </p14:cNvPr>
              <p14:cNvContentPartPr/>
              <p14:nvPr/>
            </p14:nvContentPartPr>
            <p14:xfrm>
              <a:off x="749520" y="2067120"/>
              <a:ext cx="5393160" cy="1776600"/>
            </p14:xfrm>
          </p:contentPart>
        </mc:Choice>
        <mc:Fallback xmlns="">
          <p:pic>
            <p:nvPicPr>
              <p:cNvPr id="4" name="Ink 3">
                <a:extLst>
                  <a:ext uri="{FF2B5EF4-FFF2-40B4-BE49-F238E27FC236}">
                    <a16:creationId xmlns:a16="http://schemas.microsoft.com/office/drawing/2014/main" id="{D9E60173-9FC6-30F8-167E-3E4A6C6ECFBE}"/>
                  </a:ext>
                </a:extLst>
              </p:cNvPr>
              <p:cNvPicPr/>
              <p:nvPr/>
            </p:nvPicPr>
            <p:blipFill>
              <a:blip r:embed="rId3"/>
              <a:stretch>
                <a:fillRect/>
              </a:stretch>
            </p:blipFill>
            <p:spPr>
              <a:xfrm>
                <a:off x="740160" y="2057760"/>
                <a:ext cx="5411880" cy="1795320"/>
              </a:xfrm>
              <a:prstGeom prst="rect">
                <a:avLst/>
              </a:prstGeom>
            </p:spPr>
          </p:pic>
        </mc:Fallback>
      </mc:AlternateContent>
    </p:spTree>
    <p:extLst>
      <p:ext uri="{BB962C8B-B14F-4D97-AF65-F5344CB8AC3E}">
        <p14:creationId xmlns:p14="http://schemas.microsoft.com/office/powerpoint/2010/main" val="25400808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2D1CAC-89B6-92C2-7208-F69142F6F093}"/>
              </a:ext>
            </a:extLst>
          </p:cNvPr>
          <p:cNvSpPr>
            <a:spLocks noGrp="1"/>
          </p:cNvSpPr>
          <p:nvPr>
            <p:ph type="title"/>
          </p:nvPr>
        </p:nvSpPr>
        <p:spPr/>
        <p:txBody>
          <a:bodyPr/>
          <a:lstStyle/>
          <a:p>
            <a:r>
              <a:rPr lang="en-US"/>
              <a:t>RIP Message Format</a:t>
            </a:r>
          </a:p>
        </p:txBody>
      </p:sp>
      <p:sp>
        <p:nvSpPr>
          <p:cNvPr id="2" name="Text Placeholder 1">
            <a:extLst>
              <a:ext uri="{FF2B5EF4-FFF2-40B4-BE49-F238E27FC236}">
                <a16:creationId xmlns:a16="http://schemas.microsoft.com/office/drawing/2014/main" id="{E24875CE-C865-5513-85B4-5809FDC8DA76}"/>
              </a:ext>
            </a:extLst>
          </p:cNvPr>
          <p:cNvSpPr>
            <a:spLocks noGrp="1"/>
          </p:cNvSpPr>
          <p:nvPr>
            <p:ph type="body" idx="1"/>
          </p:nvPr>
        </p:nvSpPr>
        <p:spPr/>
        <p:txBody>
          <a:bodyPr/>
          <a:lstStyle/>
          <a:p>
            <a:endParaRPr lang="en-US"/>
          </a:p>
        </p:txBody>
      </p:sp>
      <p:pic>
        <p:nvPicPr>
          <p:cNvPr id="6" name="Picture 5" descr="A screenshot of a computer&#10;&#10;Description automatically generated">
            <a:extLst>
              <a:ext uri="{FF2B5EF4-FFF2-40B4-BE49-F238E27FC236}">
                <a16:creationId xmlns:a16="http://schemas.microsoft.com/office/drawing/2014/main" id="{CC73B95F-C774-BFD8-7550-0FCAA4954513}"/>
              </a:ext>
            </a:extLst>
          </p:cNvPr>
          <p:cNvPicPr>
            <a:picLocks noChangeAspect="1"/>
          </p:cNvPicPr>
          <p:nvPr/>
        </p:nvPicPr>
        <p:blipFill>
          <a:blip r:embed="rId3"/>
          <a:stretch>
            <a:fillRect/>
          </a:stretch>
        </p:blipFill>
        <p:spPr>
          <a:xfrm>
            <a:off x="3886947" y="1062391"/>
            <a:ext cx="4127500" cy="4635500"/>
          </a:xfrm>
          <a:prstGeom prst="rect">
            <a:avLst/>
          </a:prstGeom>
        </p:spPr>
      </p:pic>
      <p:sp>
        <p:nvSpPr>
          <p:cNvPr id="5" name="TextBox 4">
            <a:extLst>
              <a:ext uri="{FF2B5EF4-FFF2-40B4-BE49-F238E27FC236}">
                <a16:creationId xmlns:a16="http://schemas.microsoft.com/office/drawing/2014/main" id="{F9E47987-03D3-D3D1-F094-16B3A2045FAB}"/>
              </a:ext>
            </a:extLst>
          </p:cNvPr>
          <p:cNvSpPr txBox="1"/>
          <p:nvPr/>
        </p:nvSpPr>
        <p:spPr>
          <a:xfrm>
            <a:off x="4495800" y="5923451"/>
            <a:ext cx="3200400" cy="369332"/>
          </a:xfrm>
          <a:prstGeom prst="rect">
            <a:avLst/>
          </a:prstGeom>
          <a:noFill/>
        </p:spPr>
        <p:txBody>
          <a:bodyPr wrap="square" rtlCol="0">
            <a:spAutoFit/>
          </a:bodyPr>
          <a:lstStyle/>
          <a:p>
            <a:r>
              <a:rPr lang="en-US"/>
              <a:t>RIPv2 Protocol Message Format</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B1B1075-3C70-671D-1C49-8E8C178FF72B}"/>
                  </a:ext>
                </a:extLst>
              </p14:cNvPr>
              <p14:cNvContentPartPr/>
              <p14:nvPr/>
            </p14:nvContentPartPr>
            <p14:xfrm>
              <a:off x="2580840" y="3275640"/>
              <a:ext cx="1524600" cy="2978640"/>
            </p14:xfrm>
          </p:contentPart>
        </mc:Choice>
        <mc:Fallback xmlns="">
          <p:pic>
            <p:nvPicPr>
              <p:cNvPr id="4" name="Ink 3">
                <a:extLst>
                  <a:ext uri="{FF2B5EF4-FFF2-40B4-BE49-F238E27FC236}">
                    <a16:creationId xmlns:a16="http://schemas.microsoft.com/office/drawing/2014/main" id="{EB1B1075-3C70-671D-1C49-8E8C178FF72B}"/>
                  </a:ext>
                </a:extLst>
              </p:cNvPr>
              <p:cNvPicPr/>
              <p:nvPr/>
            </p:nvPicPr>
            <p:blipFill>
              <a:blip r:embed="rId5"/>
              <a:stretch>
                <a:fillRect/>
              </a:stretch>
            </p:blipFill>
            <p:spPr>
              <a:xfrm>
                <a:off x="2571480" y="3266280"/>
                <a:ext cx="1543320" cy="2997360"/>
              </a:xfrm>
              <a:prstGeom prst="rect">
                <a:avLst/>
              </a:prstGeom>
            </p:spPr>
          </p:pic>
        </mc:Fallback>
      </mc:AlternateContent>
    </p:spTree>
    <p:extLst>
      <p:ext uri="{BB962C8B-B14F-4D97-AF65-F5344CB8AC3E}">
        <p14:creationId xmlns:p14="http://schemas.microsoft.com/office/powerpoint/2010/main" val="13673798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045F6-57C9-1F3C-7E5C-C906D388CAA8}"/>
              </a:ext>
            </a:extLst>
          </p:cNvPr>
          <p:cNvSpPr>
            <a:spLocks noGrp="1"/>
          </p:cNvSpPr>
          <p:nvPr>
            <p:ph type="title"/>
          </p:nvPr>
        </p:nvSpPr>
        <p:spPr/>
        <p:txBody>
          <a:bodyPr/>
          <a:lstStyle/>
          <a:p>
            <a:r>
              <a:rPr lang="en-US" dirty="0"/>
              <a:t>Distance Vector: Summary</a:t>
            </a:r>
          </a:p>
        </p:txBody>
      </p:sp>
      <p:sp>
        <p:nvSpPr>
          <p:cNvPr id="3" name="Text Placeholder 2">
            <a:extLst>
              <a:ext uri="{FF2B5EF4-FFF2-40B4-BE49-F238E27FC236}">
                <a16:creationId xmlns:a16="http://schemas.microsoft.com/office/drawing/2014/main" id="{D0843BB1-DB4B-9232-134C-75A5649D7599}"/>
              </a:ext>
            </a:extLst>
          </p:cNvPr>
          <p:cNvSpPr>
            <a:spLocks noGrp="1"/>
          </p:cNvSpPr>
          <p:nvPr>
            <p:ph type="body" idx="1"/>
          </p:nvPr>
        </p:nvSpPr>
        <p:spPr/>
        <p:txBody>
          <a:bodyPr/>
          <a:lstStyle/>
          <a:p>
            <a:r>
              <a:rPr lang="en-US" dirty="0"/>
              <a:t>Building a routing table by distributing vector of distances to neighbors </a:t>
            </a:r>
          </a:p>
          <a:p>
            <a:endParaRPr lang="en-US" dirty="0"/>
          </a:p>
          <a:p>
            <a:r>
              <a:rPr lang="en-US" dirty="0"/>
              <a:t>Completely distributed and based only on knowledge of immediate neighbors </a:t>
            </a:r>
          </a:p>
          <a:p>
            <a:pPr lvl="1"/>
            <a:r>
              <a:rPr lang="en-US" dirty="0"/>
              <a:t>Simpler computation, small update message size </a:t>
            </a:r>
          </a:p>
          <a:p>
            <a:pPr lvl="1"/>
            <a:r>
              <a:rPr lang="en-US" dirty="0"/>
              <a:t>Slow convergence </a:t>
            </a:r>
          </a:p>
          <a:p>
            <a:pPr marL="152396" indent="0">
              <a:buNone/>
            </a:pPr>
            <a:endParaRPr lang="en-US" dirty="0"/>
          </a:p>
          <a:p>
            <a:r>
              <a:rPr lang="en-US" dirty="0"/>
              <a:t>Count to infinity problem and limited network diameter </a:t>
            </a:r>
          </a:p>
          <a:p>
            <a:pPr lvl="1"/>
            <a:r>
              <a:rPr lang="en-US" dirty="0"/>
              <a:t>Used in small-sized networks (E.g., LAN or private wide-area networks)</a:t>
            </a:r>
          </a:p>
        </p:txBody>
      </p:sp>
    </p:spTree>
    <p:extLst>
      <p:ext uri="{BB962C8B-B14F-4D97-AF65-F5344CB8AC3E}">
        <p14:creationId xmlns:p14="http://schemas.microsoft.com/office/powerpoint/2010/main" val="605174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B27BFF1-5DCE-D642-8EFE-FACB1C97EEE0}"/>
              </a:ext>
            </a:extLst>
          </p:cNvPr>
          <p:cNvSpPr>
            <a:spLocks noGrp="1"/>
          </p:cNvSpPr>
          <p:nvPr>
            <p:ph type="title"/>
          </p:nvPr>
        </p:nvSpPr>
        <p:spPr/>
        <p:txBody>
          <a:bodyPr/>
          <a:lstStyle/>
          <a:p>
            <a:r>
              <a:rPr lang="en-US" b="0">
                <a:latin typeface="+mn-lt"/>
              </a:rPr>
              <a:t>Link State Routing Algorithm</a:t>
            </a:r>
          </a:p>
        </p:txBody>
      </p:sp>
      <p:sp>
        <p:nvSpPr>
          <p:cNvPr id="23" name="Rectangle 3">
            <a:extLst>
              <a:ext uri="{FF2B5EF4-FFF2-40B4-BE49-F238E27FC236}">
                <a16:creationId xmlns:a16="http://schemas.microsoft.com/office/drawing/2014/main" id="{AE9CCC8F-9B64-9843-9FF6-322BE507C6B3}"/>
              </a:ext>
            </a:extLst>
          </p:cNvPr>
          <p:cNvSpPr txBox="1">
            <a:spLocks noChangeArrowheads="1"/>
          </p:cNvSpPr>
          <p:nvPr/>
        </p:nvSpPr>
        <p:spPr>
          <a:xfrm>
            <a:off x="520884" y="1243207"/>
            <a:ext cx="5708805" cy="5141952"/>
          </a:xfrm>
          <a:prstGeom prst="rect">
            <a:avLst/>
          </a:prstGeom>
        </p:spPr>
        <p:txBody>
          <a:bodyPr vert="horz" lIns="91440" tIns="45720" rIns="91440" bIns="45720" rtlCol="0" anchor="t">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Each node knows the entire network topology including link costs:</a:t>
            </a:r>
          </a:p>
          <a:p>
            <a:pPr lvl="1"/>
            <a:r>
              <a:rPr lang="en-US" dirty="0"/>
              <a:t>accomplished via “</a:t>
            </a:r>
            <a:r>
              <a:rPr lang="en-US" altLang="ja-JP" dirty="0"/>
              <a:t>link state broadcast” </a:t>
            </a:r>
          </a:p>
          <a:p>
            <a:pPr lvl="1"/>
            <a:r>
              <a:rPr lang="en-US" dirty="0"/>
              <a:t>all nodes have same info</a:t>
            </a:r>
          </a:p>
          <a:p>
            <a:r>
              <a:rPr lang="en-US" dirty="0"/>
              <a:t>Link state broadcast:</a:t>
            </a:r>
          </a:p>
          <a:p>
            <a:pPr lvl="1"/>
            <a:r>
              <a:rPr lang="en-US" dirty="0"/>
              <a:t>(x, {list of neighbors, cost}, seq #, TTL)</a:t>
            </a:r>
          </a:p>
          <a:p>
            <a:pPr lvl="1"/>
            <a:r>
              <a:rPr lang="en-US" dirty="0"/>
              <a:t>reliable broadcast using acknowledgements</a:t>
            </a:r>
          </a:p>
          <a:p>
            <a:r>
              <a:rPr lang="en-US" dirty="0"/>
              <a:t>Once a node has the entire topology:</a:t>
            </a:r>
          </a:p>
          <a:p>
            <a:pPr lvl="1"/>
            <a:r>
              <a:rPr lang="en-US" dirty="0"/>
              <a:t>Use </a:t>
            </a:r>
            <a:r>
              <a:rPr lang="en-US" dirty="0">
                <a:solidFill>
                  <a:srgbClr val="C00000"/>
                </a:solidFill>
              </a:rPr>
              <a:t>Dijkstra’s algorithm </a:t>
            </a:r>
            <a:r>
              <a:rPr lang="en-US" dirty="0"/>
              <a:t>to find the shortest path</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046EF4E-0225-905B-BFB4-59F6295CD378}"/>
                  </a:ext>
                </a:extLst>
              </p14:cNvPr>
              <p14:cNvContentPartPr/>
              <p14:nvPr/>
            </p14:nvContentPartPr>
            <p14:xfrm>
              <a:off x="7898251" y="1243207"/>
              <a:ext cx="1621440" cy="1018080"/>
            </p14:xfrm>
          </p:contentPart>
        </mc:Choice>
        <mc:Fallback xmlns="">
          <p:pic>
            <p:nvPicPr>
              <p:cNvPr id="4" name="Ink 3">
                <a:extLst>
                  <a:ext uri="{FF2B5EF4-FFF2-40B4-BE49-F238E27FC236}">
                    <a16:creationId xmlns:a16="http://schemas.microsoft.com/office/drawing/2014/main" id="{3046EF4E-0225-905B-BFB4-59F6295CD378}"/>
                  </a:ext>
                </a:extLst>
              </p:cNvPr>
              <p:cNvPicPr/>
              <p:nvPr/>
            </p:nvPicPr>
            <p:blipFill>
              <a:blip r:embed="rId4"/>
              <a:stretch>
                <a:fillRect/>
              </a:stretch>
            </p:blipFill>
            <p:spPr>
              <a:xfrm>
                <a:off x="7882771" y="1227722"/>
                <a:ext cx="1652040" cy="1048691"/>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A42E1839-240C-29B3-5B3E-BFE312EAADCD}"/>
                  </a:ext>
                </a:extLst>
              </p14:cNvPr>
              <p14:cNvContentPartPr/>
              <p14:nvPr/>
            </p14:nvContentPartPr>
            <p14:xfrm>
              <a:off x="8372731" y="1572247"/>
              <a:ext cx="2004840" cy="887760"/>
            </p14:xfrm>
          </p:contentPart>
        </mc:Choice>
        <mc:Fallback xmlns="">
          <p:pic>
            <p:nvPicPr>
              <p:cNvPr id="7" name="Ink 6">
                <a:extLst>
                  <a:ext uri="{FF2B5EF4-FFF2-40B4-BE49-F238E27FC236}">
                    <a16:creationId xmlns:a16="http://schemas.microsoft.com/office/drawing/2014/main" id="{A42E1839-240C-29B3-5B3E-BFE312EAADCD}"/>
                  </a:ext>
                </a:extLst>
              </p:cNvPr>
              <p:cNvPicPr/>
              <p:nvPr/>
            </p:nvPicPr>
            <p:blipFill>
              <a:blip r:embed="rId6"/>
              <a:stretch>
                <a:fillRect/>
              </a:stretch>
            </p:blipFill>
            <p:spPr>
              <a:xfrm>
                <a:off x="8357251" y="1556773"/>
                <a:ext cx="2035440" cy="918348"/>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B1897106-2215-C773-38ED-E45E91BCF584}"/>
                  </a:ext>
                </a:extLst>
              </p14:cNvPr>
              <p14:cNvContentPartPr/>
              <p14:nvPr/>
            </p14:nvContentPartPr>
            <p14:xfrm>
              <a:off x="8441491" y="1358767"/>
              <a:ext cx="46440" cy="221400"/>
            </p14:xfrm>
          </p:contentPart>
        </mc:Choice>
        <mc:Fallback xmlns="">
          <p:pic>
            <p:nvPicPr>
              <p:cNvPr id="8" name="Ink 7">
                <a:extLst>
                  <a:ext uri="{FF2B5EF4-FFF2-40B4-BE49-F238E27FC236}">
                    <a16:creationId xmlns:a16="http://schemas.microsoft.com/office/drawing/2014/main" id="{B1897106-2215-C773-38ED-E45E91BCF584}"/>
                  </a:ext>
                </a:extLst>
              </p:cNvPr>
              <p:cNvPicPr/>
              <p:nvPr/>
            </p:nvPicPr>
            <p:blipFill>
              <a:blip r:embed="rId8"/>
              <a:stretch>
                <a:fillRect/>
              </a:stretch>
            </p:blipFill>
            <p:spPr>
              <a:xfrm>
                <a:off x="8426011" y="1343287"/>
                <a:ext cx="770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810AF76D-25F2-39B4-5D3F-45F2242B7F84}"/>
                  </a:ext>
                </a:extLst>
              </p14:cNvPr>
              <p14:cNvContentPartPr/>
              <p14:nvPr/>
            </p14:nvContentPartPr>
            <p14:xfrm>
              <a:off x="9826411" y="1435447"/>
              <a:ext cx="84600" cy="259560"/>
            </p14:xfrm>
          </p:contentPart>
        </mc:Choice>
        <mc:Fallback xmlns="">
          <p:pic>
            <p:nvPicPr>
              <p:cNvPr id="9" name="Ink 8">
                <a:extLst>
                  <a:ext uri="{FF2B5EF4-FFF2-40B4-BE49-F238E27FC236}">
                    <a16:creationId xmlns:a16="http://schemas.microsoft.com/office/drawing/2014/main" id="{810AF76D-25F2-39B4-5D3F-45F2242B7F84}"/>
                  </a:ext>
                </a:extLst>
              </p:cNvPr>
              <p:cNvPicPr/>
              <p:nvPr/>
            </p:nvPicPr>
            <p:blipFill>
              <a:blip r:embed="rId10"/>
              <a:stretch>
                <a:fillRect/>
              </a:stretch>
            </p:blipFill>
            <p:spPr>
              <a:xfrm>
                <a:off x="9810931" y="1419967"/>
                <a:ext cx="11520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60400960-ED48-6283-2180-DD6F665184FB}"/>
                  </a:ext>
                </a:extLst>
              </p14:cNvPr>
              <p14:cNvContentPartPr/>
              <p14:nvPr/>
            </p14:nvContentPartPr>
            <p14:xfrm>
              <a:off x="9015331" y="1958167"/>
              <a:ext cx="38520" cy="210240"/>
            </p14:xfrm>
          </p:contentPart>
        </mc:Choice>
        <mc:Fallback xmlns="">
          <p:pic>
            <p:nvPicPr>
              <p:cNvPr id="10" name="Ink 9">
                <a:extLst>
                  <a:ext uri="{FF2B5EF4-FFF2-40B4-BE49-F238E27FC236}">
                    <a16:creationId xmlns:a16="http://schemas.microsoft.com/office/drawing/2014/main" id="{60400960-ED48-6283-2180-DD6F665184FB}"/>
                  </a:ext>
                </a:extLst>
              </p:cNvPr>
              <p:cNvPicPr/>
              <p:nvPr/>
            </p:nvPicPr>
            <p:blipFill>
              <a:blip r:embed="rId12"/>
              <a:stretch>
                <a:fillRect/>
              </a:stretch>
            </p:blipFill>
            <p:spPr>
              <a:xfrm>
                <a:off x="8999994" y="1942713"/>
                <a:ext cx="68837" cy="240788"/>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5C4FAE2C-30A6-B1D3-E5EA-8F6070F3DCFA}"/>
                  </a:ext>
                </a:extLst>
              </p14:cNvPr>
              <p14:cNvContentPartPr/>
              <p14:nvPr/>
            </p14:nvContentPartPr>
            <p14:xfrm>
              <a:off x="8915971" y="3018367"/>
              <a:ext cx="834120" cy="207000"/>
            </p14:xfrm>
          </p:contentPart>
        </mc:Choice>
        <mc:Fallback xmlns="">
          <p:pic>
            <p:nvPicPr>
              <p:cNvPr id="11" name="Ink 10">
                <a:extLst>
                  <a:ext uri="{FF2B5EF4-FFF2-40B4-BE49-F238E27FC236}">
                    <a16:creationId xmlns:a16="http://schemas.microsoft.com/office/drawing/2014/main" id="{5C4FAE2C-30A6-B1D3-E5EA-8F6070F3DCFA}"/>
                  </a:ext>
                </a:extLst>
              </p:cNvPr>
              <p:cNvPicPr/>
              <p:nvPr/>
            </p:nvPicPr>
            <p:blipFill>
              <a:blip r:embed="rId14"/>
              <a:stretch>
                <a:fillRect/>
              </a:stretch>
            </p:blipFill>
            <p:spPr>
              <a:xfrm>
                <a:off x="8900491" y="3002887"/>
                <a:ext cx="86472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6765AD84-F93F-AC2C-E2D3-CD6594CD20E2}"/>
                  </a:ext>
                </a:extLst>
              </p14:cNvPr>
              <p14:cNvContentPartPr/>
              <p14:nvPr/>
            </p14:nvContentPartPr>
            <p14:xfrm>
              <a:off x="8058811" y="2482687"/>
              <a:ext cx="604800" cy="727200"/>
            </p14:xfrm>
          </p:contentPart>
        </mc:Choice>
        <mc:Fallback xmlns="">
          <p:pic>
            <p:nvPicPr>
              <p:cNvPr id="12" name="Ink 11">
                <a:extLst>
                  <a:ext uri="{FF2B5EF4-FFF2-40B4-BE49-F238E27FC236}">
                    <a16:creationId xmlns:a16="http://schemas.microsoft.com/office/drawing/2014/main" id="{6765AD84-F93F-AC2C-E2D3-CD6594CD20E2}"/>
                  </a:ext>
                </a:extLst>
              </p:cNvPr>
              <p:cNvPicPr/>
              <p:nvPr/>
            </p:nvPicPr>
            <p:blipFill>
              <a:blip r:embed="rId16"/>
              <a:stretch>
                <a:fillRect/>
              </a:stretch>
            </p:blipFill>
            <p:spPr>
              <a:xfrm>
                <a:off x="8043331" y="2467207"/>
                <a:ext cx="635400" cy="757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230F26AF-EC8E-B4E3-34BA-ED198E6AC000}"/>
                  </a:ext>
                </a:extLst>
              </p14:cNvPr>
              <p14:cNvContentPartPr/>
              <p14:nvPr/>
            </p14:nvContentPartPr>
            <p14:xfrm>
              <a:off x="10537771" y="1954927"/>
              <a:ext cx="436320" cy="375120"/>
            </p14:xfrm>
          </p:contentPart>
        </mc:Choice>
        <mc:Fallback xmlns="">
          <p:pic>
            <p:nvPicPr>
              <p:cNvPr id="13" name="Ink 12">
                <a:extLst>
                  <a:ext uri="{FF2B5EF4-FFF2-40B4-BE49-F238E27FC236}">
                    <a16:creationId xmlns:a16="http://schemas.microsoft.com/office/drawing/2014/main" id="{230F26AF-EC8E-B4E3-34BA-ED198E6AC000}"/>
                  </a:ext>
                </a:extLst>
              </p:cNvPr>
              <p:cNvPicPr/>
              <p:nvPr/>
            </p:nvPicPr>
            <p:blipFill>
              <a:blip r:embed="rId18"/>
              <a:stretch>
                <a:fillRect/>
              </a:stretch>
            </p:blipFill>
            <p:spPr>
              <a:xfrm>
                <a:off x="10522304" y="1939447"/>
                <a:ext cx="466895"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9F0CB4CE-59D2-B668-A1E2-A8CE028C628E}"/>
                  </a:ext>
                </a:extLst>
              </p14:cNvPr>
              <p14:cNvContentPartPr/>
              <p14:nvPr/>
            </p14:nvContentPartPr>
            <p14:xfrm>
              <a:off x="11218531" y="2153647"/>
              <a:ext cx="222480" cy="283320"/>
            </p14:xfrm>
          </p:contentPart>
        </mc:Choice>
        <mc:Fallback xmlns="">
          <p:pic>
            <p:nvPicPr>
              <p:cNvPr id="14" name="Ink 13">
                <a:extLst>
                  <a:ext uri="{FF2B5EF4-FFF2-40B4-BE49-F238E27FC236}">
                    <a16:creationId xmlns:a16="http://schemas.microsoft.com/office/drawing/2014/main" id="{9F0CB4CE-59D2-B668-A1E2-A8CE028C628E}"/>
                  </a:ext>
                </a:extLst>
              </p:cNvPr>
              <p:cNvPicPr/>
              <p:nvPr/>
            </p:nvPicPr>
            <p:blipFill>
              <a:blip r:embed="rId20"/>
              <a:stretch>
                <a:fillRect/>
              </a:stretch>
            </p:blipFill>
            <p:spPr>
              <a:xfrm>
                <a:off x="11203026" y="2138167"/>
                <a:ext cx="25313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B0A7F096-E70E-4ED7-4953-6827742A7502}"/>
                  </a:ext>
                </a:extLst>
              </p14:cNvPr>
              <p14:cNvContentPartPr/>
              <p14:nvPr/>
            </p14:nvContentPartPr>
            <p14:xfrm>
              <a:off x="8323411" y="2543887"/>
              <a:ext cx="49680" cy="191520"/>
            </p14:xfrm>
          </p:contentPart>
        </mc:Choice>
        <mc:Fallback xmlns="">
          <p:pic>
            <p:nvPicPr>
              <p:cNvPr id="15" name="Ink 14">
                <a:extLst>
                  <a:ext uri="{FF2B5EF4-FFF2-40B4-BE49-F238E27FC236}">
                    <a16:creationId xmlns:a16="http://schemas.microsoft.com/office/drawing/2014/main" id="{B0A7F096-E70E-4ED7-4953-6827742A7502}"/>
                  </a:ext>
                </a:extLst>
              </p:cNvPr>
              <p:cNvPicPr/>
              <p:nvPr/>
            </p:nvPicPr>
            <p:blipFill>
              <a:blip r:embed="rId22"/>
              <a:stretch>
                <a:fillRect/>
              </a:stretch>
            </p:blipFill>
            <p:spPr>
              <a:xfrm>
                <a:off x="8307931" y="2528436"/>
                <a:ext cx="80280" cy="222063"/>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DE6D0098-03AF-672E-2D58-3FA64F5D90CB}"/>
                  </a:ext>
                </a:extLst>
              </p14:cNvPr>
              <p14:cNvContentPartPr/>
              <p14:nvPr/>
            </p14:nvContentPartPr>
            <p14:xfrm>
              <a:off x="9076531" y="2799847"/>
              <a:ext cx="46440" cy="203400"/>
            </p14:xfrm>
          </p:contentPart>
        </mc:Choice>
        <mc:Fallback xmlns="">
          <p:pic>
            <p:nvPicPr>
              <p:cNvPr id="16" name="Ink 15">
                <a:extLst>
                  <a:ext uri="{FF2B5EF4-FFF2-40B4-BE49-F238E27FC236}">
                    <a16:creationId xmlns:a16="http://schemas.microsoft.com/office/drawing/2014/main" id="{DE6D0098-03AF-672E-2D58-3FA64F5D90CB}"/>
                  </a:ext>
                </a:extLst>
              </p:cNvPr>
              <p:cNvPicPr/>
              <p:nvPr/>
            </p:nvPicPr>
            <p:blipFill>
              <a:blip r:embed="rId24"/>
              <a:stretch>
                <a:fillRect/>
              </a:stretch>
            </p:blipFill>
            <p:spPr>
              <a:xfrm>
                <a:off x="9061051" y="2784394"/>
                <a:ext cx="77040" cy="233946"/>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52F44234-CAA1-2578-01FE-E074212864F5}"/>
                  </a:ext>
                </a:extLst>
              </p14:cNvPr>
              <p14:cNvContentPartPr/>
              <p14:nvPr/>
            </p14:nvContentPartPr>
            <p14:xfrm>
              <a:off x="10178131" y="2559007"/>
              <a:ext cx="995040" cy="581760"/>
            </p14:xfrm>
          </p:contentPart>
        </mc:Choice>
        <mc:Fallback xmlns="">
          <p:pic>
            <p:nvPicPr>
              <p:cNvPr id="17" name="Ink 16">
                <a:extLst>
                  <a:ext uri="{FF2B5EF4-FFF2-40B4-BE49-F238E27FC236}">
                    <a16:creationId xmlns:a16="http://schemas.microsoft.com/office/drawing/2014/main" id="{52F44234-CAA1-2578-01FE-E074212864F5}"/>
                  </a:ext>
                </a:extLst>
              </p:cNvPr>
              <p:cNvPicPr/>
              <p:nvPr/>
            </p:nvPicPr>
            <p:blipFill>
              <a:blip r:embed="rId26"/>
              <a:stretch>
                <a:fillRect/>
              </a:stretch>
            </p:blipFill>
            <p:spPr>
              <a:xfrm>
                <a:off x="10162645" y="2543527"/>
                <a:ext cx="1025651" cy="6123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FF2E5D99-F4D0-210F-9081-420EC0F00834}"/>
                  </a:ext>
                </a:extLst>
              </p14:cNvPr>
              <p14:cNvContentPartPr/>
              <p14:nvPr/>
            </p14:nvContentPartPr>
            <p14:xfrm>
              <a:off x="9742171" y="3018367"/>
              <a:ext cx="167760" cy="153360"/>
            </p14:xfrm>
          </p:contentPart>
        </mc:Choice>
        <mc:Fallback xmlns="">
          <p:pic>
            <p:nvPicPr>
              <p:cNvPr id="18" name="Ink 17">
                <a:extLst>
                  <a:ext uri="{FF2B5EF4-FFF2-40B4-BE49-F238E27FC236}">
                    <a16:creationId xmlns:a16="http://schemas.microsoft.com/office/drawing/2014/main" id="{FF2E5D99-F4D0-210F-9081-420EC0F00834}"/>
                  </a:ext>
                </a:extLst>
              </p:cNvPr>
              <p:cNvPicPr/>
              <p:nvPr/>
            </p:nvPicPr>
            <p:blipFill>
              <a:blip r:embed="rId28"/>
              <a:stretch>
                <a:fillRect/>
              </a:stretch>
            </p:blipFill>
            <p:spPr>
              <a:xfrm>
                <a:off x="9726691" y="3002887"/>
                <a:ext cx="1983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 name="Ink 1">
                <a:extLst>
                  <a:ext uri="{FF2B5EF4-FFF2-40B4-BE49-F238E27FC236}">
                    <a16:creationId xmlns:a16="http://schemas.microsoft.com/office/drawing/2014/main" id="{FF07D678-6A1B-8A02-FBD6-231011C8B625}"/>
                  </a:ext>
                </a:extLst>
              </p14:cNvPr>
              <p14:cNvContentPartPr/>
              <p14:nvPr/>
            </p14:nvContentPartPr>
            <p14:xfrm>
              <a:off x="4714200" y="153360"/>
              <a:ext cx="6674760" cy="5666040"/>
            </p14:xfrm>
          </p:contentPart>
        </mc:Choice>
        <mc:Fallback xmlns="">
          <p:pic>
            <p:nvPicPr>
              <p:cNvPr id="2" name="Ink 1">
                <a:extLst>
                  <a:ext uri="{FF2B5EF4-FFF2-40B4-BE49-F238E27FC236}">
                    <a16:creationId xmlns:a16="http://schemas.microsoft.com/office/drawing/2014/main" id="{FF07D678-6A1B-8A02-FBD6-231011C8B625}"/>
                  </a:ext>
                </a:extLst>
              </p:cNvPr>
              <p:cNvPicPr/>
              <p:nvPr/>
            </p:nvPicPr>
            <p:blipFill>
              <a:blip r:embed="rId30"/>
              <a:stretch>
                <a:fillRect/>
              </a:stretch>
            </p:blipFill>
            <p:spPr>
              <a:xfrm>
                <a:off x="4704840" y="144000"/>
                <a:ext cx="6693480" cy="5684760"/>
              </a:xfrm>
              <a:prstGeom prst="rect">
                <a:avLst/>
              </a:prstGeom>
            </p:spPr>
          </p:pic>
        </mc:Fallback>
      </mc:AlternateContent>
    </p:spTree>
    <p:extLst>
      <p:ext uri="{BB962C8B-B14F-4D97-AF65-F5344CB8AC3E}">
        <p14:creationId xmlns:p14="http://schemas.microsoft.com/office/powerpoint/2010/main" val="14439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dissolve">
                                      <p:cBhvr>
                                        <p:cTn id="7" dur="500"/>
                                        <p:tgtEl>
                                          <p:spTgt spid="2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3">
                                            <p:txEl>
                                              <p:pRg st="1" end="1"/>
                                            </p:txEl>
                                          </p:spTgt>
                                        </p:tgtEl>
                                        <p:attrNameLst>
                                          <p:attrName>style.visibility</p:attrName>
                                        </p:attrNameLst>
                                      </p:cBhvr>
                                      <p:to>
                                        <p:strVal val="visible"/>
                                      </p:to>
                                    </p:set>
                                    <p:animEffect transition="in" filter="dissolve">
                                      <p:cBhvr>
                                        <p:cTn id="10" dur="500"/>
                                        <p:tgtEl>
                                          <p:spTgt spid="2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3">
                                            <p:txEl>
                                              <p:pRg st="2" end="2"/>
                                            </p:txEl>
                                          </p:spTgt>
                                        </p:tgtEl>
                                        <p:attrNameLst>
                                          <p:attrName>style.visibility</p:attrName>
                                        </p:attrNameLst>
                                      </p:cBhvr>
                                      <p:to>
                                        <p:strVal val="visible"/>
                                      </p:to>
                                    </p:set>
                                    <p:animEffect transition="in" filter="dissolve">
                                      <p:cBhvr>
                                        <p:cTn id="13" dur="500"/>
                                        <p:tgtEl>
                                          <p:spTgt spid="2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3">
                                            <p:txEl>
                                              <p:pRg st="3" end="3"/>
                                            </p:txEl>
                                          </p:spTgt>
                                        </p:tgtEl>
                                        <p:attrNameLst>
                                          <p:attrName>style.visibility</p:attrName>
                                        </p:attrNameLst>
                                      </p:cBhvr>
                                      <p:to>
                                        <p:strVal val="visible"/>
                                      </p:to>
                                    </p:set>
                                    <p:animEffect transition="in" filter="dissolve">
                                      <p:cBhvr>
                                        <p:cTn id="18" dur="500"/>
                                        <p:tgtEl>
                                          <p:spTgt spid="23">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3">
                                            <p:txEl>
                                              <p:pRg st="4" end="4"/>
                                            </p:txEl>
                                          </p:spTgt>
                                        </p:tgtEl>
                                        <p:attrNameLst>
                                          <p:attrName>style.visibility</p:attrName>
                                        </p:attrNameLst>
                                      </p:cBhvr>
                                      <p:to>
                                        <p:strVal val="visible"/>
                                      </p:to>
                                    </p:set>
                                    <p:animEffect transition="in" filter="dissolve">
                                      <p:cBhvr>
                                        <p:cTn id="21" dur="500"/>
                                        <p:tgtEl>
                                          <p:spTgt spid="23">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23">
                                            <p:txEl>
                                              <p:pRg st="5" end="5"/>
                                            </p:txEl>
                                          </p:spTgt>
                                        </p:tgtEl>
                                        <p:attrNameLst>
                                          <p:attrName>style.visibility</p:attrName>
                                        </p:attrNameLst>
                                      </p:cBhvr>
                                      <p:to>
                                        <p:strVal val="visible"/>
                                      </p:to>
                                    </p:set>
                                    <p:animEffect transition="in" filter="dissolve">
                                      <p:cBhvr>
                                        <p:cTn id="24" dur="500"/>
                                        <p:tgtEl>
                                          <p:spTgt spid="2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3">
                                            <p:txEl>
                                              <p:pRg st="6" end="6"/>
                                            </p:txEl>
                                          </p:spTgt>
                                        </p:tgtEl>
                                        <p:attrNameLst>
                                          <p:attrName>style.visibility</p:attrName>
                                        </p:attrNameLst>
                                      </p:cBhvr>
                                      <p:to>
                                        <p:strVal val="visible"/>
                                      </p:to>
                                    </p:set>
                                    <p:animEffect transition="in" filter="dissolve">
                                      <p:cBhvr>
                                        <p:cTn id="29" dur="500"/>
                                        <p:tgtEl>
                                          <p:spTgt spid="23">
                                            <p:txEl>
                                              <p:pRg st="6" end="6"/>
                                            </p:tx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3">
                                            <p:txEl>
                                              <p:pRg st="7" end="7"/>
                                            </p:txEl>
                                          </p:spTgt>
                                        </p:tgtEl>
                                        <p:attrNameLst>
                                          <p:attrName>style.visibility</p:attrName>
                                        </p:attrNameLst>
                                      </p:cBhvr>
                                      <p:to>
                                        <p:strVal val="visible"/>
                                      </p:to>
                                    </p:set>
                                    <p:animEffect transition="in" filter="dissolve">
                                      <p:cBhvr>
                                        <p:cTn id="32" dur="500"/>
                                        <p:tgtEl>
                                          <p:spTgt spid="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2CA44-88B3-50CF-BA89-76094F24266B}"/>
              </a:ext>
            </a:extLst>
          </p:cNvPr>
          <p:cNvSpPr>
            <a:spLocks noGrp="1"/>
          </p:cNvSpPr>
          <p:nvPr>
            <p:ph type="title"/>
          </p:nvPr>
        </p:nvSpPr>
        <p:spPr/>
        <p:txBody>
          <a:bodyPr/>
          <a:lstStyle/>
          <a:p>
            <a:r>
              <a:rPr lang="en-US" dirty="0"/>
              <a:t>Reliable Flooding</a:t>
            </a:r>
          </a:p>
        </p:txBody>
      </p:sp>
      <p:sp>
        <p:nvSpPr>
          <p:cNvPr id="3" name="Text Placeholder 2">
            <a:extLst>
              <a:ext uri="{FF2B5EF4-FFF2-40B4-BE49-F238E27FC236}">
                <a16:creationId xmlns:a16="http://schemas.microsoft.com/office/drawing/2014/main" id="{622FDB6E-7D7A-BD52-C8E2-A3692BDF2AF6}"/>
              </a:ext>
            </a:extLst>
          </p:cNvPr>
          <p:cNvSpPr>
            <a:spLocks noGrp="1"/>
          </p:cNvSpPr>
          <p:nvPr>
            <p:ph type="body" idx="1"/>
          </p:nvPr>
        </p:nvSpPr>
        <p:spPr/>
        <p:txBody>
          <a:bodyPr>
            <a:normAutofit fontScale="85000" lnSpcReduction="20000"/>
          </a:bodyPr>
          <a:lstStyle/>
          <a:p>
            <a:r>
              <a:rPr lang="en-US" dirty="0"/>
              <a:t>Goal: Ensure every node have most recent LSP from each node</a:t>
            </a:r>
          </a:p>
          <a:p>
            <a:endParaRPr lang="en-US" dirty="0"/>
          </a:p>
          <a:p>
            <a:r>
              <a:rPr lang="en-US" dirty="0"/>
              <a:t>Forward LSP to all nodes but one that sent it</a:t>
            </a:r>
          </a:p>
          <a:p>
            <a:endParaRPr lang="en-US" dirty="0"/>
          </a:p>
          <a:p>
            <a:r>
              <a:rPr lang="en-US" dirty="0"/>
              <a:t>Send an acknowledgment back to the sending node </a:t>
            </a:r>
          </a:p>
          <a:p>
            <a:endParaRPr lang="en-US" dirty="0"/>
          </a:p>
          <a:p>
            <a:r>
              <a:rPr lang="en-US" dirty="0"/>
              <a:t>Retransmit the LSP if an acknowledgment is not received within a certain time frame</a:t>
            </a:r>
          </a:p>
          <a:p>
            <a:endParaRPr lang="en-US" dirty="0"/>
          </a:p>
          <a:p>
            <a:r>
              <a:rPr lang="en-US" dirty="0"/>
              <a:t>Generate new LSP periodically; increment SEQNO. This helps routers compare updates to determine the newer one </a:t>
            </a:r>
          </a:p>
          <a:p>
            <a:endParaRPr lang="en-US" dirty="0"/>
          </a:p>
          <a:p>
            <a:r>
              <a:rPr lang="en-US" dirty="0"/>
              <a:t>Start SEQNO at 0 when reboot (this creates a host of issues we’ll ignore) </a:t>
            </a:r>
          </a:p>
          <a:p>
            <a:endParaRPr lang="en-US" dirty="0"/>
          </a:p>
          <a:p>
            <a:r>
              <a:rPr lang="en-US" dirty="0"/>
              <a:t>Discard old LSPs after a timeout (e.g. 1 hour)</a:t>
            </a:r>
          </a:p>
        </p:txBody>
      </p:sp>
    </p:spTree>
    <p:extLst>
      <p:ext uri="{BB962C8B-B14F-4D97-AF65-F5344CB8AC3E}">
        <p14:creationId xmlns:p14="http://schemas.microsoft.com/office/powerpoint/2010/main" val="2983654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D1BF78F-2764-A548-ABF1-4B1E42A705DA}"/>
              </a:ext>
            </a:extLst>
          </p:cNvPr>
          <p:cNvGrpSpPr/>
          <p:nvPr/>
        </p:nvGrpSpPr>
        <p:grpSpPr>
          <a:xfrm>
            <a:off x="1088571" y="3643090"/>
            <a:ext cx="1669144" cy="2786743"/>
            <a:chOff x="391885" y="3599543"/>
            <a:chExt cx="1669144" cy="2786743"/>
          </a:xfrm>
        </p:grpSpPr>
        <p:sp>
          <p:nvSpPr>
            <p:cNvPr id="4" name="Oval 3">
              <a:extLst>
                <a:ext uri="{FF2B5EF4-FFF2-40B4-BE49-F238E27FC236}">
                  <a16:creationId xmlns:a16="http://schemas.microsoft.com/office/drawing/2014/main" id="{2D7BEC2C-0D8F-4B40-94FB-EBBC0F3C072B}"/>
                </a:ext>
              </a:extLst>
            </p:cNvPr>
            <p:cNvSpPr/>
            <p:nvPr/>
          </p:nvSpPr>
          <p:spPr>
            <a:xfrm>
              <a:off x="391885" y="3599543"/>
              <a:ext cx="1480458" cy="278674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65DE2F2-C2A0-5A4A-BDC1-ACDB6130E0FD}"/>
                </a:ext>
              </a:extLst>
            </p:cNvPr>
            <p:cNvSpPr/>
            <p:nvPr/>
          </p:nvSpPr>
          <p:spPr>
            <a:xfrm>
              <a:off x="1161143" y="3715658"/>
              <a:ext cx="899886" cy="2583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599703E9-6EB8-4942-9B41-791473B66075}"/>
                </a:ext>
              </a:extLst>
            </p:cNvPr>
            <p:cNvCxnSpPr>
              <a:cxnSpLocks/>
            </p:cNvCxnSpPr>
            <p:nvPr/>
          </p:nvCxnSpPr>
          <p:spPr>
            <a:xfrm>
              <a:off x="1377950" y="3679825"/>
              <a:ext cx="144237" cy="10749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6" name="Title 5">
            <a:extLst>
              <a:ext uri="{FF2B5EF4-FFF2-40B4-BE49-F238E27FC236}">
                <a16:creationId xmlns:a16="http://schemas.microsoft.com/office/drawing/2014/main" id="{5B27BFF1-5DCE-D642-8EFE-FACB1C97EEE0}"/>
              </a:ext>
            </a:extLst>
          </p:cNvPr>
          <p:cNvSpPr>
            <a:spLocks noGrp="1"/>
          </p:cNvSpPr>
          <p:nvPr>
            <p:ph type="title"/>
          </p:nvPr>
        </p:nvSpPr>
        <p:spPr/>
        <p:txBody>
          <a:bodyPr/>
          <a:lstStyle/>
          <a:p>
            <a:r>
              <a:rPr lang="en-US" b="0">
                <a:latin typeface="+mn-lt"/>
              </a:rPr>
              <a:t>Dijkstra’s link-state routing algorithm</a:t>
            </a:r>
          </a:p>
        </p:txBody>
      </p:sp>
      <p:sp>
        <p:nvSpPr>
          <p:cNvPr id="546" name="Slide Number Placeholder 4">
            <a:extLst>
              <a:ext uri="{FF2B5EF4-FFF2-40B4-BE49-F238E27FC236}">
                <a16:creationId xmlns:a16="http://schemas.microsoft.com/office/drawing/2014/main" id="{5DC8F37A-7230-5148-88D9-265AE5AD394E}"/>
              </a:ext>
            </a:extLst>
          </p:cNvPr>
          <p:cNvSpPr>
            <a:spLocks noGrp="1"/>
          </p:cNvSpPr>
          <p:nvPr>
            <p:ph type="sldNum" sz="quarter" idx="4294967295"/>
          </p:nvPr>
        </p:nvSpPr>
        <p:spPr>
          <a:xfrm>
            <a:off x="9448800" y="64436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t>Network Layer: 5-</a:t>
            </a:r>
            <a:fld id="{C4204591-24BD-A542-B9D5-F8D8A88D2FEE}"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1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sp>
        <p:nvSpPr>
          <p:cNvPr id="8" name="Text Box 3">
            <a:extLst>
              <a:ext uri="{FF2B5EF4-FFF2-40B4-BE49-F238E27FC236}">
                <a16:creationId xmlns:a16="http://schemas.microsoft.com/office/drawing/2014/main" id="{E360F75D-37CB-A045-9AC4-50629DAD82D8}"/>
              </a:ext>
            </a:extLst>
          </p:cNvPr>
          <p:cNvSpPr txBox="1">
            <a:spLocks noChangeArrowheads="1"/>
          </p:cNvSpPr>
          <p:nvPr/>
        </p:nvSpPr>
        <p:spPr bwMode="auto">
          <a:xfrm>
            <a:off x="2157412" y="1225689"/>
            <a:ext cx="9799235" cy="24191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90000"/>
              </a:lnSpc>
            </a:pPr>
            <a:r>
              <a:rPr lang="en-US" sz="2000">
                <a:latin typeface="+mn-lt"/>
              </a:rPr>
              <a:t>1  </a:t>
            </a:r>
            <a:r>
              <a:rPr lang="en-US" i="1">
                <a:solidFill>
                  <a:srgbClr val="0000A8"/>
                </a:solidFill>
                <a:latin typeface="+mn-lt"/>
              </a:rPr>
              <a:t>Initialization:</a:t>
            </a:r>
            <a:r>
              <a:rPr lang="en-US">
                <a:solidFill>
                  <a:srgbClr val="0000A8"/>
                </a:solidFill>
                <a:latin typeface="+mn-lt"/>
              </a:rPr>
              <a:t> </a:t>
            </a:r>
          </a:p>
          <a:p>
            <a:pPr>
              <a:lnSpc>
                <a:spcPct val="90000"/>
              </a:lnSpc>
            </a:pPr>
            <a:r>
              <a:rPr lang="en-US">
                <a:latin typeface="+mn-lt"/>
              </a:rPr>
              <a:t>2   </a:t>
            </a:r>
            <a:r>
              <a:rPr lang="en-US" i="1">
                <a:latin typeface="+mn-lt"/>
              </a:rPr>
              <a:t> N</a:t>
            </a:r>
            <a:r>
              <a:rPr lang="en-US" i="1">
                <a:latin typeface="+mn-lt"/>
                <a:cs typeface="Arial" charset="0"/>
              </a:rPr>
              <a:t>'</a:t>
            </a:r>
            <a:r>
              <a:rPr lang="en-US" i="1">
                <a:latin typeface="+mn-lt"/>
              </a:rPr>
              <a:t> </a:t>
            </a:r>
            <a:r>
              <a:rPr lang="en-US">
                <a:latin typeface="+mn-lt"/>
              </a:rPr>
              <a:t>= {</a:t>
            </a:r>
            <a:r>
              <a:rPr lang="en-US" i="1">
                <a:latin typeface="+mn-lt"/>
              </a:rPr>
              <a:t>u</a:t>
            </a:r>
            <a:r>
              <a:rPr lang="en-US">
                <a:latin typeface="+mn-lt"/>
              </a:rPr>
              <a:t>}                               </a:t>
            </a:r>
            <a:r>
              <a:rPr lang="en-US" sz="1600">
                <a:latin typeface="Arial" panose="020B0604020202020204" pitchFamily="34" charset="0"/>
                <a:cs typeface="Arial" panose="020B0604020202020204" pitchFamily="34" charset="0"/>
              </a:rPr>
              <a:t>/* compute </a:t>
            </a:r>
            <a:r>
              <a:rPr lang="en-US" sz="1600"/>
              <a:t>least cost path from u </a:t>
            </a:r>
            <a:r>
              <a:rPr lang="en-US" altLang="ja-JP" sz="1600"/>
              <a:t>to all other nodes */</a:t>
            </a:r>
            <a:endParaRPr lang="en-US">
              <a:latin typeface="+mn-lt"/>
            </a:endParaRPr>
          </a:p>
          <a:p>
            <a:pPr>
              <a:lnSpc>
                <a:spcPct val="90000"/>
              </a:lnSpc>
            </a:pPr>
            <a:r>
              <a:rPr lang="en-US">
                <a:latin typeface="+mn-lt"/>
              </a:rPr>
              <a:t>3    for all nodes </a:t>
            </a:r>
            <a:r>
              <a:rPr lang="en-US" i="1">
                <a:latin typeface="+mn-lt"/>
              </a:rPr>
              <a:t>v</a:t>
            </a:r>
            <a:r>
              <a:rPr lang="en-US">
                <a:latin typeface="+mn-lt"/>
              </a:rPr>
              <a:t> </a:t>
            </a:r>
          </a:p>
          <a:p>
            <a:pPr>
              <a:lnSpc>
                <a:spcPct val="90000"/>
              </a:lnSpc>
            </a:pPr>
            <a:r>
              <a:rPr lang="en-US">
                <a:latin typeface="+mn-lt"/>
              </a:rPr>
              <a:t>4      if </a:t>
            </a:r>
            <a:r>
              <a:rPr lang="en-US" i="1">
                <a:latin typeface="+mn-lt"/>
              </a:rPr>
              <a:t>v</a:t>
            </a:r>
            <a:r>
              <a:rPr lang="en-US">
                <a:latin typeface="+mn-lt"/>
              </a:rPr>
              <a:t> adjacent to </a:t>
            </a:r>
            <a:r>
              <a:rPr lang="en-US" i="1">
                <a:latin typeface="+mn-lt"/>
              </a:rPr>
              <a:t>u</a:t>
            </a:r>
            <a:r>
              <a:rPr lang="en-US">
                <a:latin typeface="+mn-lt"/>
              </a:rPr>
              <a:t>            </a:t>
            </a:r>
            <a:r>
              <a:rPr lang="en-US" sz="1800">
                <a:latin typeface="+mn-lt"/>
              </a:rPr>
              <a:t>/* </a:t>
            </a:r>
            <a:r>
              <a:rPr lang="en-US" sz="1800" i="1">
                <a:latin typeface="+mn-lt"/>
              </a:rPr>
              <a:t>u </a:t>
            </a:r>
            <a:r>
              <a:rPr lang="en-US" sz="1800">
                <a:latin typeface="+mn-lt"/>
              </a:rPr>
              <a:t>initially</a:t>
            </a:r>
            <a:r>
              <a:rPr lang="en-US" sz="1800" i="1">
                <a:latin typeface="+mn-lt"/>
              </a:rPr>
              <a:t> </a:t>
            </a:r>
            <a:r>
              <a:rPr lang="en-US" sz="1800">
                <a:latin typeface="+mn-lt"/>
              </a:rPr>
              <a:t>knows direct-path-cost only to  direct neighbors    */</a:t>
            </a:r>
            <a:endParaRPr lang="en-US">
              <a:latin typeface="+mn-lt"/>
            </a:endParaRPr>
          </a:p>
          <a:p>
            <a:pPr>
              <a:lnSpc>
                <a:spcPct val="90000"/>
              </a:lnSpc>
            </a:pPr>
            <a:r>
              <a:rPr lang="en-US">
                <a:latin typeface="+mn-lt"/>
              </a:rPr>
              <a:t>5          then </a:t>
            </a:r>
            <a:r>
              <a:rPr lang="en-US" i="1">
                <a:latin typeface="+mn-lt"/>
              </a:rPr>
              <a:t>D(v) = c</a:t>
            </a:r>
            <a:r>
              <a:rPr lang="en-US" i="1" baseline="-25000">
                <a:latin typeface="+mn-lt"/>
              </a:rPr>
              <a:t>u,v      </a:t>
            </a:r>
            <a:r>
              <a:rPr lang="en-US" sz="1800" baseline="-25000">
                <a:latin typeface="+mn-lt"/>
              </a:rPr>
              <a:t>             </a:t>
            </a:r>
            <a:r>
              <a:rPr lang="en-US" sz="1800">
                <a:latin typeface="+mn-lt"/>
              </a:rPr>
              <a:t>/* but may not be </a:t>
            </a:r>
            <a:r>
              <a:rPr lang="en-US" sz="1800" i="1">
                <a:latin typeface="+mn-lt"/>
              </a:rPr>
              <a:t>minimum</a:t>
            </a:r>
            <a:r>
              <a:rPr lang="en-US" sz="1800">
                <a:latin typeface="+mn-lt"/>
              </a:rPr>
              <a:t> cost!                                                    */</a:t>
            </a:r>
          </a:p>
          <a:p>
            <a:pPr>
              <a:lnSpc>
                <a:spcPct val="90000"/>
              </a:lnSpc>
            </a:pPr>
            <a:r>
              <a:rPr lang="en-US">
                <a:latin typeface="+mn-lt"/>
              </a:rPr>
              <a:t>6      else </a:t>
            </a:r>
            <a:r>
              <a:rPr lang="en-US" i="1">
                <a:latin typeface="+mn-lt"/>
              </a:rPr>
              <a:t>D(v) </a:t>
            </a:r>
            <a:r>
              <a:rPr lang="en-US">
                <a:latin typeface="+mn-lt"/>
              </a:rPr>
              <a:t>= </a:t>
            </a:r>
            <a:r>
              <a:rPr lang="en-US">
                <a:latin typeface="+mn-lt"/>
                <a:cs typeface="Arial" charset="0"/>
              </a:rPr>
              <a:t>∞</a:t>
            </a:r>
            <a:r>
              <a:rPr lang="en-US">
                <a:latin typeface="+mn-lt"/>
              </a:rPr>
              <a:t> </a:t>
            </a:r>
          </a:p>
          <a:p>
            <a:pPr>
              <a:lnSpc>
                <a:spcPct val="90000"/>
              </a:lnSpc>
            </a:pPr>
            <a:r>
              <a:rPr lang="en-US">
                <a:latin typeface="+mn-lt"/>
              </a:rPr>
              <a:t>7 </a:t>
            </a:r>
          </a:p>
        </p:txBody>
      </p:sp>
      <p:sp>
        <p:nvSpPr>
          <p:cNvPr id="16" name="Text Box 3">
            <a:extLst>
              <a:ext uri="{FF2B5EF4-FFF2-40B4-BE49-F238E27FC236}">
                <a16:creationId xmlns:a16="http://schemas.microsoft.com/office/drawing/2014/main" id="{E6A5B365-6E84-8F48-A98B-CE54B371702B}"/>
              </a:ext>
            </a:extLst>
          </p:cNvPr>
          <p:cNvSpPr txBox="1">
            <a:spLocks noChangeArrowheads="1"/>
          </p:cNvSpPr>
          <p:nvPr/>
        </p:nvSpPr>
        <p:spPr bwMode="auto">
          <a:xfrm>
            <a:off x="2179184" y="3194942"/>
            <a:ext cx="3075073" cy="3416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endParaRPr lang="en-US">
              <a:latin typeface="+mn-lt"/>
            </a:endParaRPr>
          </a:p>
          <a:p>
            <a:r>
              <a:rPr lang="en-US">
                <a:solidFill>
                  <a:srgbClr val="0000A8"/>
                </a:solidFill>
                <a:latin typeface="+mn-lt"/>
              </a:rPr>
              <a:t>8   </a:t>
            </a:r>
            <a:r>
              <a:rPr lang="en-US" i="1">
                <a:solidFill>
                  <a:srgbClr val="0000A8"/>
                </a:solidFill>
                <a:latin typeface="+mn-lt"/>
              </a:rPr>
              <a:t>Loop </a:t>
            </a:r>
            <a:endParaRPr lang="en-US">
              <a:solidFill>
                <a:srgbClr val="0000A8"/>
              </a:solidFill>
              <a:latin typeface="+mn-lt"/>
            </a:endParaRPr>
          </a:p>
          <a:p>
            <a:r>
              <a:rPr lang="en-US">
                <a:latin typeface="+mn-lt"/>
              </a:rPr>
              <a:t>9     </a:t>
            </a:r>
          </a:p>
          <a:p>
            <a:r>
              <a:rPr lang="en-US">
                <a:latin typeface="+mn-lt"/>
              </a:rPr>
              <a:t>10    </a:t>
            </a:r>
          </a:p>
          <a:p>
            <a:r>
              <a:rPr lang="en-US">
                <a:latin typeface="+mn-lt"/>
              </a:rPr>
              <a:t>11</a:t>
            </a:r>
          </a:p>
          <a:p>
            <a:r>
              <a:rPr lang="en-US">
                <a:latin typeface="+mn-lt"/>
              </a:rPr>
              <a:t>12</a:t>
            </a:r>
            <a:endParaRPr lang="en-US" b="1">
              <a:solidFill>
                <a:srgbClr val="CC0000"/>
              </a:solidFill>
              <a:latin typeface="+mn-lt"/>
            </a:endParaRPr>
          </a:p>
          <a:p>
            <a:r>
              <a:rPr lang="en-US">
                <a:latin typeface="+mn-lt"/>
              </a:rPr>
              <a:t>13</a:t>
            </a:r>
          </a:p>
          <a:p>
            <a:r>
              <a:rPr lang="en-US">
                <a:latin typeface="+mn-lt"/>
              </a:rPr>
              <a:t>14</a:t>
            </a:r>
          </a:p>
          <a:p>
            <a:r>
              <a:rPr lang="en-US" b="1">
                <a:solidFill>
                  <a:srgbClr val="0000A8"/>
                </a:solidFill>
                <a:latin typeface="+mn-lt"/>
              </a:rPr>
              <a:t>15  </a:t>
            </a:r>
            <a:r>
              <a:rPr lang="en-US" i="1">
                <a:solidFill>
                  <a:srgbClr val="0000A8"/>
                </a:solidFill>
                <a:latin typeface="+mn-lt"/>
              </a:rPr>
              <a:t>until all nodes in N</a:t>
            </a:r>
            <a:r>
              <a:rPr lang="en-US" i="1">
                <a:solidFill>
                  <a:srgbClr val="0000A8"/>
                </a:solidFill>
                <a:latin typeface="+mn-lt"/>
                <a:cs typeface="Arial" charset="0"/>
              </a:rPr>
              <a:t>'</a:t>
            </a:r>
            <a:r>
              <a:rPr lang="en-US">
                <a:solidFill>
                  <a:srgbClr val="0000A8"/>
                </a:solidFill>
                <a:latin typeface="+mn-lt"/>
              </a:rPr>
              <a:t> </a:t>
            </a:r>
          </a:p>
        </p:txBody>
      </p:sp>
      <p:sp>
        <p:nvSpPr>
          <p:cNvPr id="17" name="Text Box 3">
            <a:extLst>
              <a:ext uri="{FF2B5EF4-FFF2-40B4-BE49-F238E27FC236}">
                <a16:creationId xmlns:a16="http://schemas.microsoft.com/office/drawing/2014/main" id="{C3FDD5E0-11CC-FC44-8118-718358E5438B}"/>
              </a:ext>
            </a:extLst>
          </p:cNvPr>
          <p:cNvSpPr txBox="1">
            <a:spLocks noChangeArrowheads="1"/>
          </p:cNvSpPr>
          <p:nvPr/>
        </p:nvSpPr>
        <p:spPr bwMode="auto">
          <a:xfrm>
            <a:off x="2767012" y="3546934"/>
            <a:ext cx="7463582" cy="2657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endParaRPr lang="en-US">
              <a:latin typeface="+mn-lt"/>
            </a:endParaRPr>
          </a:p>
          <a:p>
            <a:r>
              <a:rPr lang="en-US">
                <a:latin typeface="+mn-lt"/>
              </a:rPr>
              <a:t>find </a:t>
            </a:r>
            <a:r>
              <a:rPr lang="en-US" i="1">
                <a:latin typeface="+mn-lt"/>
              </a:rPr>
              <a:t>w</a:t>
            </a:r>
            <a:r>
              <a:rPr lang="en-US">
                <a:latin typeface="+mn-lt"/>
              </a:rPr>
              <a:t> not in </a:t>
            </a:r>
            <a:r>
              <a:rPr lang="en-US" i="1">
                <a:latin typeface="+mn-lt"/>
              </a:rPr>
              <a:t>N</a:t>
            </a:r>
            <a:r>
              <a:rPr lang="en-US" i="1">
                <a:latin typeface="+mn-lt"/>
                <a:cs typeface="Arial" charset="0"/>
              </a:rPr>
              <a:t>'</a:t>
            </a:r>
            <a:r>
              <a:rPr lang="en-US" i="1">
                <a:latin typeface="+mn-lt"/>
              </a:rPr>
              <a:t> </a:t>
            </a:r>
            <a:r>
              <a:rPr lang="en-US">
                <a:latin typeface="+mn-lt"/>
              </a:rPr>
              <a:t>such that </a:t>
            </a:r>
            <a:r>
              <a:rPr lang="en-US" i="1">
                <a:latin typeface="+mn-lt"/>
              </a:rPr>
              <a:t>D(w) </a:t>
            </a:r>
            <a:r>
              <a:rPr lang="en-US">
                <a:latin typeface="+mn-lt"/>
              </a:rPr>
              <a:t>is a minimum </a:t>
            </a:r>
          </a:p>
          <a:p>
            <a:r>
              <a:rPr lang="en-US">
                <a:latin typeface="+mn-lt"/>
              </a:rPr>
              <a:t>add </a:t>
            </a:r>
            <a:r>
              <a:rPr lang="en-US" i="1">
                <a:latin typeface="+mn-lt"/>
              </a:rPr>
              <a:t>w</a:t>
            </a:r>
            <a:r>
              <a:rPr lang="en-US">
                <a:latin typeface="+mn-lt"/>
              </a:rPr>
              <a:t> to </a:t>
            </a:r>
            <a:r>
              <a:rPr lang="en-US" i="1">
                <a:latin typeface="+mn-lt"/>
              </a:rPr>
              <a:t>N</a:t>
            </a:r>
            <a:r>
              <a:rPr lang="en-US" i="1">
                <a:latin typeface="+mn-lt"/>
                <a:cs typeface="Arial" charset="0"/>
              </a:rPr>
              <a:t>'</a:t>
            </a:r>
            <a:r>
              <a:rPr lang="en-US" i="1">
                <a:latin typeface="+mn-lt"/>
              </a:rPr>
              <a:t> </a:t>
            </a:r>
          </a:p>
          <a:p>
            <a:r>
              <a:rPr lang="en-US">
                <a:latin typeface="+mn-lt"/>
              </a:rPr>
              <a:t>update </a:t>
            </a:r>
            <a:r>
              <a:rPr lang="en-US" i="1">
                <a:latin typeface="+mn-lt"/>
              </a:rPr>
              <a:t>D(v) </a:t>
            </a:r>
            <a:r>
              <a:rPr lang="en-US">
                <a:latin typeface="+mn-lt"/>
              </a:rPr>
              <a:t>for all</a:t>
            </a:r>
            <a:r>
              <a:rPr lang="en-US" i="1">
                <a:latin typeface="+mn-lt"/>
              </a:rPr>
              <a:t> v </a:t>
            </a:r>
            <a:r>
              <a:rPr lang="en-US">
                <a:latin typeface="+mn-lt"/>
              </a:rPr>
              <a:t>adjacent to </a:t>
            </a:r>
            <a:r>
              <a:rPr lang="en-US" i="1">
                <a:latin typeface="+mn-lt"/>
              </a:rPr>
              <a:t>w</a:t>
            </a:r>
            <a:r>
              <a:rPr lang="en-US">
                <a:latin typeface="+mn-lt"/>
              </a:rPr>
              <a:t> and not in </a:t>
            </a:r>
            <a:r>
              <a:rPr lang="en-US" i="1">
                <a:latin typeface="+mn-lt"/>
              </a:rPr>
              <a:t>N</a:t>
            </a:r>
            <a:r>
              <a:rPr lang="en-US" i="1">
                <a:latin typeface="+mn-lt"/>
                <a:cs typeface="Arial" charset="0"/>
              </a:rPr>
              <a:t>'</a:t>
            </a:r>
            <a:r>
              <a:rPr lang="en-US" i="1">
                <a:latin typeface="+mn-lt"/>
              </a:rPr>
              <a:t> </a:t>
            </a:r>
            <a:r>
              <a:rPr lang="en-US">
                <a:latin typeface="+mn-lt"/>
              </a:rPr>
              <a:t>: </a:t>
            </a:r>
          </a:p>
          <a:p>
            <a:r>
              <a:rPr lang="en-US" b="1" i="1">
                <a:solidFill>
                  <a:srgbClr val="CC0000"/>
                </a:solidFill>
                <a:latin typeface="+mn-lt"/>
              </a:rPr>
              <a:t>     D(v) = </a:t>
            </a:r>
            <a:r>
              <a:rPr lang="en-US" b="1">
                <a:solidFill>
                  <a:srgbClr val="CC0000"/>
                </a:solidFill>
                <a:latin typeface="+mn-lt"/>
              </a:rPr>
              <a:t>min</a:t>
            </a:r>
            <a:r>
              <a:rPr lang="en-US" b="1" i="1">
                <a:solidFill>
                  <a:srgbClr val="CC0000"/>
                </a:solidFill>
                <a:latin typeface="+mn-lt"/>
              </a:rPr>
              <a:t> </a:t>
            </a:r>
            <a:r>
              <a:rPr lang="en-US" b="1">
                <a:solidFill>
                  <a:srgbClr val="CC0000"/>
                </a:solidFill>
                <a:latin typeface="+mn-lt"/>
              </a:rPr>
              <a:t>( </a:t>
            </a:r>
            <a:r>
              <a:rPr lang="en-US" b="1" i="1">
                <a:solidFill>
                  <a:srgbClr val="CC0000"/>
                </a:solidFill>
                <a:latin typeface="+mn-lt"/>
              </a:rPr>
              <a:t>D(v),  D(w) + c</a:t>
            </a:r>
            <a:r>
              <a:rPr lang="en-US" b="1" i="1" baseline="-25000">
                <a:solidFill>
                  <a:srgbClr val="CC0000"/>
                </a:solidFill>
                <a:latin typeface="+mn-lt"/>
              </a:rPr>
              <a:t>w,v  </a:t>
            </a:r>
            <a:r>
              <a:rPr lang="en-US" b="1">
                <a:solidFill>
                  <a:srgbClr val="CC0000"/>
                </a:solidFill>
                <a:latin typeface="+mn-lt"/>
              </a:rPr>
              <a:t>)</a:t>
            </a:r>
            <a:r>
              <a:rPr lang="en-US" b="1" i="1">
                <a:solidFill>
                  <a:srgbClr val="CC0000"/>
                </a:solidFill>
                <a:latin typeface="+mn-lt"/>
              </a:rPr>
              <a:t> </a:t>
            </a:r>
          </a:p>
          <a:p>
            <a:pPr>
              <a:spcBef>
                <a:spcPts val="400"/>
              </a:spcBef>
            </a:pPr>
            <a:r>
              <a:rPr lang="en-US" sz="2000">
                <a:latin typeface="+mn-lt"/>
              </a:rPr>
              <a:t>/* new least-path-cost to </a:t>
            </a:r>
            <a:r>
              <a:rPr lang="en-US" sz="2000" i="1">
                <a:latin typeface="+mn-lt"/>
              </a:rPr>
              <a:t>v </a:t>
            </a:r>
            <a:r>
              <a:rPr lang="en-US" sz="2000">
                <a:latin typeface="+mn-lt"/>
              </a:rPr>
              <a:t>is either old least-cost-path to</a:t>
            </a:r>
            <a:r>
              <a:rPr lang="en-US" sz="2000" i="1">
                <a:latin typeface="+mn-lt"/>
              </a:rPr>
              <a:t> v </a:t>
            </a:r>
            <a:r>
              <a:rPr lang="en-US" sz="2000">
                <a:latin typeface="+mn-lt"/>
              </a:rPr>
              <a:t>or known </a:t>
            </a:r>
          </a:p>
          <a:p>
            <a:pPr>
              <a:spcBef>
                <a:spcPts val="400"/>
              </a:spcBef>
            </a:pPr>
            <a:r>
              <a:rPr lang="en-US" sz="2000">
                <a:latin typeface="+mn-lt"/>
              </a:rPr>
              <a:t>least-cost-path to </a:t>
            </a:r>
            <a:r>
              <a:rPr lang="en-US" sz="2000" i="1">
                <a:latin typeface="+mn-lt"/>
              </a:rPr>
              <a:t>w</a:t>
            </a:r>
            <a:r>
              <a:rPr lang="en-US" sz="2000">
                <a:latin typeface="+mn-lt"/>
              </a:rPr>
              <a:t> plus direct-cost from </a:t>
            </a:r>
            <a:r>
              <a:rPr lang="en-US" sz="2000" i="1">
                <a:latin typeface="+mn-lt"/>
              </a:rPr>
              <a:t>w</a:t>
            </a:r>
            <a:r>
              <a:rPr lang="en-US" sz="2000">
                <a:latin typeface="+mn-lt"/>
              </a:rPr>
              <a:t> to </a:t>
            </a:r>
            <a:r>
              <a:rPr lang="en-US" sz="2000" i="1">
                <a:latin typeface="+mn-lt"/>
              </a:rPr>
              <a:t>v</a:t>
            </a:r>
            <a:r>
              <a:rPr lang="en-US" sz="2000">
                <a:latin typeface="+mn-lt"/>
              </a:rPr>
              <a:t> */ </a:t>
            </a:r>
          </a:p>
        </p:txBody>
      </p:sp>
    </p:spTree>
    <p:extLst>
      <p:ext uri="{BB962C8B-B14F-4D97-AF65-F5344CB8AC3E}">
        <p14:creationId xmlns:p14="http://schemas.microsoft.com/office/powerpoint/2010/main" val="2178218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dissolve">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P spid="1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B27BFF1-5DCE-D642-8EFE-FACB1C97EEE0}"/>
              </a:ext>
            </a:extLst>
          </p:cNvPr>
          <p:cNvSpPr>
            <a:spLocks noGrp="1"/>
          </p:cNvSpPr>
          <p:nvPr>
            <p:ph type="title"/>
          </p:nvPr>
        </p:nvSpPr>
        <p:spPr/>
        <p:txBody>
          <a:bodyPr/>
          <a:lstStyle/>
          <a:p>
            <a:r>
              <a:rPr lang="en-US" b="0">
                <a:latin typeface="+mn-lt"/>
              </a:rPr>
              <a:t>Dijkstra’s algorithm: an example</a:t>
            </a:r>
          </a:p>
        </p:txBody>
      </p:sp>
      <p:sp>
        <p:nvSpPr>
          <p:cNvPr id="498" name="Text Box 6">
            <a:extLst>
              <a:ext uri="{FF2B5EF4-FFF2-40B4-BE49-F238E27FC236}">
                <a16:creationId xmlns:a16="http://schemas.microsoft.com/office/drawing/2014/main" id="{64BB3F8B-CE19-1C41-B2C9-B564AF1B5BB5}"/>
              </a:ext>
            </a:extLst>
          </p:cNvPr>
          <p:cNvSpPr txBox="1">
            <a:spLocks noChangeArrowheads="1"/>
          </p:cNvSpPr>
          <p:nvPr/>
        </p:nvSpPr>
        <p:spPr bwMode="auto">
          <a:xfrm>
            <a:off x="13837414" y="2958717"/>
            <a:ext cx="1284288" cy="1616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D(w),p(w)</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5,u</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4,x</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3,y</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3,y</a:t>
            </a:r>
          </a:p>
        </p:txBody>
      </p:sp>
      <p:sp>
        <p:nvSpPr>
          <p:cNvPr id="246" name="Text Box 3">
            <a:extLst>
              <a:ext uri="{FF2B5EF4-FFF2-40B4-BE49-F238E27FC236}">
                <a16:creationId xmlns:a16="http://schemas.microsoft.com/office/drawing/2014/main" id="{B903AE0C-4346-CF44-9481-037FB37A3981}"/>
              </a:ext>
            </a:extLst>
          </p:cNvPr>
          <p:cNvSpPr txBox="1">
            <a:spLocks noChangeArrowheads="1"/>
          </p:cNvSpPr>
          <p:nvPr/>
        </p:nvSpPr>
        <p:spPr bwMode="auto">
          <a:xfrm>
            <a:off x="757483" y="1750683"/>
            <a:ext cx="675043" cy="21547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Step</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0</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1</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2</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3</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4</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5</a:t>
            </a:r>
          </a:p>
        </p:txBody>
      </p:sp>
      <p:sp>
        <p:nvSpPr>
          <p:cNvPr id="247" name="Text Box 4">
            <a:extLst>
              <a:ext uri="{FF2B5EF4-FFF2-40B4-BE49-F238E27FC236}">
                <a16:creationId xmlns:a16="http://schemas.microsoft.com/office/drawing/2014/main" id="{940B6AB4-2B9C-424D-9073-90B490CA145F}"/>
              </a:ext>
            </a:extLst>
          </p:cNvPr>
          <p:cNvSpPr txBox="1">
            <a:spLocks noChangeArrowheads="1"/>
          </p:cNvSpPr>
          <p:nvPr/>
        </p:nvSpPr>
        <p:spPr bwMode="auto">
          <a:xfrm>
            <a:off x="2296034" y="1759904"/>
            <a:ext cx="401629" cy="387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N</a:t>
            </a:r>
            <a:r>
              <a:rPr kumimoji="0" lang="en-US" sz="2000" b="0" i="0" u="none" strike="noStrike" kern="0" cap="none" spc="0" normalizeH="0" baseline="0" noProof="0">
                <a:ln>
                  <a:noFill/>
                </a:ln>
                <a:solidFill>
                  <a:srgbClr val="000000"/>
                </a:solidFill>
                <a:effectLst/>
                <a:uLnTx/>
                <a:uFillTx/>
                <a:latin typeface="Arial" charset="0"/>
                <a:ea typeface="ＭＳ Ｐゴシック" charset="0"/>
                <a:cs typeface="Arial" charset="0"/>
              </a:rPr>
              <a:t>'</a:t>
            </a:r>
          </a:p>
        </p:txBody>
      </p:sp>
      <p:sp>
        <p:nvSpPr>
          <p:cNvPr id="248" name="Text Box 5">
            <a:extLst>
              <a:ext uri="{FF2B5EF4-FFF2-40B4-BE49-F238E27FC236}">
                <a16:creationId xmlns:a16="http://schemas.microsoft.com/office/drawing/2014/main" id="{BFC5A1B4-9A1A-8748-B5FA-043233C160A8}"/>
              </a:ext>
            </a:extLst>
          </p:cNvPr>
          <p:cNvSpPr txBox="1">
            <a:spLocks noChangeArrowheads="1"/>
          </p:cNvSpPr>
          <p:nvPr/>
        </p:nvSpPr>
        <p:spPr bwMode="auto">
          <a:xfrm>
            <a:off x="3179903" y="1730257"/>
            <a:ext cx="1127685" cy="387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D(v),p(v)</a:t>
            </a:r>
          </a:p>
        </p:txBody>
      </p:sp>
      <p:sp>
        <p:nvSpPr>
          <p:cNvPr id="250" name="Text Box 7">
            <a:extLst>
              <a:ext uri="{FF2B5EF4-FFF2-40B4-BE49-F238E27FC236}">
                <a16:creationId xmlns:a16="http://schemas.microsoft.com/office/drawing/2014/main" id="{134AE2AD-F4F6-A646-BCC7-1F2E0A23EDC2}"/>
              </a:ext>
            </a:extLst>
          </p:cNvPr>
          <p:cNvSpPr txBox="1">
            <a:spLocks noChangeArrowheads="1"/>
          </p:cNvSpPr>
          <p:nvPr/>
        </p:nvSpPr>
        <p:spPr bwMode="auto">
          <a:xfrm>
            <a:off x="5666627" y="1730256"/>
            <a:ext cx="1127686" cy="387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D(x),p(x)</a:t>
            </a:r>
          </a:p>
        </p:txBody>
      </p:sp>
      <p:sp>
        <p:nvSpPr>
          <p:cNvPr id="251" name="Text Box 8">
            <a:extLst>
              <a:ext uri="{FF2B5EF4-FFF2-40B4-BE49-F238E27FC236}">
                <a16:creationId xmlns:a16="http://schemas.microsoft.com/office/drawing/2014/main" id="{A27983AD-A090-0449-BF43-DC6600055B40}"/>
              </a:ext>
            </a:extLst>
          </p:cNvPr>
          <p:cNvSpPr txBox="1">
            <a:spLocks noChangeArrowheads="1"/>
          </p:cNvSpPr>
          <p:nvPr/>
        </p:nvSpPr>
        <p:spPr bwMode="auto">
          <a:xfrm>
            <a:off x="6929805" y="1741461"/>
            <a:ext cx="1127686" cy="387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D(y),p(y)</a:t>
            </a:r>
          </a:p>
        </p:txBody>
      </p:sp>
      <p:sp>
        <p:nvSpPr>
          <p:cNvPr id="252" name="Text Box 9">
            <a:extLst>
              <a:ext uri="{FF2B5EF4-FFF2-40B4-BE49-F238E27FC236}">
                <a16:creationId xmlns:a16="http://schemas.microsoft.com/office/drawing/2014/main" id="{297C2219-5295-1C4F-BC52-FD72360100DB}"/>
              </a:ext>
            </a:extLst>
          </p:cNvPr>
          <p:cNvSpPr txBox="1">
            <a:spLocks noChangeArrowheads="1"/>
          </p:cNvSpPr>
          <p:nvPr/>
        </p:nvSpPr>
        <p:spPr bwMode="auto">
          <a:xfrm>
            <a:off x="8178699" y="1741461"/>
            <a:ext cx="1127685" cy="387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D(z),p(z)</a:t>
            </a:r>
          </a:p>
        </p:txBody>
      </p:sp>
      <p:sp>
        <p:nvSpPr>
          <p:cNvPr id="253" name="Line 10">
            <a:extLst>
              <a:ext uri="{FF2B5EF4-FFF2-40B4-BE49-F238E27FC236}">
                <a16:creationId xmlns:a16="http://schemas.microsoft.com/office/drawing/2014/main" id="{D9A0E014-3E4B-AA48-86C7-6D4E4AE592F4}"/>
              </a:ext>
            </a:extLst>
          </p:cNvPr>
          <p:cNvSpPr>
            <a:spLocks noChangeShapeType="1"/>
          </p:cNvSpPr>
          <p:nvPr/>
        </p:nvSpPr>
        <p:spPr bwMode="auto">
          <a:xfrm>
            <a:off x="874288" y="2090345"/>
            <a:ext cx="8127825" cy="9222"/>
          </a:xfrm>
          <a:prstGeom prst="line">
            <a:avLst/>
          </a:prstGeom>
          <a:noFill/>
          <a:ln w="28575">
            <a:solidFill>
              <a:srgbClr val="3333CC"/>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259" name="Group 16">
            <a:extLst>
              <a:ext uri="{FF2B5EF4-FFF2-40B4-BE49-F238E27FC236}">
                <a16:creationId xmlns:a16="http://schemas.microsoft.com/office/drawing/2014/main" id="{F6D427A6-9405-2D4E-BC72-78E69E64A628}"/>
              </a:ext>
            </a:extLst>
          </p:cNvPr>
          <p:cNvGrpSpPr>
            <a:grpSpLocks/>
          </p:cNvGrpSpPr>
          <p:nvPr/>
        </p:nvGrpSpPr>
        <p:grpSpPr bwMode="auto">
          <a:xfrm>
            <a:off x="38100" y="4141571"/>
            <a:ext cx="3413140" cy="2165540"/>
            <a:chOff x="3162" y="1071"/>
            <a:chExt cx="2250" cy="1409"/>
          </a:xfrm>
        </p:grpSpPr>
        <p:sp>
          <p:nvSpPr>
            <p:cNvPr id="260" name="Freeform 17">
              <a:extLst>
                <a:ext uri="{FF2B5EF4-FFF2-40B4-BE49-F238E27FC236}">
                  <a16:creationId xmlns:a16="http://schemas.microsoft.com/office/drawing/2014/main" id="{B59803F6-669E-C147-9AA7-07A510F23C39}"/>
                </a:ext>
              </a:extLst>
            </p:cNvPr>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CE0FA"/>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61" name="Freeform 18">
              <a:extLst>
                <a:ext uri="{FF2B5EF4-FFF2-40B4-BE49-F238E27FC236}">
                  <a16:creationId xmlns:a16="http://schemas.microsoft.com/office/drawing/2014/main" id="{4CE8143F-BB5D-1548-A2D1-0B3C05E2D172}"/>
                </a:ext>
              </a:extLst>
            </p:cNvPr>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62" name="Oval 19">
              <a:extLst>
                <a:ext uri="{FF2B5EF4-FFF2-40B4-BE49-F238E27FC236}">
                  <a16:creationId xmlns:a16="http://schemas.microsoft.com/office/drawing/2014/main" id="{CB2328B2-500E-0643-881F-169F140BD4A3}"/>
                </a:ext>
              </a:extLst>
            </p:cNvPr>
            <p:cNvSpPr>
              <a:spLocks noChangeArrowheads="1"/>
            </p:cNvSpPr>
            <p:nvPr/>
          </p:nvSpPr>
          <p:spPr bwMode="auto">
            <a:xfrm>
              <a:off x="3238" y="1862"/>
              <a:ext cx="313" cy="8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63" name="Line 20">
              <a:extLst>
                <a:ext uri="{FF2B5EF4-FFF2-40B4-BE49-F238E27FC236}">
                  <a16:creationId xmlns:a16="http://schemas.microsoft.com/office/drawing/2014/main" id="{EC0FDC3E-2336-EF44-B445-144049FF3B49}"/>
                </a:ext>
              </a:extLst>
            </p:cNvPr>
            <p:cNvSpPr>
              <a:spLocks noChangeShapeType="1"/>
            </p:cNvSpPr>
            <p:nvPr/>
          </p:nvSpPr>
          <p:spPr bwMode="auto">
            <a:xfrm>
              <a:off x="3238" y="1855"/>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64" name="Line 21">
              <a:extLst>
                <a:ext uri="{FF2B5EF4-FFF2-40B4-BE49-F238E27FC236}">
                  <a16:creationId xmlns:a16="http://schemas.microsoft.com/office/drawing/2014/main" id="{07B5F04F-0C18-CE48-93A1-4B267BBE4FAF}"/>
                </a:ext>
              </a:extLst>
            </p:cNvPr>
            <p:cNvSpPr>
              <a:spLocks noChangeShapeType="1"/>
            </p:cNvSpPr>
            <p:nvPr/>
          </p:nvSpPr>
          <p:spPr bwMode="auto">
            <a:xfrm>
              <a:off x="3551" y="1855"/>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65" name="Rectangle 22">
              <a:extLst>
                <a:ext uri="{FF2B5EF4-FFF2-40B4-BE49-F238E27FC236}">
                  <a16:creationId xmlns:a16="http://schemas.microsoft.com/office/drawing/2014/main" id="{0C43506A-1E78-F54A-910F-D37EBC1EF67F}"/>
                </a:ext>
              </a:extLst>
            </p:cNvPr>
            <p:cNvSpPr>
              <a:spLocks noChangeArrowheads="1"/>
            </p:cNvSpPr>
            <p:nvPr/>
          </p:nvSpPr>
          <p:spPr bwMode="auto">
            <a:xfrm>
              <a:off x="3238" y="1855"/>
              <a:ext cx="310"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66" name="Oval 23">
              <a:extLst>
                <a:ext uri="{FF2B5EF4-FFF2-40B4-BE49-F238E27FC236}">
                  <a16:creationId xmlns:a16="http://schemas.microsoft.com/office/drawing/2014/main" id="{27A71FF2-F42F-2844-AC5E-37F186F80F5F}"/>
                </a:ext>
              </a:extLst>
            </p:cNvPr>
            <p:cNvSpPr>
              <a:spLocks noChangeArrowheads="1"/>
            </p:cNvSpPr>
            <p:nvPr/>
          </p:nvSpPr>
          <p:spPr bwMode="auto">
            <a:xfrm>
              <a:off x="3235" y="1796"/>
              <a:ext cx="313" cy="95"/>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67" name="Oval 24">
              <a:extLst>
                <a:ext uri="{FF2B5EF4-FFF2-40B4-BE49-F238E27FC236}">
                  <a16:creationId xmlns:a16="http://schemas.microsoft.com/office/drawing/2014/main" id="{9C47D8B7-EC1D-C743-87B3-403B84D4AD21}"/>
                </a:ext>
              </a:extLst>
            </p:cNvPr>
            <p:cNvSpPr>
              <a:spLocks noChangeArrowheads="1"/>
            </p:cNvSpPr>
            <p:nvPr/>
          </p:nvSpPr>
          <p:spPr bwMode="auto">
            <a:xfrm>
              <a:off x="3712" y="2249"/>
              <a:ext cx="313" cy="8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68" name="Line 25">
              <a:extLst>
                <a:ext uri="{FF2B5EF4-FFF2-40B4-BE49-F238E27FC236}">
                  <a16:creationId xmlns:a16="http://schemas.microsoft.com/office/drawing/2014/main" id="{BEC31F1C-3B0C-3040-AD04-6FCA0D057A34}"/>
                </a:ext>
              </a:extLst>
            </p:cNvPr>
            <p:cNvSpPr>
              <a:spLocks noChangeShapeType="1"/>
            </p:cNvSpPr>
            <p:nvPr/>
          </p:nvSpPr>
          <p:spPr bwMode="auto">
            <a:xfrm>
              <a:off x="3712" y="2242"/>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69" name="Line 26">
              <a:extLst>
                <a:ext uri="{FF2B5EF4-FFF2-40B4-BE49-F238E27FC236}">
                  <a16:creationId xmlns:a16="http://schemas.microsoft.com/office/drawing/2014/main" id="{56212EB3-C962-DA44-8730-7936B2191ABD}"/>
                </a:ext>
              </a:extLst>
            </p:cNvPr>
            <p:cNvSpPr>
              <a:spLocks noChangeShapeType="1"/>
            </p:cNvSpPr>
            <p:nvPr/>
          </p:nvSpPr>
          <p:spPr bwMode="auto">
            <a:xfrm>
              <a:off x="4025" y="2242"/>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70" name="Rectangle 27">
              <a:extLst>
                <a:ext uri="{FF2B5EF4-FFF2-40B4-BE49-F238E27FC236}">
                  <a16:creationId xmlns:a16="http://schemas.microsoft.com/office/drawing/2014/main" id="{70DA0FF6-1A2B-FA4D-8CF4-CF4512C72289}"/>
                </a:ext>
              </a:extLst>
            </p:cNvPr>
            <p:cNvSpPr>
              <a:spLocks noChangeArrowheads="1"/>
            </p:cNvSpPr>
            <p:nvPr/>
          </p:nvSpPr>
          <p:spPr bwMode="auto">
            <a:xfrm>
              <a:off x="3712" y="2242"/>
              <a:ext cx="310"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71" name="Oval 28">
              <a:extLst>
                <a:ext uri="{FF2B5EF4-FFF2-40B4-BE49-F238E27FC236}">
                  <a16:creationId xmlns:a16="http://schemas.microsoft.com/office/drawing/2014/main" id="{91BA553D-89DC-1440-84C3-F0FFE0B7EE06}"/>
                </a:ext>
              </a:extLst>
            </p:cNvPr>
            <p:cNvSpPr>
              <a:spLocks noChangeArrowheads="1"/>
            </p:cNvSpPr>
            <p:nvPr/>
          </p:nvSpPr>
          <p:spPr bwMode="auto">
            <a:xfrm>
              <a:off x="3709" y="2183"/>
              <a:ext cx="313" cy="95"/>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72" name="Oval 29">
              <a:extLst>
                <a:ext uri="{FF2B5EF4-FFF2-40B4-BE49-F238E27FC236}">
                  <a16:creationId xmlns:a16="http://schemas.microsoft.com/office/drawing/2014/main" id="{5F155988-DD8E-7949-85F9-F8B730D85581}"/>
                </a:ext>
              </a:extLst>
            </p:cNvPr>
            <p:cNvSpPr>
              <a:spLocks noChangeArrowheads="1"/>
            </p:cNvSpPr>
            <p:nvPr/>
          </p:nvSpPr>
          <p:spPr bwMode="auto">
            <a:xfrm>
              <a:off x="3708" y="1559"/>
              <a:ext cx="313" cy="8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73" name="Line 30">
              <a:extLst>
                <a:ext uri="{FF2B5EF4-FFF2-40B4-BE49-F238E27FC236}">
                  <a16:creationId xmlns:a16="http://schemas.microsoft.com/office/drawing/2014/main" id="{007AA526-21E2-1449-A457-DC487F6259BF}"/>
                </a:ext>
              </a:extLst>
            </p:cNvPr>
            <p:cNvSpPr>
              <a:spLocks noChangeShapeType="1"/>
            </p:cNvSpPr>
            <p:nvPr/>
          </p:nvSpPr>
          <p:spPr bwMode="auto">
            <a:xfrm>
              <a:off x="3708" y="1552"/>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74" name="Line 31">
              <a:extLst>
                <a:ext uri="{FF2B5EF4-FFF2-40B4-BE49-F238E27FC236}">
                  <a16:creationId xmlns:a16="http://schemas.microsoft.com/office/drawing/2014/main" id="{A7D6DEE1-2254-2340-92B2-4425F8E4149C}"/>
                </a:ext>
              </a:extLst>
            </p:cNvPr>
            <p:cNvSpPr>
              <a:spLocks noChangeShapeType="1"/>
            </p:cNvSpPr>
            <p:nvPr/>
          </p:nvSpPr>
          <p:spPr bwMode="auto">
            <a:xfrm>
              <a:off x="4021" y="1552"/>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75" name="Rectangle 32">
              <a:extLst>
                <a:ext uri="{FF2B5EF4-FFF2-40B4-BE49-F238E27FC236}">
                  <a16:creationId xmlns:a16="http://schemas.microsoft.com/office/drawing/2014/main" id="{CD0F76A8-F2F6-A040-A641-8C6DD2B4D0BA}"/>
                </a:ext>
              </a:extLst>
            </p:cNvPr>
            <p:cNvSpPr>
              <a:spLocks noChangeArrowheads="1"/>
            </p:cNvSpPr>
            <p:nvPr/>
          </p:nvSpPr>
          <p:spPr bwMode="auto">
            <a:xfrm>
              <a:off x="3708" y="1552"/>
              <a:ext cx="310"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359" name="Oval 33">
              <a:extLst>
                <a:ext uri="{FF2B5EF4-FFF2-40B4-BE49-F238E27FC236}">
                  <a16:creationId xmlns:a16="http://schemas.microsoft.com/office/drawing/2014/main" id="{021DFE64-FE6B-AF4B-A487-798FD40EE4E9}"/>
                </a:ext>
              </a:extLst>
            </p:cNvPr>
            <p:cNvSpPr>
              <a:spLocks noChangeArrowheads="1"/>
            </p:cNvSpPr>
            <p:nvPr/>
          </p:nvSpPr>
          <p:spPr bwMode="auto">
            <a:xfrm>
              <a:off x="3705" y="1493"/>
              <a:ext cx="313" cy="95"/>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05" name="Oval 34">
              <a:extLst>
                <a:ext uri="{FF2B5EF4-FFF2-40B4-BE49-F238E27FC236}">
                  <a16:creationId xmlns:a16="http://schemas.microsoft.com/office/drawing/2014/main" id="{D7221543-9DA7-9C4F-BF64-841725D580D9}"/>
                </a:ext>
              </a:extLst>
            </p:cNvPr>
            <p:cNvSpPr>
              <a:spLocks noChangeArrowheads="1"/>
            </p:cNvSpPr>
            <p:nvPr/>
          </p:nvSpPr>
          <p:spPr bwMode="auto">
            <a:xfrm>
              <a:off x="4391" y="1555"/>
              <a:ext cx="312" cy="8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06" name="Line 35">
              <a:extLst>
                <a:ext uri="{FF2B5EF4-FFF2-40B4-BE49-F238E27FC236}">
                  <a16:creationId xmlns:a16="http://schemas.microsoft.com/office/drawing/2014/main" id="{3AA9DB23-022C-B843-ACB1-9CD5A8D48918}"/>
                </a:ext>
              </a:extLst>
            </p:cNvPr>
            <p:cNvSpPr>
              <a:spLocks noChangeShapeType="1"/>
            </p:cNvSpPr>
            <p:nvPr/>
          </p:nvSpPr>
          <p:spPr bwMode="auto">
            <a:xfrm>
              <a:off x="4391" y="1548"/>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07" name="Line 36">
              <a:extLst>
                <a:ext uri="{FF2B5EF4-FFF2-40B4-BE49-F238E27FC236}">
                  <a16:creationId xmlns:a16="http://schemas.microsoft.com/office/drawing/2014/main" id="{AAE6AF87-B018-8A44-81E6-B8267ADC39E9}"/>
                </a:ext>
              </a:extLst>
            </p:cNvPr>
            <p:cNvSpPr>
              <a:spLocks noChangeShapeType="1"/>
            </p:cNvSpPr>
            <p:nvPr/>
          </p:nvSpPr>
          <p:spPr bwMode="auto">
            <a:xfrm>
              <a:off x="4703" y="1548"/>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08" name="Rectangle 37">
              <a:extLst>
                <a:ext uri="{FF2B5EF4-FFF2-40B4-BE49-F238E27FC236}">
                  <a16:creationId xmlns:a16="http://schemas.microsoft.com/office/drawing/2014/main" id="{E486C5EC-F3AE-514D-8BFC-C15DDC7BC42F}"/>
                </a:ext>
              </a:extLst>
            </p:cNvPr>
            <p:cNvSpPr>
              <a:spLocks noChangeArrowheads="1"/>
            </p:cNvSpPr>
            <p:nvPr/>
          </p:nvSpPr>
          <p:spPr bwMode="auto">
            <a:xfrm>
              <a:off x="4391" y="1548"/>
              <a:ext cx="309"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13" name="Oval 38">
              <a:extLst>
                <a:ext uri="{FF2B5EF4-FFF2-40B4-BE49-F238E27FC236}">
                  <a16:creationId xmlns:a16="http://schemas.microsoft.com/office/drawing/2014/main" id="{D570042E-655B-9244-B2DE-DD6B84D18E36}"/>
                </a:ext>
              </a:extLst>
            </p:cNvPr>
            <p:cNvSpPr>
              <a:spLocks noChangeArrowheads="1"/>
            </p:cNvSpPr>
            <p:nvPr/>
          </p:nvSpPr>
          <p:spPr bwMode="auto">
            <a:xfrm>
              <a:off x="4394" y="1492"/>
              <a:ext cx="312" cy="95"/>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14" name="Oval 39">
              <a:extLst>
                <a:ext uri="{FF2B5EF4-FFF2-40B4-BE49-F238E27FC236}">
                  <a16:creationId xmlns:a16="http://schemas.microsoft.com/office/drawing/2014/main" id="{209FDC48-A133-7C43-A4F4-AEC33B2394DC}"/>
                </a:ext>
              </a:extLst>
            </p:cNvPr>
            <p:cNvSpPr>
              <a:spLocks noChangeArrowheads="1"/>
            </p:cNvSpPr>
            <p:nvPr/>
          </p:nvSpPr>
          <p:spPr bwMode="auto">
            <a:xfrm>
              <a:off x="4401" y="2246"/>
              <a:ext cx="313" cy="8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15" name="Line 40">
              <a:extLst>
                <a:ext uri="{FF2B5EF4-FFF2-40B4-BE49-F238E27FC236}">
                  <a16:creationId xmlns:a16="http://schemas.microsoft.com/office/drawing/2014/main" id="{6C737D5E-249D-704B-8624-06BC6AF83FC8}"/>
                </a:ext>
              </a:extLst>
            </p:cNvPr>
            <p:cNvSpPr>
              <a:spLocks noChangeShapeType="1"/>
            </p:cNvSpPr>
            <p:nvPr/>
          </p:nvSpPr>
          <p:spPr bwMode="auto">
            <a:xfrm>
              <a:off x="4401" y="2239"/>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16" name="Line 41">
              <a:extLst>
                <a:ext uri="{FF2B5EF4-FFF2-40B4-BE49-F238E27FC236}">
                  <a16:creationId xmlns:a16="http://schemas.microsoft.com/office/drawing/2014/main" id="{2BB65E91-5543-2A4A-83D1-AF4BD2A561BA}"/>
                </a:ext>
              </a:extLst>
            </p:cNvPr>
            <p:cNvSpPr>
              <a:spLocks noChangeShapeType="1"/>
            </p:cNvSpPr>
            <p:nvPr/>
          </p:nvSpPr>
          <p:spPr bwMode="auto">
            <a:xfrm>
              <a:off x="4714" y="2239"/>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17" name="Rectangle 42">
              <a:extLst>
                <a:ext uri="{FF2B5EF4-FFF2-40B4-BE49-F238E27FC236}">
                  <a16:creationId xmlns:a16="http://schemas.microsoft.com/office/drawing/2014/main" id="{31754303-C1B0-564A-BC8B-D1994E2260A3}"/>
                </a:ext>
              </a:extLst>
            </p:cNvPr>
            <p:cNvSpPr>
              <a:spLocks noChangeArrowheads="1"/>
            </p:cNvSpPr>
            <p:nvPr/>
          </p:nvSpPr>
          <p:spPr bwMode="auto">
            <a:xfrm>
              <a:off x="4401" y="2239"/>
              <a:ext cx="310"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18" name="Oval 43">
              <a:extLst>
                <a:ext uri="{FF2B5EF4-FFF2-40B4-BE49-F238E27FC236}">
                  <a16:creationId xmlns:a16="http://schemas.microsoft.com/office/drawing/2014/main" id="{5EBC6ED3-D791-D849-8DF4-6EEC31DF9218}"/>
                </a:ext>
              </a:extLst>
            </p:cNvPr>
            <p:cNvSpPr>
              <a:spLocks noChangeArrowheads="1"/>
            </p:cNvSpPr>
            <p:nvPr/>
          </p:nvSpPr>
          <p:spPr bwMode="auto">
            <a:xfrm>
              <a:off x="4398" y="2180"/>
              <a:ext cx="313" cy="95"/>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19" name="Oval 44">
              <a:extLst>
                <a:ext uri="{FF2B5EF4-FFF2-40B4-BE49-F238E27FC236}">
                  <a16:creationId xmlns:a16="http://schemas.microsoft.com/office/drawing/2014/main" id="{69D4B18F-1B3D-AA47-B609-E5E0116A4B8C}"/>
                </a:ext>
              </a:extLst>
            </p:cNvPr>
            <p:cNvSpPr>
              <a:spLocks noChangeArrowheads="1"/>
            </p:cNvSpPr>
            <p:nvPr/>
          </p:nvSpPr>
          <p:spPr bwMode="auto">
            <a:xfrm>
              <a:off x="4966" y="1905"/>
              <a:ext cx="313" cy="81"/>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23" name="Line 45">
              <a:extLst>
                <a:ext uri="{FF2B5EF4-FFF2-40B4-BE49-F238E27FC236}">
                  <a16:creationId xmlns:a16="http://schemas.microsoft.com/office/drawing/2014/main" id="{6B623BCC-754E-AD43-A91B-5BE9046197D9}"/>
                </a:ext>
              </a:extLst>
            </p:cNvPr>
            <p:cNvSpPr>
              <a:spLocks noChangeShapeType="1"/>
            </p:cNvSpPr>
            <p:nvPr/>
          </p:nvSpPr>
          <p:spPr bwMode="auto">
            <a:xfrm>
              <a:off x="4966" y="1898"/>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25" name="Line 46">
              <a:extLst>
                <a:ext uri="{FF2B5EF4-FFF2-40B4-BE49-F238E27FC236}">
                  <a16:creationId xmlns:a16="http://schemas.microsoft.com/office/drawing/2014/main" id="{70C54C4E-9E9A-CB4F-9BAD-759F10AB73D6}"/>
                </a:ext>
              </a:extLst>
            </p:cNvPr>
            <p:cNvSpPr>
              <a:spLocks noChangeShapeType="1"/>
            </p:cNvSpPr>
            <p:nvPr/>
          </p:nvSpPr>
          <p:spPr bwMode="auto">
            <a:xfrm>
              <a:off x="5279" y="1898"/>
              <a:ext cx="0" cy="50"/>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27" name="Rectangle 47">
              <a:extLst>
                <a:ext uri="{FF2B5EF4-FFF2-40B4-BE49-F238E27FC236}">
                  <a16:creationId xmlns:a16="http://schemas.microsoft.com/office/drawing/2014/main" id="{48B02502-224F-614A-AF74-CA45B87B4FC2}"/>
                </a:ext>
              </a:extLst>
            </p:cNvPr>
            <p:cNvSpPr>
              <a:spLocks noChangeArrowheads="1"/>
            </p:cNvSpPr>
            <p:nvPr/>
          </p:nvSpPr>
          <p:spPr bwMode="auto">
            <a:xfrm>
              <a:off x="4966" y="1898"/>
              <a:ext cx="310" cy="49"/>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32" name="Oval 48">
              <a:extLst>
                <a:ext uri="{FF2B5EF4-FFF2-40B4-BE49-F238E27FC236}">
                  <a16:creationId xmlns:a16="http://schemas.microsoft.com/office/drawing/2014/main" id="{1CBE76C4-29B1-DF47-8C80-E056EC01FEE0}"/>
                </a:ext>
              </a:extLst>
            </p:cNvPr>
            <p:cNvSpPr>
              <a:spLocks noChangeArrowheads="1"/>
            </p:cNvSpPr>
            <p:nvPr/>
          </p:nvSpPr>
          <p:spPr bwMode="auto">
            <a:xfrm>
              <a:off x="4963" y="1839"/>
              <a:ext cx="313" cy="95"/>
            </a:xfrm>
            <a:prstGeom prst="ellipse">
              <a:avLst/>
            </a:prstGeom>
            <a:solidFill>
              <a:srgbClr val="CCCCFF"/>
            </a:solidFill>
            <a:ln w="12700">
              <a:solidFill>
                <a:srgbClr val="000000"/>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33" name="Freeform 49">
              <a:extLst>
                <a:ext uri="{FF2B5EF4-FFF2-40B4-BE49-F238E27FC236}">
                  <a16:creationId xmlns:a16="http://schemas.microsoft.com/office/drawing/2014/main" id="{F7C58F3A-0B59-CE40-8968-EFD5B03D593E}"/>
                </a:ext>
              </a:extLst>
            </p:cNvPr>
            <p:cNvSpPr>
              <a:spLocks/>
            </p:cNvSpPr>
            <p:nvPr/>
          </p:nvSpPr>
          <p:spPr bwMode="auto">
            <a:xfrm>
              <a:off x="4557" y="1647"/>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38" name="Freeform 50">
              <a:extLst>
                <a:ext uri="{FF2B5EF4-FFF2-40B4-BE49-F238E27FC236}">
                  <a16:creationId xmlns:a16="http://schemas.microsoft.com/office/drawing/2014/main" id="{5CA0B20D-583A-724F-8F77-3D2EE0DD0137}"/>
                </a:ext>
              </a:extLst>
            </p:cNvPr>
            <p:cNvSpPr>
              <a:spLocks/>
            </p:cNvSpPr>
            <p:nvPr/>
          </p:nvSpPr>
          <p:spPr bwMode="auto">
            <a:xfrm>
              <a:off x="3864" y="1653"/>
              <a:ext cx="1" cy="53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43" name="Freeform 51">
              <a:extLst>
                <a:ext uri="{FF2B5EF4-FFF2-40B4-BE49-F238E27FC236}">
                  <a16:creationId xmlns:a16="http://schemas.microsoft.com/office/drawing/2014/main" id="{F9705D5A-4067-4E46-97EF-A4A7592F8062}"/>
                </a:ext>
              </a:extLst>
            </p:cNvPr>
            <p:cNvSpPr>
              <a:spLocks/>
            </p:cNvSpPr>
            <p:nvPr/>
          </p:nvSpPr>
          <p:spPr bwMode="auto">
            <a:xfrm>
              <a:off x="4029" y="1638"/>
              <a:ext cx="504" cy="600"/>
            </a:xfrm>
            <a:custGeom>
              <a:avLst/>
              <a:gdLst>
                <a:gd name="T0" fmla="*/ 0 w 378"/>
                <a:gd name="T1" fmla="*/ 11993521 h 174"/>
                <a:gd name="T2" fmla="*/ 5035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44" name="Freeform 52">
              <a:extLst>
                <a:ext uri="{FF2B5EF4-FFF2-40B4-BE49-F238E27FC236}">
                  <a16:creationId xmlns:a16="http://schemas.microsoft.com/office/drawing/2014/main" id="{22C3BA86-2C31-C244-BCC8-F79B83E99BAE}"/>
                </a:ext>
              </a:extLst>
            </p:cNvPr>
            <p:cNvSpPr>
              <a:spLocks/>
            </p:cNvSpPr>
            <p:nvPr/>
          </p:nvSpPr>
          <p:spPr bwMode="auto">
            <a:xfrm>
              <a:off x="4716" y="1986"/>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45" name="Freeform 53">
              <a:extLst>
                <a:ext uri="{FF2B5EF4-FFF2-40B4-BE49-F238E27FC236}">
                  <a16:creationId xmlns:a16="http://schemas.microsoft.com/office/drawing/2014/main" id="{36BA8254-18D7-D841-8B10-CF1677FF4B4C}"/>
                </a:ext>
              </a:extLst>
            </p:cNvPr>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46" name="Freeform 54">
              <a:extLst>
                <a:ext uri="{FF2B5EF4-FFF2-40B4-BE49-F238E27FC236}">
                  <a16:creationId xmlns:a16="http://schemas.microsoft.com/office/drawing/2014/main" id="{FDD9D6F7-B6B7-8C4F-B4CD-8A42B44DA874}"/>
                </a:ext>
              </a:extLst>
            </p:cNvPr>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47" name="Freeform 55">
              <a:extLst>
                <a:ext uri="{FF2B5EF4-FFF2-40B4-BE49-F238E27FC236}">
                  <a16:creationId xmlns:a16="http://schemas.microsoft.com/office/drawing/2014/main" id="{0EEE8685-1A2C-124B-AEBC-CE60F95275A6}"/>
                </a:ext>
              </a:extLst>
            </p:cNvPr>
            <p:cNvSpPr>
              <a:spLocks/>
            </p:cNvSpPr>
            <p:nvPr/>
          </p:nvSpPr>
          <p:spPr bwMode="auto">
            <a:xfrm>
              <a:off x="4029" y="157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48" name="Freeform 56">
              <a:extLst>
                <a:ext uri="{FF2B5EF4-FFF2-40B4-BE49-F238E27FC236}">
                  <a16:creationId xmlns:a16="http://schemas.microsoft.com/office/drawing/2014/main" id="{CDFCCD1A-99F5-3248-A9D4-80A4A3508E86}"/>
                </a:ext>
              </a:extLst>
            </p:cNvPr>
            <p:cNvSpPr>
              <a:spLocks/>
            </p:cNvSpPr>
            <p:nvPr/>
          </p:nvSpPr>
          <p:spPr bwMode="auto">
            <a:xfrm>
              <a:off x="4704" y="1575"/>
              <a:ext cx="396" cy="267"/>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49" name="Freeform 57">
              <a:extLst>
                <a:ext uri="{FF2B5EF4-FFF2-40B4-BE49-F238E27FC236}">
                  <a16:creationId xmlns:a16="http://schemas.microsoft.com/office/drawing/2014/main" id="{8158BEB1-D7DD-304F-93D8-B63A3B9F79D7}"/>
                </a:ext>
              </a:extLst>
            </p:cNvPr>
            <p:cNvSpPr>
              <a:spLocks/>
            </p:cNvSpPr>
            <p:nvPr/>
          </p:nvSpPr>
          <p:spPr bwMode="auto">
            <a:xfrm>
              <a:off x="3387" y="1146"/>
              <a:ext cx="1110" cy="645"/>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450" name="Group 58">
              <a:extLst>
                <a:ext uri="{FF2B5EF4-FFF2-40B4-BE49-F238E27FC236}">
                  <a16:creationId xmlns:a16="http://schemas.microsoft.com/office/drawing/2014/main" id="{5708D0AB-39B8-5F4D-964A-583102F20F6D}"/>
                </a:ext>
              </a:extLst>
            </p:cNvPr>
            <p:cNvGrpSpPr>
              <a:grpSpLocks/>
            </p:cNvGrpSpPr>
            <p:nvPr/>
          </p:nvGrpSpPr>
          <p:grpSpPr bwMode="auto">
            <a:xfrm>
              <a:off x="3287" y="1744"/>
              <a:ext cx="205" cy="250"/>
              <a:chOff x="2954" y="2425"/>
              <a:chExt cx="208" cy="250"/>
            </a:xfrm>
          </p:grpSpPr>
          <p:sp>
            <p:nvSpPr>
              <p:cNvPr id="476" name="Rectangle 59">
                <a:extLst>
                  <a:ext uri="{FF2B5EF4-FFF2-40B4-BE49-F238E27FC236}">
                    <a16:creationId xmlns:a16="http://schemas.microsoft.com/office/drawing/2014/main" id="{698B8676-76A7-4C47-8D65-7AD44E1F849C}"/>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77" name="Text Box 60">
                <a:extLst>
                  <a:ext uri="{FF2B5EF4-FFF2-40B4-BE49-F238E27FC236}">
                    <a16:creationId xmlns:a16="http://schemas.microsoft.com/office/drawing/2014/main" id="{5163CA4B-303D-0E4C-B36C-0EB9193499CB}"/>
                  </a:ext>
                </a:extLst>
              </p:cNvPr>
              <p:cNvSpPr txBox="1">
                <a:spLocks noChangeArrowheads="1"/>
              </p:cNvSpPr>
              <p:nvPr/>
            </p:nvSpPr>
            <p:spPr bwMode="auto">
              <a:xfrm>
                <a:off x="2954" y="2425"/>
                <a:ext cx="208"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u</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451" name="Group 61">
              <a:extLst>
                <a:ext uri="{FF2B5EF4-FFF2-40B4-BE49-F238E27FC236}">
                  <a16:creationId xmlns:a16="http://schemas.microsoft.com/office/drawing/2014/main" id="{22504589-6EDA-CD46-9F6D-B4E53859C7BB}"/>
                </a:ext>
              </a:extLst>
            </p:cNvPr>
            <p:cNvGrpSpPr>
              <a:grpSpLocks/>
            </p:cNvGrpSpPr>
            <p:nvPr/>
          </p:nvGrpSpPr>
          <p:grpSpPr bwMode="auto">
            <a:xfrm>
              <a:off x="4461" y="2128"/>
              <a:ext cx="196" cy="250"/>
              <a:chOff x="2958" y="2425"/>
              <a:chExt cx="199" cy="250"/>
            </a:xfrm>
          </p:grpSpPr>
          <p:sp>
            <p:nvSpPr>
              <p:cNvPr id="474" name="Rectangle 62">
                <a:extLst>
                  <a:ext uri="{FF2B5EF4-FFF2-40B4-BE49-F238E27FC236}">
                    <a16:creationId xmlns:a16="http://schemas.microsoft.com/office/drawing/2014/main" id="{B5EB60BB-0E5E-C14B-B24B-878829D35E80}"/>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75" name="Text Box 63">
                <a:extLst>
                  <a:ext uri="{FF2B5EF4-FFF2-40B4-BE49-F238E27FC236}">
                    <a16:creationId xmlns:a16="http://schemas.microsoft.com/office/drawing/2014/main" id="{AC01CA65-68FA-E340-BE13-4C47DBA310D1}"/>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y</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452" name="Group 64">
              <a:extLst>
                <a:ext uri="{FF2B5EF4-FFF2-40B4-BE49-F238E27FC236}">
                  <a16:creationId xmlns:a16="http://schemas.microsoft.com/office/drawing/2014/main" id="{7E66326C-FC5C-CB48-9635-4D30ECB15D8D}"/>
                </a:ext>
              </a:extLst>
            </p:cNvPr>
            <p:cNvGrpSpPr>
              <a:grpSpLocks/>
            </p:cNvGrpSpPr>
            <p:nvPr/>
          </p:nvGrpSpPr>
          <p:grpSpPr bwMode="auto">
            <a:xfrm>
              <a:off x="3772" y="2095"/>
              <a:ext cx="212" cy="288"/>
              <a:chOff x="2951" y="2395"/>
              <a:chExt cx="213" cy="288"/>
            </a:xfrm>
          </p:grpSpPr>
          <p:sp>
            <p:nvSpPr>
              <p:cNvPr id="472" name="Rectangle 65">
                <a:extLst>
                  <a:ext uri="{FF2B5EF4-FFF2-40B4-BE49-F238E27FC236}">
                    <a16:creationId xmlns:a16="http://schemas.microsoft.com/office/drawing/2014/main" id="{6BF35853-D616-6B43-8985-14AABE1F7525}"/>
                  </a:ext>
                </a:extLst>
              </p:cNvPr>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73" name="Text Box 66">
                <a:extLst>
                  <a:ext uri="{FF2B5EF4-FFF2-40B4-BE49-F238E27FC236}">
                    <a16:creationId xmlns:a16="http://schemas.microsoft.com/office/drawing/2014/main" id="{3282D7A0-A2E9-7F4B-A22E-01546569C593}"/>
                  </a:ext>
                </a:extLst>
              </p:cNvPr>
              <p:cNvSpPr txBox="1">
                <a:spLocks noChangeArrowheads="1"/>
              </p:cNvSpPr>
              <p:nvPr/>
            </p:nvSpPr>
            <p:spPr bwMode="auto">
              <a:xfrm>
                <a:off x="2951" y="2395"/>
                <a:ext cx="21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x</a:t>
                </a:r>
              </a:p>
            </p:txBody>
          </p:sp>
        </p:grpSp>
        <p:grpSp>
          <p:nvGrpSpPr>
            <p:cNvPr id="453" name="Group 67">
              <a:extLst>
                <a:ext uri="{FF2B5EF4-FFF2-40B4-BE49-F238E27FC236}">
                  <a16:creationId xmlns:a16="http://schemas.microsoft.com/office/drawing/2014/main" id="{3104BBAE-4F76-E649-85DB-F84D22362B81}"/>
                </a:ext>
              </a:extLst>
            </p:cNvPr>
            <p:cNvGrpSpPr>
              <a:grpSpLocks/>
            </p:cNvGrpSpPr>
            <p:nvPr/>
          </p:nvGrpSpPr>
          <p:grpSpPr bwMode="auto">
            <a:xfrm>
              <a:off x="4437" y="1438"/>
              <a:ext cx="233" cy="252"/>
              <a:chOff x="2940" y="2425"/>
              <a:chExt cx="236" cy="252"/>
            </a:xfrm>
          </p:grpSpPr>
          <p:sp>
            <p:nvSpPr>
              <p:cNvPr id="470" name="Rectangle 68">
                <a:extLst>
                  <a:ext uri="{FF2B5EF4-FFF2-40B4-BE49-F238E27FC236}">
                    <a16:creationId xmlns:a16="http://schemas.microsoft.com/office/drawing/2014/main" id="{0CEE42FC-526E-AB47-8798-637A6484857F}"/>
                  </a:ext>
                </a:extLst>
              </p:cNvPr>
              <p:cNvSpPr>
                <a:spLocks noChangeArrowheads="1"/>
              </p:cNvSpPr>
              <p:nvPr/>
            </p:nvSpPr>
            <p:spPr bwMode="auto">
              <a:xfrm>
                <a:off x="2982" y="2490"/>
                <a:ext cx="146"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71" name="Text Box 69">
                <a:extLst>
                  <a:ext uri="{FF2B5EF4-FFF2-40B4-BE49-F238E27FC236}">
                    <a16:creationId xmlns:a16="http://schemas.microsoft.com/office/drawing/2014/main" id="{BD20AA39-4C83-B348-A22B-DC09D5E67986}"/>
                  </a:ext>
                </a:extLst>
              </p:cNvPr>
              <p:cNvSpPr txBox="1">
                <a:spLocks noChangeArrowheads="1"/>
              </p:cNvSpPr>
              <p:nvPr/>
            </p:nvSpPr>
            <p:spPr bwMode="auto">
              <a:xfrm>
                <a:off x="2940" y="2425"/>
                <a:ext cx="236"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w</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454" name="Group 70">
              <a:extLst>
                <a:ext uri="{FF2B5EF4-FFF2-40B4-BE49-F238E27FC236}">
                  <a16:creationId xmlns:a16="http://schemas.microsoft.com/office/drawing/2014/main" id="{76A8AB1F-2271-4C40-97FF-558125D0E3D2}"/>
                </a:ext>
              </a:extLst>
            </p:cNvPr>
            <p:cNvGrpSpPr>
              <a:grpSpLocks/>
            </p:cNvGrpSpPr>
            <p:nvPr/>
          </p:nvGrpSpPr>
          <p:grpSpPr bwMode="auto">
            <a:xfrm>
              <a:off x="3771" y="1438"/>
              <a:ext cx="196" cy="250"/>
              <a:chOff x="2958" y="2425"/>
              <a:chExt cx="199" cy="250"/>
            </a:xfrm>
          </p:grpSpPr>
          <p:sp>
            <p:nvSpPr>
              <p:cNvPr id="468" name="Rectangle 71">
                <a:extLst>
                  <a:ext uri="{FF2B5EF4-FFF2-40B4-BE49-F238E27FC236}">
                    <a16:creationId xmlns:a16="http://schemas.microsoft.com/office/drawing/2014/main" id="{8A1243C8-B070-1144-AFC1-660A0D476384}"/>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69" name="Text Box 72">
                <a:extLst>
                  <a:ext uri="{FF2B5EF4-FFF2-40B4-BE49-F238E27FC236}">
                    <a16:creationId xmlns:a16="http://schemas.microsoft.com/office/drawing/2014/main" id="{0A633A5D-CB9F-9D4A-9828-FA8DAB76D822}"/>
                  </a:ext>
                </a:extLst>
              </p:cNvPr>
              <p:cNvSpPr txBox="1">
                <a:spLocks noChangeArrowheads="1"/>
              </p:cNvSpPr>
              <p:nvPr/>
            </p:nvSpPr>
            <p:spPr bwMode="auto">
              <a:xfrm>
                <a:off x="2958" y="2425"/>
                <a:ext cx="19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v</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grpSp>
          <p:nvGrpSpPr>
            <p:cNvPr id="455" name="Group 73">
              <a:extLst>
                <a:ext uri="{FF2B5EF4-FFF2-40B4-BE49-F238E27FC236}">
                  <a16:creationId xmlns:a16="http://schemas.microsoft.com/office/drawing/2014/main" id="{1F39B98B-5A5F-9A45-8998-1BA51D5362D8}"/>
                </a:ext>
              </a:extLst>
            </p:cNvPr>
            <p:cNvGrpSpPr>
              <a:grpSpLocks/>
            </p:cNvGrpSpPr>
            <p:nvPr/>
          </p:nvGrpSpPr>
          <p:grpSpPr bwMode="auto">
            <a:xfrm>
              <a:off x="5025" y="1756"/>
              <a:ext cx="212" cy="288"/>
              <a:chOff x="2949" y="2395"/>
              <a:chExt cx="214" cy="288"/>
            </a:xfrm>
          </p:grpSpPr>
          <p:sp>
            <p:nvSpPr>
              <p:cNvPr id="466" name="Rectangle 74">
                <a:extLst>
                  <a:ext uri="{FF2B5EF4-FFF2-40B4-BE49-F238E27FC236}">
                    <a16:creationId xmlns:a16="http://schemas.microsoft.com/office/drawing/2014/main" id="{6D133BDC-CBD5-E04A-956A-CB070C46E616}"/>
                  </a:ext>
                </a:extLst>
              </p:cNvPr>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67" name="Text Box 75">
                <a:extLst>
                  <a:ext uri="{FF2B5EF4-FFF2-40B4-BE49-F238E27FC236}">
                    <a16:creationId xmlns:a16="http://schemas.microsoft.com/office/drawing/2014/main" id="{E22274D1-6BF0-6F4F-AA7F-923617C44471}"/>
                  </a:ext>
                </a:extLst>
              </p:cNvPr>
              <p:cNvSpPr txBox="1">
                <a:spLocks noChangeArrowheads="1"/>
              </p:cNvSpPr>
              <p:nvPr/>
            </p:nvSpPr>
            <p:spPr bwMode="auto">
              <a:xfrm>
                <a:off x="2949" y="2395"/>
                <a:ext cx="21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charset="0"/>
                    <a:ea typeface="ＭＳ Ｐゴシック" charset="0"/>
                  </a:rPr>
                  <a:t>z</a:t>
                </a:r>
              </a:p>
            </p:txBody>
          </p:sp>
        </p:grpSp>
        <p:sp>
          <p:nvSpPr>
            <p:cNvPr id="456" name="Text Box 76">
              <a:extLst>
                <a:ext uri="{FF2B5EF4-FFF2-40B4-BE49-F238E27FC236}">
                  <a16:creationId xmlns:a16="http://schemas.microsoft.com/office/drawing/2014/main" id="{E87F994C-88BC-7843-84FF-C20876A28AD3}"/>
                </a:ext>
              </a:extLst>
            </p:cNvPr>
            <p:cNvSpPr txBox="1">
              <a:spLocks noChangeArrowheads="1"/>
            </p:cNvSpPr>
            <p:nvPr/>
          </p:nvSpPr>
          <p:spPr bwMode="auto">
            <a:xfrm>
              <a:off x="3493" y="1568"/>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57" name="Text Box 77">
              <a:extLst>
                <a:ext uri="{FF2B5EF4-FFF2-40B4-BE49-F238E27FC236}">
                  <a16:creationId xmlns:a16="http://schemas.microsoft.com/office/drawing/2014/main" id="{D6E661FA-C756-184B-8F8C-454F6D2F20C6}"/>
                </a:ext>
              </a:extLst>
            </p:cNvPr>
            <p:cNvSpPr txBox="1">
              <a:spLocks noChangeArrowheads="1"/>
            </p:cNvSpPr>
            <p:nvPr/>
          </p:nvSpPr>
          <p:spPr bwMode="auto">
            <a:xfrm>
              <a:off x="3841" y="1787"/>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58" name="Text Box 78">
              <a:extLst>
                <a:ext uri="{FF2B5EF4-FFF2-40B4-BE49-F238E27FC236}">
                  <a16:creationId xmlns:a16="http://schemas.microsoft.com/office/drawing/2014/main" id="{7AAD1753-0153-BE49-9A5A-86A6144677D4}"/>
                </a:ext>
              </a:extLst>
            </p:cNvPr>
            <p:cNvSpPr txBox="1">
              <a:spLocks noChangeArrowheads="1"/>
            </p:cNvSpPr>
            <p:nvPr/>
          </p:nvSpPr>
          <p:spPr bwMode="auto">
            <a:xfrm>
              <a:off x="3406" y="2000"/>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59" name="Text Box 79">
              <a:extLst>
                <a:ext uri="{FF2B5EF4-FFF2-40B4-BE49-F238E27FC236}">
                  <a16:creationId xmlns:a16="http://schemas.microsoft.com/office/drawing/2014/main" id="{CE9F4FB6-1319-824C-8EE6-E829F9B81392}"/>
                </a:ext>
              </a:extLst>
            </p:cNvPr>
            <p:cNvSpPr txBox="1">
              <a:spLocks noChangeArrowheads="1"/>
            </p:cNvSpPr>
            <p:nvPr/>
          </p:nvSpPr>
          <p:spPr bwMode="auto">
            <a:xfrm>
              <a:off x="4225" y="1880"/>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60" name="Text Box 80">
              <a:extLst>
                <a:ext uri="{FF2B5EF4-FFF2-40B4-BE49-F238E27FC236}">
                  <a16:creationId xmlns:a16="http://schemas.microsoft.com/office/drawing/2014/main" id="{C479D34B-E495-6941-B1B8-7C27A07FA48D}"/>
                </a:ext>
              </a:extLst>
            </p:cNvPr>
            <p:cNvSpPr txBox="1">
              <a:spLocks noChangeArrowheads="1"/>
            </p:cNvSpPr>
            <p:nvPr/>
          </p:nvSpPr>
          <p:spPr bwMode="auto">
            <a:xfrm>
              <a:off x="4162" y="2234"/>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61" name="Text Box 81">
              <a:extLst>
                <a:ext uri="{FF2B5EF4-FFF2-40B4-BE49-F238E27FC236}">
                  <a16:creationId xmlns:a16="http://schemas.microsoft.com/office/drawing/2014/main" id="{651E935E-97A1-694E-90ED-DA0D52808F61}"/>
                </a:ext>
              </a:extLst>
            </p:cNvPr>
            <p:cNvSpPr txBox="1">
              <a:spLocks noChangeArrowheads="1"/>
            </p:cNvSpPr>
            <p:nvPr/>
          </p:nvSpPr>
          <p:spPr bwMode="auto">
            <a:xfrm>
              <a:off x="4522" y="1805"/>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1</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62" name="Text Box 82">
              <a:extLst>
                <a:ext uri="{FF2B5EF4-FFF2-40B4-BE49-F238E27FC236}">
                  <a16:creationId xmlns:a16="http://schemas.microsoft.com/office/drawing/2014/main" id="{BCE34168-89E8-CA4E-B734-D7785C5D44A4}"/>
                </a:ext>
              </a:extLst>
            </p:cNvPr>
            <p:cNvSpPr txBox="1">
              <a:spLocks noChangeArrowheads="1"/>
            </p:cNvSpPr>
            <p:nvPr/>
          </p:nvSpPr>
          <p:spPr bwMode="auto">
            <a:xfrm>
              <a:off x="4882" y="2069"/>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2</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63" name="Text Box 83">
              <a:extLst>
                <a:ext uri="{FF2B5EF4-FFF2-40B4-BE49-F238E27FC236}">
                  <a16:creationId xmlns:a16="http://schemas.microsoft.com/office/drawing/2014/main" id="{E61D1248-702D-AA4E-A62B-3B6DB8874302}"/>
                </a:ext>
              </a:extLst>
            </p:cNvPr>
            <p:cNvSpPr txBox="1">
              <a:spLocks noChangeArrowheads="1"/>
            </p:cNvSpPr>
            <p:nvPr/>
          </p:nvSpPr>
          <p:spPr bwMode="auto">
            <a:xfrm>
              <a:off x="4855" y="1532"/>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5</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64" name="Text Box 84">
              <a:extLst>
                <a:ext uri="{FF2B5EF4-FFF2-40B4-BE49-F238E27FC236}">
                  <a16:creationId xmlns:a16="http://schemas.microsoft.com/office/drawing/2014/main" id="{8E7448E7-B23E-9A4A-947C-66285C7E1020}"/>
                </a:ext>
              </a:extLst>
            </p:cNvPr>
            <p:cNvSpPr txBox="1">
              <a:spLocks noChangeArrowheads="1"/>
            </p:cNvSpPr>
            <p:nvPr/>
          </p:nvSpPr>
          <p:spPr bwMode="auto">
            <a:xfrm>
              <a:off x="4120" y="1382"/>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3</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sp>
          <p:nvSpPr>
            <p:cNvPr id="465" name="Text Box 85">
              <a:extLst>
                <a:ext uri="{FF2B5EF4-FFF2-40B4-BE49-F238E27FC236}">
                  <a16:creationId xmlns:a16="http://schemas.microsoft.com/office/drawing/2014/main" id="{EFA31E11-E078-ED44-8DB8-4912DC480664}"/>
                </a:ext>
              </a:extLst>
            </p:cNvPr>
            <p:cNvSpPr txBox="1">
              <a:spLocks noChangeArrowheads="1"/>
            </p:cNvSpPr>
            <p:nvPr/>
          </p:nvSpPr>
          <p:spPr bwMode="auto">
            <a:xfrm>
              <a:off x="3769" y="1115"/>
              <a:ext cx="19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rPr>
                <a:t>5</a:t>
              </a:r>
              <a:endParaRPr kumimoji="0" lang="en-US" sz="2400" b="0" i="0" u="none" strike="noStrike" kern="0" cap="none" spc="0" normalizeH="0" baseline="0" noProof="0">
                <a:ln>
                  <a:noFill/>
                </a:ln>
                <a:solidFill>
                  <a:srgbClr val="000000"/>
                </a:solidFill>
                <a:effectLst/>
                <a:uLnTx/>
                <a:uFillTx/>
                <a:latin typeface="Arial" charset="0"/>
                <a:ea typeface="ＭＳ Ｐゴシック" charset="0"/>
              </a:endParaRPr>
            </a:p>
          </p:txBody>
        </p:sp>
      </p:grpSp>
      <p:sp>
        <p:nvSpPr>
          <p:cNvPr id="495" name="Text Box 6">
            <a:extLst>
              <a:ext uri="{FF2B5EF4-FFF2-40B4-BE49-F238E27FC236}">
                <a16:creationId xmlns:a16="http://schemas.microsoft.com/office/drawing/2014/main" id="{A24F37E4-4175-D247-9C29-BC40A27B53F0}"/>
              </a:ext>
            </a:extLst>
          </p:cNvPr>
          <p:cNvSpPr txBox="1">
            <a:spLocks noChangeArrowheads="1"/>
          </p:cNvSpPr>
          <p:nvPr/>
        </p:nvSpPr>
        <p:spPr bwMode="auto">
          <a:xfrm>
            <a:off x="4362590" y="1736734"/>
            <a:ext cx="1237973" cy="387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Arial" charset="0"/>
                <a:ea typeface="ＭＳ Ｐゴシック" charset="0"/>
              </a:rPr>
              <a:t>D(w),p(w)</a:t>
            </a:r>
          </a:p>
        </p:txBody>
      </p:sp>
      <p:cxnSp>
        <p:nvCxnSpPr>
          <p:cNvPr id="3" name="Straight Connector 2">
            <a:extLst>
              <a:ext uri="{FF2B5EF4-FFF2-40B4-BE49-F238E27FC236}">
                <a16:creationId xmlns:a16="http://schemas.microsoft.com/office/drawing/2014/main" id="{155C6A08-435F-074A-8CB5-94B5718AAF55}"/>
              </a:ext>
            </a:extLst>
          </p:cNvPr>
          <p:cNvCxnSpPr/>
          <p:nvPr/>
        </p:nvCxnSpPr>
        <p:spPr>
          <a:xfrm>
            <a:off x="1052670" y="2385339"/>
            <a:ext cx="78638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A3B06771-707C-C549-B117-3063EC3738D7}"/>
              </a:ext>
            </a:extLst>
          </p:cNvPr>
          <p:cNvCxnSpPr/>
          <p:nvPr/>
        </p:nvCxnSpPr>
        <p:spPr>
          <a:xfrm>
            <a:off x="1061162" y="2678563"/>
            <a:ext cx="78638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1D62FDB7-4F58-C84F-A936-529AACBF81D5}"/>
              </a:ext>
            </a:extLst>
          </p:cNvPr>
          <p:cNvCxnSpPr/>
          <p:nvPr/>
        </p:nvCxnSpPr>
        <p:spPr>
          <a:xfrm>
            <a:off x="1065240" y="2976257"/>
            <a:ext cx="78638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F671747E-F7E7-174E-B66B-4158AC0C73AC}"/>
              </a:ext>
            </a:extLst>
          </p:cNvPr>
          <p:cNvCxnSpPr/>
          <p:nvPr/>
        </p:nvCxnSpPr>
        <p:spPr>
          <a:xfrm>
            <a:off x="1064905" y="3278423"/>
            <a:ext cx="78638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14" name="Straight Connector 513">
            <a:extLst>
              <a:ext uri="{FF2B5EF4-FFF2-40B4-BE49-F238E27FC236}">
                <a16:creationId xmlns:a16="http://schemas.microsoft.com/office/drawing/2014/main" id="{A48E9275-8476-9244-A5FE-18548D30A1B6}"/>
              </a:ext>
            </a:extLst>
          </p:cNvPr>
          <p:cNvCxnSpPr/>
          <p:nvPr/>
        </p:nvCxnSpPr>
        <p:spPr>
          <a:xfrm>
            <a:off x="1073397" y="3607414"/>
            <a:ext cx="786387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587C637-11FC-0A49-8C82-7AF7D38C6CD6}"/>
              </a:ext>
            </a:extLst>
          </p:cNvPr>
          <p:cNvSpPr txBox="1"/>
          <p:nvPr/>
        </p:nvSpPr>
        <p:spPr>
          <a:xfrm>
            <a:off x="3553152" y="1328774"/>
            <a:ext cx="331168" cy="506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0000"/>
                </a:solidFill>
                <a:effectLst/>
                <a:uLnTx/>
                <a:uFillTx/>
                <a:latin typeface="Calibri" panose="020F0502020204030204"/>
                <a:ea typeface="+mn-ea"/>
                <a:cs typeface="+mn-cs"/>
              </a:rPr>
              <a:t>v</a:t>
            </a:r>
          </a:p>
        </p:txBody>
      </p:sp>
      <p:sp>
        <p:nvSpPr>
          <p:cNvPr id="521" name="TextBox 520">
            <a:extLst>
              <a:ext uri="{FF2B5EF4-FFF2-40B4-BE49-F238E27FC236}">
                <a16:creationId xmlns:a16="http://schemas.microsoft.com/office/drawing/2014/main" id="{4C80ECA4-7464-CB40-8CC6-A7EDC7E7964C}"/>
              </a:ext>
            </a:extLst>
          </p:cNvPr>
          <p:cNvSpPr txBox="1"/>
          <p:nvPr/>
        </p:nvSpPr>
        <p:spPr>
          <a:xfrm>
            <a:off x="4771629" y="1323347"/>
            <a:ext cx="421541" cy="506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0000"/>
                </a:solidFill>
                <a:effectLst/>
                <a:uLnTx/>
                <a:uFillTx/>
                <a:latin typeface="Calibri" panose="020F0502020204030204"/>
                <a:ea typeface="+mn-ea"/>
                <a:cs typeface="+mn-cs"/>
              </a:rPr>
              <a:t>w</a:t>
            </a:r>
          </a:p>
        </p:txBody>
      </p:sp>
      <p:sp>
        <p:nvSpPr>
          <p:cNvPr id="522" name="TextBox 521">
            <a:extLst>
              <a:ext uri="{FF2B5EF4-FFF2-40B4-BE49-F238E27FC236}">
                <a16:creationId xmlns:a16="http://schemas.microsoft.com/office/drawing/2014/main" id="{1052726D-C214-914F-AE65-3CE2B48F9FD7}"/>
              </a:ext>
            </a:extLst>
          </p:cNvPr>
          <p:cNvSpPr txBox="1"/>
          <p:nvPr/>
        </p:nvSpPr>
        <p:spPr>
          <a:xfrm>
            <a:off x="6023289" y="1317921"/>
            <a:ext cx="325041" cy="506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0000"/>
                </a:solidFill>
                <a:effectLst/>
                <a:uLnTx/>
                <a:uFillTx/>
                <a:latin typeface="Calibri" panose="020F0502020204030204"/>
                <a:ea typeface="+mn-ea"/>
                <a:cs typeface="+mn-cs"/>
              </a:rPr>
              <a:t>x</a:t>
            </a:r>
          </a:p>
        </p:txBody>
      </p:sp>
      <p:sp>
        <p:nvSpPr>
          <p:cNvPr id="523" name="TextBox 522">
            <a:extLst>
              <a:ext uri="{FF2B5EF4-FFF2-40B4-BE49-F238E27FC236}">
                <a16:creationId xmlns:a16="http://schemas.microsoft.com/office/drawing/2014/main" id="{5B04DCE1-2FE2-A84B-8E64-4C946D2739CC}"/>
              </a:ext>
            </a:extLst>
          </p:cNvPr>
          <p:cNvSpPr txBox="1"/>
          <p:nvPr/>
        </p:nvSpPr>
        <p:spPr>
          <a:xfrm>
            <a:off x="7297069" y="1323701"/>
            <a:ext cx="331168" cy="506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0000"/>
                </a:solidFill>
                <a:effectLst/>
                <a:uLnTx/>
                <a:uFillTx/>
                <a:latin typeface="Calibri" panose="020F0502020204030204"/>
                <a:ea typeface="+mn-ea"/>
                <a:cs typeface="+mn-cs"/>
              </a:rPr>
              <a:t>y</a:t>
            </a:r>
          </a:p>
        </p:txBody>
      </p:sp>
      <p:sp>
        <p:nvSpPr>
          <p:cNvPr id="524" name="TextBox 523">
            <a:extLst>
              <a:ext uri="{FF2B5EF4-FFF2-40B4-BE49-F238E27FC236}">
                <a16:creationId xmlns:a16="http://schemas.microsoft.com/office/drawing/2014/main" id="{9A4E2888-3BE6-BB46-8B3E-D324D269A9FF}"/>
              </a:ext>
            </a:extLst>
          </p:cNvPr>
          <p:cNvSpPr txBox="1"/>
          <p:nvPr/>
        </p:nvSpPr>
        <p:spPr>
          <a:xfrm>
            <a:off x="8504486" y="1340687"/>
            <a:ext cx="311255" cy="506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0000"/>
                </a:solidFill>
                <a:effectLst/>
                <a:uLnTx/>
                <a:uFillTx/>
                <a:latin typeface="Calibri" panose="020F0502020204030204"/>
                <a:ea typeface="+mn-ea"/>
                <a:cs typeface="+mn-cs"/>
              </a:rPr>
              <a:t>z</a:t>
            </a:r>
          </a:p>
        </p:txBody>
      </p:sp>
      <p:sp>
        <p:nvSpPr>
          <p:cNvPr id="7" name="TextBox 6">
            <a:extLst>
              <a:ext uri="{FF2B5EF4-FFF2-40B4-BE49-F238E27FC236}">
                <a16:creationId xmlns:a16="http://schemas.microsoft.com/office/drawing/2014/main" id="{BAE56A0E-1934-B4B5-03AC-D13844982B76}"/>
              </a:ext>
            </a:extLst>
          </p:cNvPr>
          <p:cNvSpPr txBox="1"/>
          <p:nvPr/>
        </p:nvSpPr>
        <p:spPr>
          <a:xfrm>
            <a:off x="3884320" y="6106541"/>
            <a:ext cx="7597588" cy="646331"/>
          </a:xfrm>
          <a:prstGeom prst="rect">
            <a:avLst/>
          </a:prstGeom>
          <a:noFill/>
        </p:spPr>
        <p:txBody>
          <a:bodyPr wrap="square">
            <a:spAutoFit/>
          </a:bodyPr>
          <a:lstStyle/>
          <a:p>
            <a:r>
              <a:rPr lang="en-US"/>
              <a:t>Two popular link state routing protocols: Intermediate System to Intermediate System (IS-IS), Open Shortest Path First (OSPF)</a:t>
            </a:r>
          </a:p>
        </p:txBody>
      </p:sp>
      <mc:AlternateContent xmlns:mc="http://schemas.openxmlformats.org/markup-compatibility/2006" xmlns:p14="http://schemas.microsoft.com/office/powerpoint/2010/main">
        <mc:Choice Requires="p14">
          <p:contentPart p14:bwMode="auto" r:id="rId3">
            <p14:nvContentPartPr>
              <p14:cNvPr id="527" name="Ink 526">
                <a:extLst>
                  <a:ext uri="{FF2B5EF4-FFF2-40B4-BE49-F238E27FC236}">
                    <a16:creationId xmlns:a16="http://schemas.microsoft.com/office/drawing/2014/main" id="{1A57B9B7-8AFA-A3FC-E211-5982E2DC4342}"/>
                  </a:ext>
                </a:extLst>
              </p14:cNvPr>
              <p14:cNvContentPartPr/>
              <p14:nvPr/>
            </p14:nvContentPartPr>
            <p14:xfrm>
              <a:off x="2952921" y="6241"/>
              <a:ext cx="7920" cy="15840"/>
            </p14:xfrm>
          </p:contentPart>
        </mc:Choice>
        <mc:Fallback xmlns="">
          <p:pic>
            <p:nvPicPr>
              <p:cNvPr id="527" name="Ink 526">
                <a:extLst>
                  <a:ext uri="{FF2B5EF4-FFF2-40B4-BE49-F238E27FC236}">
                    <a16:creationId xmlns:a16="http://schemas.microsoft.com/office/drawing/2014/main" id="{1A57B9B7-8AFA-A3FC-E211-5982E2DC4342}"/>
                  </a:ext>
                </a:extLst>
              </p:cNvPr>
              <p:cNvPicPr/>
              <p:nvPr/>
            </p:nvPicPr>
            <p:blipFill>
              <a:blip r:embed="rId4"/>
              <a:stretch>
                <a:fillRect/>
              </a:stretch>
            </p:blipFill>
            <p:spPr>
              <a:xfrm>
                <a:off x="2937441" y="-9599"/>
                <a:ext cx="38520" cy="47152"/>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33" name="Ink 532">
                <a:extLst>
                  <a:ext uri="{FF2B5EF4-FFF2-40B4-BE49-F238E27FC236}">
                    <a16:creationId xmlns:a16="http://schemas.microsoft.com/office/drawing/2014/main" id="{CCC08748-5CA9-1E45-14AC-451226D01C42}"/>
                  </a:ext>
                </a:extLst>
              </p14:cNvPr>
              <p14:cNvContentPartPr/>
              <p14:nvPr/>
            </p14:nvContentPartPr>
            <p14:xfrm>
              <a:off x="2103818" y="213961"/>
              <a:ext cx="38520" cy="7920"/>
            </p14:xfrm>
          </p:contentPart>
        </mc:Choice>
        <mc:Fallback xmlns="">
          <p:pic>
            <p:nvPicPr>
              <p:cNvPr id="533" name="Ink 532">
                <a:extLst>
                  <a:ext uri="{FF2B5EF4-FFF2-40B4-BE49-F238E27FC236}">
                    <a16:creationId xmlns:a16="http://schemas.microsoft.com/office/drawing/2014/main" id="{CCC08748-5CA9-1E45-14AC-451226D01C42}"/>
                  </a:ext>
                </a:extLst>
              </p:cNvPr>
              <p:cNvPicPr/>
              <p:nvPr/>
            </p:nvPicPr>
            <p:blipFill>
              <a:blip r:embed="rId6"/>
              <a:stretch>
                <a:fillRect/>
              </a:stretch>
            </p:blipFill>
            <p:spPr>
              <a:xfrm>
                <a:off x="2088481" y="198481"/>
                <a:ext cx="68837" cy="38520"/>
              </a:xfrm>
              <a:prstGeom prst="rect">
                <a:avLst/>
              </a:prstGeom>
            </p:spPr>
          </p:pic>
        </mc:Fallback>
      </mc:AlternateContent>
    </p:spTree>
    <p:extLst>
      <p:ext uri="{BB962C8B-B14F-4D97-AF65-F5344CB8AC3E}">
        <p14:creationId xmlns:p14="http://schemas.microsoft.com/office/powerpoint/2010/main" val="194585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2B0C7-E4B6-ACC5-22E2-50EE1DA9156D}"/>
              </a:ext>
            </a:extLst>
          </p:cNvPr>
          <p:cNvSpPr>
            <a:spLocks noGrp="1"/>
          </p:cNvSpPr>
          <p:nvPr>
            <p:ph type="title"/>
          </p:nvPr>
        </p:nvSpPr>
        <p:spPr/>
        <p:txBody>
          <a:bodyPr/>
          <a:lstStyle/>
          <a:p>
            <a:r>
              <a:rPr lang="en-US" dirty="0"/>
              <a:t>Takeaways</a:t>
            </a:r>
          </a:p>
        </p:txBody>
      </p:sp>
      <p:sp>
        <p:nvSpPr>
          <p:cNvPr id="3" name="Text Placeholder 2">
            <a:extLst>
              <a:ext uri="{FF2B5EF4-FFF2-40B4-BE49-F238E27FC236}">
                <a16:creationId xmlns:a16="http://schemas.microsoft.com/office/drawing/2014/main" id="{AC53DE3D-C6C1-1ED5-116B-6B4807CCF07B}"/>
              </a:ext>
            </a:extLst>
          </p:cNvPr>
          <p:cNvSpPr>
            <a:spLocks noGrp="1"/>
          </p:cNvSpPr>
          <p:nvPr>
            <p:ph type="body" idx="1"/>
          </p:nvPr>
        </p:nvSpPr>
        <p:spPr/>
        <p:txBody>
          <a:bodyPr/>
          <a:lstStyle/>
          <a:p>
            <a:pPr marL="285750" indent="-285750">
              <a:buFont typeface="Arial"/>
              <a:buChar char="•"/>
            </a:pPr>
            <a:r>
              <a:rPr lang="en-US" sz="2400" b="1" dirty="0"/>
              <a:t>L2:</a:t>
            </a:r>
            <a:r>
              <a:rPr lang="en-US" sz="2400" dirty="0"/>
              <a:t> learn MACs, flood the unknown, spanning tree breaks loops — no shortest path.</a:t>
            </a:r>
          </a:p>
          <a:p>
            <a:pPr marL="285750" indent="-285750">
              <a:buFont typeface="Arial"/>
              <a:buChar char="•"/>
            </a:pPr>
            <a:r>
              <a:rPr lang="en-US" sz="2400" b="1" dirty="0"/>
              <a:t>L3 routing:</a:t>
            </a:r>
            <a:r>
              <a:rPr lang="en-US" sz="2400" dirty="0"/>
              <a:t> a distributed shortest-path computation over the router graph.</a:t>
            </a:r>
          </a:p>
          <a:p>
            <a:pPr marL="285750" indent="-285750">
              <a:buFont typeface="Arial"/>
              <a:buChar char="•"/>
            </a:pPr>
            <a:r>
              <a:rPr lang="en-US" sz="2400" b="1" dirty="0"/>
              <a:t>Distance vector:</a:t>
            </a:r>
            <a:r>
              <a:rPr lang="en-US" sz="2400" dirty="0"/>
              <a:t> know only neighbors. Cheap, but slow convergence and count-to-infinity.</a:t>
            </a:r>
          </a:p>
          <a:p>
            <a:pPr marL="285750" indent="-285750">
              <a:buFont typeface="Arial"/>
              <a:buChar char="•"/>
            </a:pPr>
            <a:r>
              <a:rPr lang="en-US" sz="2400" b="1" dirty="0"/>
              <a:t>Link state:</a:t>
            </a:r>
            <a:r>
              <a:rPr lang="en-US" sz="2400" dirty="0"/>
              <a:t> flood the topology, run Dijkstra locally. Fast and loop-free, more overhead.</a:t>
            </a:r>
          </a:p>
          <a:p>
            <a:pPr marL="285750" indent="-285750">
              <a:buFont typeface="Arial"/>
              <a:buChar char="•"/>
            </a:pPr>
            <a:r>
              <a:rPr lang="en-US" sz="2400" b="1" dirty="0"/>
              <a:t>Trade-off:</a:t>
            </a:r>
            <a:r>
              <a:rPr lang="en-US" sz="2400" dirty="0"/>
              <a:t> local vs. global knowledge — RIP/EIGRP vs. OSPF/IS-IS.</a:t>
            </a:r>
          </a:p>
          <a:p>
            <a:pPr marL="285750" indent="-285750">
              <a:buFont typeface="Arial"/>
              <a:buChar char="•"/>
            </a:pPr>
            <a:endParaRPr lang="en-US" sz="2400"/>
          </a:p>
          <a:p>
            <a:pPr marL="285750" indent="-285750">
              <a:buFont typeface="Arial"/>
              <a:buChar char="•"/>
            </a:pPr>
            <a:r>
              <a:rPr lang="en-US" sz="2400"/>
              <a:t>Distributed protocols at the heart of routing</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650022E-5A53-5352-AFBB-55CDB20B49F9}"/>
                  </a:ext>
                </a:extLst>
              </p14:cNvPr>
              <p14:cNvContentPartPr/>
              <p14:nvPr/>
            </p14:nvContentPartPr>
            <p14:xfrm>
              <a:off x="7073640" y="4263120"/>
              <a:ext cx="3782520" cy="330120"/>
            </p14:xfrm>
          </p:contentPart>
        </mc:Choice>
        <mc:Fallback xmlns="">
          <p:pic>
            <p:nvPicPr>
              <p:cNvPr id="4" name="Ink 3">
                <a:extLst>
                  <a:ext uri="{FF2B5EF4-FFF2-40B4-BE49-F238E27FC236}">
                    <a16:creationId xmlns:a16="http://schemas.microsoft.com/office/drawing/2014/main" id="{9650022E-5A53-5352-AFBB-55CDB20B49F9}"/>
                  </a:ext>
                </a:extLst>
              </p:cNvPr>
              <p:cNvPicPr/>
              <p:nvPr/>
            </p:nvPicPr>
            <p:blipFill>
              <a:blip r:embed="rId3"/>
              <a:stretch>
                <a:fillRect/>
              </a:stretch>
            </p:blipFill>
            <p:spPr>
              <a:xfrm>
                <a:off x="7064280" y="4253760"/>
                <a:ext cx="3801240" cy="348840"/>
              </a:xfrm>
              <a:prstGeom prst="rect">
                <a:avLst/>
              </a:prstGeom>
            </p:spPr>
          </p:pic>
        </mc:Fallback>
      </mc:AlternateContent>
    </p:spTree>
    <p:extLst>
      <p:ext uri="{BB962C8B-B14F-4D97-AF65-F5344CB8AC3E}">
        <p14:creationId xmlns:p14="http://schemas.microsoft.com/office/powerpoint/2010/main" val="34417794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F6BA0-E467-3ED9-3C2D-F8A2ED81792D}"/>
              </a:ext>
            </a:extLst>
          </p:cNvPr>
          <p:cNvSpPr>
            <a:spLocks noGrp="1"/>
          </p:cNvSpPr>
          <p:nvPr>
            <p:ph type="title"/>
          </p:nvPr>
        </p:nvSpPr>
        <p:spPr/>
        <p:txBody>
          <a:bodyPr/>
          <a:lstStyle/>
          <a:p>
            <a:r>
              <a:rPr lang="en-US"/>
              <a:t>Common Misconceptions Among Students</a:t>
            </a:r>
          </a:p>
        </p:txBody>
      </p:sp>
      <p:sp>
        <p:nvSpPr>
          <p:cNvPr id="3" name="Text Placeholder 2">
            <a:extLst>
              <a:ext uri="{FF2B5EF4-FFF2-40B4-BE49-F238E27FC236}">
                <a16:creationId xmlns:a16="http://schemas.microsoft.com/office/drawing/2014/main" id="{8921296F-9CBF-B6CA-4081-380BC7816EB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182045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_PPT_SLIDE_MAP" val="{&quot;2518&quot;:&quot;ogqzfm53wevg&quot;,&quot;2519&quot;:&quot;j4cuudxdks5n&quot;,&quot;2520&quot;:&quot;wsf5mxom5iqu&quot;,&quot;2521&quot;:&quot;n4kh3gqi244t&quot;,&quot;2522&quot;:&quot;xcapusqkjrm8&quot;}"/>
  <p:tag name="MENTIMETER_SERIES_ID_KEY" val="alneukmf9s5q6kgas591puz49xetektz"/>
</p:tagLst>
</file>

<file path=ppt/theme/theme1.xml><?xml version="1.0" encoding="utf-8"?>
<a:theme xmlns:a="http://schemas.openxmlformats.org/drawingml/2006/main" name="Office Theme [1779947382472]">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peedtest" id="{D8385C4F-113A-AE40-95B2-06B18BF69CD5}" vid="{DAA86BB2-E181-564D-A2BE-38AE03467D3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2D6F214-5255-1745-B6CD-19613C285265}">
  <we:reference id="WA200010001" version="1.0.0.1" store="Omex" storeType="OMEX"/>
  <we:alternateReferences>
    <we:reference id="WA200010001" version="1.0.0.1" store="WA200010001" storeType="OMEX"/>
  </we:alternateReferences>
  <we:properties>
    <we:property name="claude.fileId" value="&quot;69137f23-819a-4249-b7a5-8ea903be9a6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C8B084D-D430-4822-B3CB-DEADB2E7A5FC}">
  <ds:schemaRefs>
    <ds:schemaRef ds:uri="http://schemas.microsoft.com/sharepoint/v3/contenttype/forms"/>
  </ds:schemaRefs>
</ds:datastoreItem>
</file>

<file path=customXml/itemProps2.xml><?xml version="1.0" encoding="utf-8"?>
<ds:datastoreItem xmlns:ds="http://schemas.openxmlformats.org/officeDocument/2006/customXml" ds:itemID="{15BFCE94-6EC9-4D8E-89B6-C22DE7AD70CB}">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11845F9-C5F4-4AA5-BA9E-EC2182E91488}">
  <ds:schemaRefs>
    <ds:schemaRef ds:uri="71af3243-3dd4-4a8d-8c0d-dd76da1f02a5"/>
    <ds:schemaRef ds:uri="http://purl.org/dc/terms/"/>
    <ds:schemaRef ds:uri="http://schemas.microsoft.com/office/infopath/2007/PartnerControls"/>
    <ds:schemaRef ds:uri="http://purl.org/dc/elements/1.1/"/>
    <ds:schemaRef ds:uri="http://www.w3.org/XML/1998/namespace"/>
    <ds:schemaRef ds:uri="http://schemas.openxmlformats.org/package/2006/metadata/core-properties"/>
    <ds:schemaRef ds:uri="230e9df3-be65-4c73-a93b-d1236ebd677e"/>
    <ds:schemaRef ds:uri="http://schemas.microsoft.com/office/2006/documentManagement/types"/>
    <ds:schemaRef ds:uri="16c05727-aa75-4e4a-9b5f-8a80a1165891"/>
    <ds:schemaRef ds:uri="http://schemas.microsoft.com/sharepoint/v3"/>
    <ds:schemaRef ds:uri="http://schemas.microsoft.com/office/2006/metadata/properties"/>
    <ds:schemaRef ds:uri="http://purl.org/dc/dcmityp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Theme [1778134386449]</Template>
  <TotalTime>385</TotalTime>
  <Words>2683</Words>
  <Application>Microsoft Macintosh PowerPoint</Application>
  <PresentationFormat>Widescreen</PresentationFormat>
  <Paragraphs>637</Paragraphs>
  <Slides>39</Slides>
  <Notes>19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39</vt:i4>
      </vt:variant>
    </vt:vector>
  </HeadingPairs>
  <TitlesOfParts>
    <vt:vector size="52" baseType="lpstr">
      <vt:lpstr>MS Mincho</vt:lpstr>
      <vt:lpstr>ＭＳ Ｐゴシック</vt:lpstr>
      <vt:lpstr>Aptos</vt:lpstr>
      <vt:lpstr>Aptos Display</vt:lpstr>
      <vt:lpstr>Arial</vt:lpstr>
      <vt:lpstr>Calibri</vt:lpstr>
      <vt:lpstr>Calibri Light</vt:lpstr>
      <vt:lpstr>Comic Sans MS</vt:lpstr>
      <vt:lpstr>Gill Sans MT</vt:lpstr>
      <vt:lpstr>Roboto</vt:lpstr>
      <vt:lpstr>Times New Roman</vt:lpstr>
      <vt:lpstr>Wingdings</vt:lpstr>
      <vt:lpstr>Office Theme [1779947382472]</vt:lpstr>
      <vt:lpstr>PowerPoint Presentation</vt:lpstr>
      <vt:lpstr>Recap</vt:lpstr>
      <vt:lpstr>Today’s Session: Routing</vt:lpstr>
      <vt:lpstr>What is the first thing needed for routing?</vt:lpstr>
      <vt:lpstr>Routing and Forwarding</vt:lpstr>
      <vt:lpstr>L2 Routing</vt:lpstr>
      <vt:lpstr>Routing algorithm: Self-learning Switch</vt:lpstr>
      <vt:lpstr>Self-learning switch</vt:lpstr>
      <vt:lpstr>L2 Routing: Self-learning Switch</vt:lpstr>
      <vt:lpstr>Interconnecting switches</vt:lpstr>
      <vt:lpstr>What happens in case of a loop?</vt:lpstr>
      <vt:lpstr>Break the Loop (Logically) </vt:lpstr>
      <vt:lpstr>Distributed Spanning Tree Algorithm: Key Idea</vt:lpstr>
      <vt:lpstr>STP (Details)</vt:lpstr>
      <vt:lpstr>STP (Details)</vt:lpstr>
      <vt:lpstr>Spanning Tree Protocol</vt:lpstr>
      <vt:lpstr>Question: Spanning Tree Algorithm and Performance</vt:lpstr>
      <vt:lpstr>PowerPoint Presentation</vt:lpstr>
      <vt:lpstr>Performance of Spanning Tree Protocol</vt:lpstr>
      <vt:lpstr>Two Types of Routing</vt:lpstr>
      <vt:lpstr>Intra-domain Routing: Graph Abstraction</vt:lpstr>
      <vt:lpstr>Why not use static routing?</vt:lpstr>
      <vt:lpstr>Distance vector algorithm </vt:lpstr>
      <vt:lpstr>Distance vector algorithm </vt:lpstr>
      <vt:lpstr>Distance vector: Example</vt:lpstr>
      <vt:lpstr>Good News Travels Fast, Bad News Travels Slow!</vt:lpstr>
      <vt:lpstr>Count-to-infinity Problem</vt:lpstr>
      <vt:lpstr>PowerPoint Presentation</vt:lpstr>
      <vt:lpstr>How to Handle Count to Infinity Problem?</vt:lpstr>
      <vt:lpstr>How to Handle Count to Infinity Problem?</vt:lpstr>
      <vt:lpstr>How to Handle Count to Infinity Problem?</vt:lpstr>
      <vt:lpstr>RIP Message Format</vt:lpstr>
      <vt:lpstr>Distance Vector: Summary</vt:lpstr>
      <vt:lpstr>Link State Routing Algorithm</vt:lpstr>
      <vt:lpstr>Reliable Flooding</vt:lpstr>
      <vt:lpstr>Dijkstra’s link-state routing algorithm</vt:lpstr>
      <vt:lpstr>Dijkstra’s algorithm: an example</vt:lpstr>
      <vt:lpstr>Takeaways</vt:lpstr>
      <vt:lpstr>Common Misconceptions Among Students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Tarun Mangla</dc:creator>
  <cp:lastModifiedBy>Tarun Mangla</cp:lastModifiedBy>
  <cp:revision>15</cp:revision>
  <dcterms:created xsi:type="dcterms:W3CDTF">2026-05-28T05:46:58Z</dcterms:created>
  <dcterms:modified xsi:type="dcterms:W3CDTF">2026-06-09T10:19:35Z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